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5-11-24T14:15:19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15880 2261 0,'0'19'0,"-10"27"0,1 9 0,-1 1 15,1-19 1,0-10-16,9-8 16,0-10-16,0-9 15,0 0 1,0 0-16,0 0 15,0-9 1,0-10-16,0-18 16,9-27-1,0-10-15,10 0 16,0 9-16,9-8 16,1-1-1,-11 0 1,1 9-16,0 10 15,0 9-15,-10 18 16,10 0-16,0 1 16,-10 8-1,1 10-15,8 0 16,-8 0 0,9-1-16,-10 1 15,1 0 1,-1 9-16,10 0 15,0 0 1,-10 9-16,10 10 16,0 8-16,9 19 15,0 19 1,-9-10-16,0-8 16,-1-1-1,1-9-15,0 0 16,0 18-16,0-9 15,0 0 1,-10-9-16,0-9 16,1-1-1,-1-8-15,1-1 16,-1-8-16,-9-10 16</inkml:trace>
  <inkml:trace contextRef="#ctx0" brushRef="#br0" timeOffset="728.73">15946 2141 0,'0'0'0,"0"0"16,0 0-16,0 0 16,0 0-1,0 0-15,0 0 16,0 0 0,0 0-16,0 0 15,0 0-15,0 0 16,0 0-1,0 0-15,0 0 16,0 0 0,0 0-16,0 0 15,9 0 1,0 0-16,10 0 16,9 0-16,10 0 15,0-9 1,18 0-16,1 0 15,-10 9 1,-10-10-16,1 10 16,-10 0-16,-9 0 15,-19 0 1</inkml:trace>
  <inkml:trace contextRef="#ctx0" brushRef="#br0" timeOffset="2107.76">14647 1311 0,'0'0'0,"0"0"16,0 0 0,0 0-16,0 9 15,-9 19 1,0 27-16,-1 10 15,1 27-15,-1 37 32,1-18-32,9-19 0,-10 10 15,10 27-15,10-18 16,-1-28 0,-9 27-16,0 57 15,0-38 1,0 0-16,0 46 15,10-45 1,-10-10-16,0 55 16,9-27-1,1-1-15,-1 19 16,0-36-16,1-10 16,-1 46-1,1-19-15,-1-8 16,0 36-16,1-27 15,-1-19 1,10 19 0,-10-19-16,10-28 15,9 10-15,1 18 16,-29-129 0</inkml:trace>
  <inkml:trace contextRef="#ctx0" brushRef="#br0" timeOffset="3680.99">14657 1329 0,'0'0'0,"0"0"16,0 0-16,0 0 15,0 0 1,0 0-16,9 0 16,10 0-16,9 9 15,29-9 1,37 0-1,-19-9-15,19 0 16,19 0-16,19-10 16,-19 1-1,-10-1-15,38 1 16,-9-1-16,-10 1 16,19-1-1,38 1-15,-47 9 16,9-10-1,19 1-15,-47 9 16,-1-10 0,20 1-16,0 8 15,-38 1-15,19 0 16,19 0 0,-1-1-16,-37 1 15,19-18 1,0 8-16,-9 1 15,-29 8-15,-9 10 16,0-27 0,-1 18-1,11-1-15,18-8 16,-28 9-16,-10 9 16,-18-19-1,-1 10-15,1 9 16,-10 0-16,0 0 15,1 0 1,-1 9-16,0 10 16,0-19-1,-9 18-15,9 10 16,1 18-16,-1 9 16,-9 28-1,-1 28-15,-8 9 16,-1-9-1,1 18-15,-1 28 16,-9-19-16,0 10 16,0 0-1,0-28-15,-9 9 16,9 37 0,0-37-16,-10 1 15,1 36-15,-1-19 16,1-27-1,0 19-15,9-1 16,0-27 0,0 18-16,9 28 15,-9-46 1,0 18-16,0 19 16,0-19-1,-9-9-15,9 9 16,9 0-16,0-18 15,1 9 1,-1 19-16,1-10 16,-1-19-1,-9 20-15,9-1 16,1-18 0,-1-1-16,1 29 15,-1-10-15,0-37 16,-9 1-1,10-19-15,-10-74 16</inkml:trace>
  <inkml:trace contextRef="#ctx0" brushRef="#br0" timeOffset="5339.59">14779 5584 0,'0'0'0,"0"0"16,0 0 0,0 0-16,0 0 15,0 0 1,0 0-16,0 0 16,0 0-1,9 9-15,10 28 16,9 46-1,10 28-15,0 18 16,-10 0-16,-9-18 16,0-28-1,-1-18-15,1 18 16,0 9 0,0 0-16,-10-18 15,1-9-15,-1-10 16,0 1-1,1-19-15,-1 9 16,-9-9 0,0-10-16,0 1 15,0-10-15,0-8 16,0-1 0,0 0-16,0 0 15,0-9 1,10 10-16,-1-1 15,1 0 1,-1-9-16,0 0 16,20 0-1,8 0-15,10 0 16,0-9-16,0 0 16,10-1-1,-10 1-15,19-9 16,18-1-1,20 1-15,-10-1 16,-19 1-16,19-1 16,10 10-1,9 0-15,-29-10 16,-18 10 0,28-9-16,0 9 15,19-10-15,-38 10 16,10-10-1,9 10-15,19-9 16,-10 8 0,-18 1-16,-10 0 15,10 0-15,9 0 16,0-1 0,-9-8-16,-10 9 15,10-1 1,9 1-16,0 0 15,-28 0-15,0-1 16,0 1 0,-10 0-1,19 0-15,19 0 16,-18-1 0,-11 1-16,-8 0 15,-10 9-15,0-9 16,0 9-1,9-10-15,1 1 16,-1 0-16,1 0 16,-20 0-1,1-1-15,-10 10 16,-9-9 0,0 0-16,-10 9 15,10 0-15,-10 0 16,1 0-1,-1 0-15,1 0 16,-10 0 0,0 0-16,0 0 15,0 0 1</inkml:trace>
  <inkml:trace contextRef="#ctx0" brushRef="#br0" timeOffset="6792.24">1308 3766 0,'0'0'0,"0"0"15,-10 0 1,10 0-16,-9 0 16,9 9-16,0 0 15,0 0 1,0 19-1,0 9-15,19 9 16,9 0 0,-9-9-16,9 0 15,10 0-15,9-9 16,-29-10-16,11-9 16,-11 1-1,1-1 1,9-9-16,-9 0 15,9-9-15,-9-10 16,10-8-16,-1-10 16,9 0-1,-27 0 1,9 0-16,-10 9 16,0-9-16,10 0 15,-19 0 1,0-9-16,0 0 15,-19 0 1,1-9-16,-1 8 16,9 10-16,-18 10 15,9-1 1,19 10-16,-18 8 16,8 1-1,10 9-15,0 0 16,0 0-16,0 0 15,0 0 1</inkml:trace>
  <inkml:trace contextRef="#ctx0" brushRef="#br0" timeOffset="7705.39">1929 2926 0,'0'0'0,"0"0"15,0 0 1,0 0-16,0 0 16,0 9-16,0 19 15,0 9 1,9 27-16,19 19 16,0-9-1,10 9-15,-10 0 16,0-9-16,-9-19 15,-9-18 1,-1-9-16,10-9 16,-19-19-1,0 0-15,0 0 16,0 0 0,-19-19-16,0-18 15,-9-18-15,-19-19 16,0 0-1,0 0-15,9 0 16,19 38 0,1 8-16,8 9 15,10 1-15,0 9 16,0 9 0,0 0-16,10 9 15,27 9-15,10 10 16,0 0-1,-9-10 1,0-9-16,-10-9 16,0 0-16,0-18 15,1-19 1,-11-18-16,-8-1 16,-1-8-1,-18-29-15,-1 20 16,10 17-16,0 19 15,0 10 1,0 8-16,0 10 16,10 9-1,18 9-15,19 28 16,19 28 0,-10-10-16,1 10 15,-10-10-15,0 10 16,0-10-1,-19-18-15,0-9 16,1-10 0,-11-9-16,-18-9 15</inkml:trace>
  <inkml:trace contextRef="#ctx0" brushRef="#br0" timeOffset="8160.18">2502 2169 0,'0'0'0,"0"0"16,0 0-16,10 9 15,-1 19 1,19 27-16,19 28 16,0 19-1,10 9-15,-1-19 16,-9-18 0,-18-28-16,-1 0 15,-9-18-15,-1-1 16,-8-17-1,-1-1-15,-9-9 16,10 0-16,-1 0 16,10-28-1,19-27-15,-1-10 16,1 10 0,-10 9-16,0 9 15,-9 18-15,-10 10 16,-9 9-1</inkml:trace>
  <inkml:trace contextRef="#ctx0" brushRef="#br0" timeOffset="8678.91">1787 4873 0,'0'0'0,"0"0"0,0 0 16,19-9 0,0-28-16,28-9 15,10-19-15,-1-27 16,29-46 0,9 8-16,28-36 15,0 0 1,-18 37-16,46-28 15,-27 19-15,-29 36 16,0 10 0,28-28-16,0 0 15,-37 27 1,-10 10-16,1 10 16,-11-1-16,-8 28 15,-10 9 1,-19 18-16,0 1 15,-28 18 1</inkml:trace>
  <inkml:trace contextRef="#ctx0" brushRef="#br0" timeOffset="18603.87">1693 4892 0,'0'0'0,"0"0"0,0 0 0,0 0 15,0 0 1,0 0 0,0-10-16,-18-8 15,8 0-15,-9-10 16,0-9-1,-18-9-15,-29-19 16,10-9 0,-29-9-16,19 9 15,10 10 1,-10-1-16,0-18 16,-19-18-16,-9-1 31,28 19-31,19 18 0,0 1 15,-9 8-15,28 10 16,-1 0 0,11 9-16,-1 0 15,-10 0 1,29 0-16,0 1 16,0-1-1,10 0-15,9-28 16,18-18-1,10-9-15,19-1 16,28 1-16,19-9 16,-28-10-1,28-9-15,9 18 16,10-18 0,-29-9-16,1 28 15,9 8-15,-1-8 16,-17 9-1,-1-10-15,19 0 16,-19 38 0,-19-10-16,-9 9 15,-10 1-15,10 8 16,-10 20 0,1 8-16,-10 9 15,0 1 1,-9 9-16,-1 18 15,20 19 1,9 27-16,9 19 16,0 0-1,0-10-15,-9 1 16,-9 9-16,-10 0 16,-10-10-1,10-8-15,-9-10 16,9-9-16,0 9 15,0-9 1,0 9-16,-19-9 16,1 0-1,-1 9-15,-9-19 16,-10 1 0,0-9-16,1-1 15,-1 1-15,1-1 16,-10 0-1,9 1-15,0-1 16,1 10 0,-10 0-16,0-1 15,9 1 1,-9 0-16,10-10 16,-10 1-16,0-1 15,0-9 1,0 1-16,0 8 15,0-9 1,0 1-16,-10 8 16,-9 10-16,-18 9 15,-38 27 1,75-64 0</inkml:trace>
  <inkml:trace contextRef="#ctx0" brushRef="#br0" timeOffset="23251.09">1863 6728 0,'0'0'0,"0"0"0,-10 10 15,-9 8-15,-9 10 16,0 18-16,-10 46 16,10 28-1,9-9-15,29 27 16,27 19 0,-8-46-16,18-37 15,0-9 1,9-29-16,-28-17 15,10-10 1,18-18-16,10-10 16,10-17-16,-1-20 15,0-18 1,-28 0-16,0 1 16,-47 73-16</inkml:trace>
  <inkml:trace contextRef="#ctx0" brushRef="#br0" timeOffset="24732.59">1985 6239 0,'0'0'0,"0"0"16,0 19-16,9 8 16,1 10-1,18 19-15,19 54 16,19 10 0,0-18-16,9-28 15,-19-19 1,-9-9-16,-9-18 15,0 0-15,-10-19 16,0-9 0,0-9-16,10-10 15,0-27 1,9-28-16,-10-18 16,-8 9-16,-11 9 15,-8 0 1,-10 10-16,0 27 15,0 0 1,-10 0-16,1 18 16,0 1-16,-1 9 15,1-1 1,9 10-16,0 0 16,-10 10-1,-8 17-15,8 1 16,10 9-1,10 18-15,8 1 16,1-10-16,0-18 16,0-1-1,0-17-15,-10-1 16,0-9 0,1 0-16,-1-9 15,1-1 1,-10-17-16,0-1 15,-10-9-15,1 0 16,-1 0 0,1 9-16,9 10 31,0 9-31,0 0 0,0 9 16,0 0-16,0 0 15,9 9 1,10 0-16,0 9 15,0 1 1,0-1-16,-1-8 16,1-1-1,0 0-15,-9-9 16,-1 0-16,0-9 16,1-10-1,-1-36-15,-18-37 16,-10-10-1,-9 1-15,-1 18 16,11 27-16,-1 29 16,9 8-1,1 10-15,9 9 16,0 0 0,0 18-16,9 1 15,1 8 1,9-17-16,9-1 15,0 0-15,10 0 16,9 1 0,9 8-16,1 1 15,-10 17 1,0 11-16,-10 8 16,-18-18-1,0-9-15,-10-10 16,-9-9-16,0-9 15,0-27 1,0-29-16,-18-36 16,-11-47-16,1 10 15,0 28 1,9 36-16,10 10 16,-1 18-1,10 18-15,-9 1 16,9 18-1,0 0-15,0 0 16,0 9-16,0 0 16,9 10-1,1-1 1,9 1-16,18-10 16,1 0-16,-1-9 15,1 9 1,9 10-16,0 9 15,0 18-15,-19 9 16,-9 10 0,-9-10-16,-10 0 15,-10-18 1,10-37-16</inkml:trace>
  <inkml:trace contextRef="#ctx0" brushRef="#br0" timeOffset="25194.9">3707 3987 0,'0'0'0,"0"0"16,9 19-16,19 27 16,0 9-1,19 37 1,19 38 0,19-1-16,0-28 15,-20-17-15,-18-20 16,-9-18-16,-19-18 15,-10-10 1,1-8-16,-10-10 16,0 0-1</inkml:trace>
  <inkml:trace contextRef="#ctx0" brushRef="#br0" timeOffset="25552.73">3688 4283 0,'0'0'0,"0"0"0,0 0 16,0 0-1,9-10-15,10 1 16,9-9-16,10-10 16,-1 0-1,20 1 1,9 17-16,18 20 15,-18 8-15,0 10 16,-9 9 0,-1 9-1,-9 0-15,-9 9 16,-20 1-16,-8-10 16,-1 0-16,-9 0 15,0-9 1,0-9-16,-9-10 15,9-9 1,0-9-16</inkml:trace>
  <inkml:trace contextRef="#ctx0" brushRef="#br0" timeOffset="25846.24">4525 3941 0,'0'0'0,"0"0"15,0 0-15,0 0 16,9 0-1,10 9-15,0 10 16,9-1-16,0 10 16,1-10-1,-29-18-15</inkml:trace>
  <inkml:trace contextRef="#ctx0" brushRef="#br0" timeOffset="26012.63">4318 3443 0,'0'0'0,"0"0"15,0 0-15,0 0 16</inkml:trace>
  <inkml:trace contextRef="#ctx0" brushRef="#br0" timeOffset="26729.45">4967 3489 0,'0'0'0,"0"0"0,0 0 15,0 0 1,-9 0-16,-1 0 16,-9 0-16,1 9 15,-1 0 1,0 10-1,0 8-15,10 10 16,-1 9-16,10-9 16,0 10-1,10-1-15,-1-9 16,10-10-16,0-8 16,0-10-1,-1 0-15,1-9 16,0-9-1,0 0-15,0-10 16,0-18 0,-10 0-16,0-9 15,1 19-15,-1-1 16,-9 9 0,0 10-16,10 0 15,-1 0 1,-9 9-16,9 0 15,10 9-15,0 0 16,9 0 0,0-9-16,1 0 15,8-18-15,-37 18 16</inkml:trace>
  <inkml:trace contextRef="#ctx0" brushRef="#br0" timeOffset="27299.7">5437 3258 0,'0'0'0,"0"-9"0,0-10 15,0 1 1,-9-1-16,0 1 16,-1 9-16,-9 0 15,1-1 1,-1 1-16,9 9 16,-8 0-1,-1 9-15,0 19 16,0 0-1,10 9-15,-1 9 16,10 0-16,10-9 16,-1-19-1,1 1-15,-1-10 16,-9-9 0,0 0-16,9-9 15,1-10-15,-1-8 16,-9-29-1,0 1-15,0 18 16,0 9 0,0 10-16,0 9 15,0-1 1,0 10-16,0 0 16,10 19-16,27 18 15,20 18 1,-1 0-16,1 1 15,-1-1 1,0 1 0,-9 8-16,-9-18 15,-10 0-15,-9-9 16,-9-9-16,-1 9 16,-9 0-1,-9 0 1,-10 0-16,0 0 15,-9-10-15,28-27 16</inkml:trace>
  <inkml:trace contextRef="#ctx0" brushRef="#br0" timeOffset="27748.08">5503 3073 0,'0'0'0,"0"-9"0,10-9 15,9 9 1,-1-1-16,11 1 16,8 9-1,1 9-15,28 28 16,-10 0-16,-9-9 16,-9-10-1,-19-8-15,-1-1 16,-8-9-16,-10 0 15,0 0 1,0-37 0,-19-19-16,0-8 15,0-1-15,10 19 16,9 9 0,9 0-16,-9 37 15</inkml:trace>
  <inkml:trace contextRef="#ctx0" brushRef="#br0" timeOffset="28396.13">6115 2510 0,'0'0'0,"0"0"15,0 0 1,0 0-16,-10 0 16,1 0-1,-10 0-15,0 10 16,-9 8-16,0 1 15,9 8 1,0 10-16,10 9 16,9 1-1,0-11-15,9 1 16,10 0-16,0-9 16,0-10-1,0-8 1,-10-1-16,0-9 15,1 0-15,-1 0 16,1-9 0,-1-1-16,0-17 15,-9-29 1,-9-8-16,0 18 16,9 9-16,0 9 15,0 10 1,0 8-16,0 1 15,0 9 1,0 0-16,0 0 16,18 9-1,1 10 1,9 8-16,10 1 0,-10-9 16,-9-10-1,0 0-15,-19-9 16</inkml:trace>
  <inkml:trace contextRef="#ctx0" brushRef="#br0" timeOffset="29059.9">6247 2261 0,'0'0'0,"0"0"16,0 0-16,0 0 15,0 0-15,0 0 16,9 9-1,10 10-15,9 9 16,10 9 0,-1-1-16,-9-8 15,1 0-15,-11 0 32,1-19-32,-9 0 0,-1 0 15,1 0 1,-10-9-16,0 0 15,0-9 1,0-9-16,-10-28 16,-9-19-16,10 0 15,-1 10 1,10 18-16,0 9 16,0 10-1,0 9-15,10 0 16,-1 9-16,10 9 15,9 9 1,1 10-16,-1 0 16,0-1-1,-9-8-15,0-10 16,-10 0 0,0-9-16,-9 0 15,10-9-15,-1-10 16,-9-17-1,0-11-15,0 1 16,0 0 0,0 0-16,10 18 15,-10 1-15,9 8 16,0 10 0,20 9-16,18 9 15,0 0 1,0 1-16,9-10 15,-56 0 1</inkml:trace>
  <inkml:trace contextRef="#ctx0" brushRef="#br0" timeOffset="29847.7">4591 3950 0,'0'0'0,"0"0"16,0 0-16,0 0 16,0 0-1,0-9-15,0 9 16,0 0 0,0 0-16,9 19 15,29 27-15,-1 0 16,-8-9-1,-1 0-15,-9-10 16,-10-8 0,1-1-16,-1-9 15,-9-9-15</inkml:trace>
  <inkml:trace contextRef="#ctx0" brushRef="#br0" timeOffset="30614.69">4393 4606 0,'0'0'0,"0"0"16,0 0 0,0 0-16,0 9 15,-9 0-15,-1 10 16,-8 17-1,-11 11-15,-18 8 16,0 0 0,0-9-16,10-9 15,8-18-15,11-1 16,18-18 0</inkml:trace>
  <inkml:trace contextRef="#ctx0" brushRef="#br0" timeOffset="31528.05">2164 8362 0,'0'0'0,"-19"28"16,0-1-16,0 1 16,10-9-1,9-19-15,0 0 16,0 0 0,9-10-16,10-27 15,38-46 1,27-9-16,10-37 15,0-10-15,10 10 16,37-46 0,-9 18-16,-10 9 15,38-46 1,-28 47-16,-1-29 16,20-8-1,-10 36-15,-19-27 16,0 18-16,20 9 15,-11-36 1,-27 36-16,56-37 16,0 1-1,-57 64-15,57-56 16,-19 29-16,-28 27 16,9-28-1,29-18-15,-38 27 16,0-17-1,9 8-15,0 28 16,-9-9-16,-19 9 16,0 0-1,0 18 1,19-18-16,-9-18 16,-20 36-16,20 1 15,9-28 1,-10 9-16,-28 27 15,10 10-15,0 0 16,9-9 0,-9 9-16,-20 18 15,-8 10 1,9 9-16,-10 9 16,-9 9-1,-19 10-15,1 8 16,-29 10-16</inkml:trace>
  <inkml:trace contextRef="#ctx0" brushRef="#br0" timeOffset="37551.33">14469 2704 0,'0'0'0,"0"0"0,0 0 16,0 0-16,0 0 15,0 0 1,0 0-16,0 0 16,0 0-1,9 0-15,0 0 16,10 0-16,0 0 15,9 0 1,0-9-16,1 0 16,8 0-1,1 9-15,18 0 16,1-10 0,9 1-16,-10 0 15,-9 0-15,10-1 16,-10 1-1,19 0-15,-1 0 16,11 0 0,-11-1-16,-8 1 15,-1 0-15,1 9 16,9-9 0,9-1-16,0 1 15,0 0 1,-9 0-1,-9-1-15,9 1 0,9 0 16,19 0 0,-19 0-16,-9-1 15,0 1 1,-10 0-16,20 0 16,-1-1-1,0 1-15,0 0 16,-18 0-1,18-1-15,10 1 16,9 0-16,0 0 16,-19 0-16,-9-1 15,9-8 1,1 9-16,-1-1 16,9-8-1,-8 9 1,-10-1-16,9-8 15,19 9-15,0-10 16,-19 1 0,-9 9-16,-9-10 15,8 10 1,11 0-16,-1 0 16,-9-1-16,9 1 15,-19 0 1,-9 0-16,10-1 15,-1 1 1,-9 0-16,10 0 16,-10 9-16,0-10 15,-9 10 1,-1-9-16,-9 9 16,-9 0-1,0 0-15,0 0 16,0 0-16,-1 0 15,-18 0 1</inkml:trace>
  <inkml:trace contextRef="#ctx0" brushRef="#br0" timeOffset="48966.6">14798 5612 0,'0'0'0,"0"0"0,0 0 0,0 0 16,0 0-16,0 0 16,0 0-1,0 0-15,0 0 16,0 0-1,0 0-15,9 0 16,10 0-16,9 0 16,10 0-1,0 0-15,9 0 16,0-10 0,9 10-16,10-9 15,9 0 1,10 0-16,-10-1 15,-9 1 1,19-9-16,28-1 16,-19 10-1,-10 0-15,1 0 16,9-10-16,9 10 16,-8 0-1,-1-10-15,-19 10 16,19-9-1,9-1-15,-18 1 16,-10 8 0,1 1-16,8-9 15,20-1-15,-10 1 16,-9-1 0,-10 10-16,-9-9 15,9 8-15,0 1 16,10 0-1,-19 0-15,-10 0 16,10-1 0,0 1-16,0 0 15,0 0-15,-1-1 16,1 1 0,-19 9-16,0 0 15,0-9 1,10 9-16,-1-9 15,-9-1 1,0 10-16,-9-9 16,0 0-16,-10 9 15,0 0 1,0 0-16,0 0 16,1-9-1,-11 9-15,1 0 16,-9 0-1,-1 0-15,10 0 16,0 0-16,9-9 16,0-1-1,0 10-15,1 0 16,-11 0 0,11 0-16,-1 0 15,0 0-15,0 0 16,1 0-1,-1 0-15,-9 0 16,-10 0 0,0 0-16,1 0 15,-10 0 1</inkml:trace>
  <inkml:trace contextRef="#ctx0" brushRef="#br0" timeOffset="57740.04">14817 3553 0,'0'0'16,"0"0"-16,0 0 0,0 0 16,0 0-16,0 0 15,0 0 1,0-9-16,0 0 16,0 0-16,0-10 15,0 1 1,0-1-1,0 1-15,9-1 16,0 1-16,1 9 16,-1 0-16,1-1 15,-1 1 1,1 0-16,-1 0 16,0-1-1,1 10-15,-1 0 16,1 0-16,-1 0 15,0 0 1,10 10-16,-9-10 16,8 9-16,-8-9 15,-1 0 1,1 0-16,-1 0 16,0 0-1,10 0 1,0 0-16,0 0 15,0 0-15,0-9 16,-1-1 0,1 1-16,-9 9 15,8-9-15,-8 9 16,9-9 0,-10-1-16,10 1 15,-10 0 1,1 0-16,-1 0 15,0-1-15,-9 10 16,0 0 0,0-9-16,0 9 15,0 0 1,0 0-16,0 0 16</inkml:trace>
  <inkml:trace contextRef="#ctx0" brushRef="#br0" timeOffset="58225">15569 3073 0,'0'0'0,"0"0"15,0 0-15,0 0 16,0 0 0,0 0-16,0 10 15,0 17 1,10 10-16,-1 0 16,0 0-1,1-9-15,-10 0 16,9-1-16,1-8 15,-1-1 1,1 10 0,-1-10-16,0 1 15,-9-19-15</inkml:trace>
  <inkml:trace contextRef="#ctx0" brushRef="#br0" timeOffset="58512.73">15597 2907 0,'0'0'0,"0"0"16,0 0-16,0 0 16,0 0-16,0 0 15</inkml:trace>
  <inkml:trace contextRef="#ctx0" brushRef="#br0" timeOffset="59211.38">16030 2981 0,'0'0'0,"0"0"16,0 0-1,0 0-15,0 0 16,0 0-1,0 0-15,0 0 16,0 0 0,0 0-16</inkml:trace>
  <inkml:trace contextRef="#ctx0" brushRef="#br0" timeOffset="59492.15">16021 3397 0,'0'0'0,"0"0"0,0 0 15,0 0 1,0 0-16,0 0 16</inkml:trace>
  <inkml:trace contextRef="#ctx0" brushRef="#br0" timeOffset="60041.86">16463 3000 0,'0'0'0,"0"0"16,0 0-1,0 0 1,0 0-16,0 9 15,0 19-15,9 8 16,1 1-16,-1 0 16,-9 0-1,0 0 1,0-9-16,0-10 16,0 1-16,0-10 15,0 0 1,10 0-16,-1 1 15,-9-10-15</inkml:trace>
  <inkml:trace contextRef="#ctx0" brushRef="#br0" timeOffset="60364.17">16416 2843 0,'0'0'0,"0"0"16,0 0-16,0 0 15,0 0 1</inkml:trace>
  <inkml:trace contextRef="#ctx0" brushRef="#br0" timeOffset="61311.64">16698 3009 0,'0'0'0,"0"0"0,0 0 15,0 0 1,10 0-16,-1 0 16,0 0-1,1 0-15,-1 9 16,10 10-16,-10 8 16,1 1-1,-1 0-15,1-10 16,-1 1-1,0-10-15,-9-9 16,0 0 0,0 0-16,10-9 15,-1-10 1,1 1-16,-1-1 16,0 1-1,1 8-15,-10 10 16,0 0-16,9 10 15,1 8-15,-1 1 16,1-1 0,-1 1-1,0-10-15,10 0 16,0-9-16,0 0 16,9-9-1,0-19-15,0 0 16,10-18-16,-10 0 15,1 0 1,-11-28-16,-8 10 16,-1-10-1,-9 18-15,0 10 16,-9 18-16,-1 10 16,10 0-1,0 8-15,0 10 16,0 0-1,0 0-15,0 10 16,0 17 0,19 29-16,0 8 15,0 1 1,0-10-16,9 19 16,0-9-16,0-10 15,0-9 1,1-9-16,-1-18 15,-9-1 1,9-9-16,-28-9 16</inkml:trace>
  <inkml:trace contextRef="#ctx0" brushRef="#br0" timeOffset="61653.3">17103 2953 0,'0'0'0,"0"0"15,0 0-15,9 0 16,19-9 0,10 0-16,18-9 15,10-1 1,-66 19-16</inkml:trace>
  <inkml:trace contextRef="#ctx0" brushRef="#br0" timeOffset="62774.74">14958 4486 0,'0'0'0,"0"0"16,0 0-16,0 0 16,0 0-1,0 0-15,0 0 16,0 0-1,0-10-15,0 1 16,0-9-16,9-1 16,1-8-1,-1-1 1,10 0-16,0 0 16,-10 10-16,10 0 15,-10-1 1,10 10-16,-10 0 15,1 9-15,9 0 16,0 0 0,-1 9-16,11 0 15,8 0 1,-9 10-16,1-1 16,-1-9-1,-9 1-15,9-10 16,0 0-16,0-10 15,1 1 1,-1-9-16,-9-1 16,-1 1-1,1-1-15,0 1 16,-10-1 0,1 1-16,-1 9 15,1 0 1,-10 9-16</inkml:trace>
  <inkml:trace contextRef="#ctx0" brushRef="#br0" timeOffset="63378.38">15889 4199 0,'0'0'0,"0"0"0,0 0 15,0 0 1,0 0-16,0 0 15,0 0 1,0 0-16,0-9 16,0-9-16,10-1 15,-1-8 1,0-1-16,1 10 16,-1-1-1,1 10-15,-10 0 16,0 9-1,0 0-15,9 9 16,0 19-16,1 8 16,-1 29-1,1 18-15,-1 0 16,-9 0 0,-9-18-1,-1-10-15,-9-9 16,1-9-16,-20 9 15,-9-9 1,0-9-16,0-10 16,9-8-16,1-1 15,8-9 1,11 0-16,8 0 16,10 0-1</inkml:trace>
  <inkml:trace contextRef="#ctx0" brushRef="#br0" timeOffset="63677.03">16011 3821 0,'0'0'0,"0"0"15,0 0-15</inkml:trace>
  <inkml:trace contextRef="#ctx0" brushRef="#br0" timeOffset="64174.88">16312 3950 0,'0'0'0,"0"0"15,0 0 1,0 0-16,10 10 15,-10-10-15</inkml:trace>
  <inkml:trace contextRef="#ctx0" brushRef="#br0" timeOffset="64534.19">16350 4255 0,'0'0'0,"0"0"0,0 0 15</inkml:trace>
  <inkml:trace contextRef="#ctx0" brushRef="#br0" timeOffset="65974.72">16858 3803 0,'0'0'0,"0"0"0,0 0 16,0 0-1,0 0-15,0 0 16,0 0 0,0 0-16,0 0 15,0 9-15,0 9 16,0 10 0,0 9-16,0 0 15,0 0 1,0 0-16,0-10 15,0 1 1,0-9-16,0-1 16,0-9-1,0 0-15,0-9 16</inkml:trace>
  <inkml:trace contextRef="#ctx0" brushRef="#br0" timeOffset="66230.78">16773 3516 0,'0'0'0,"0"0"15,0 0-15,0 0 16,0 0 0,0 0-16,0 0 15,0 0-15,0 0 16</inkml:trace>
  <inkml:trace contextRef="#ctx0" brushRef="#br0" timeOffset="67141.3">17027 3729 0,'0'0'0,"0"0"16,0 0-1,10 9-15,-1 9 16,1 1-16,-1 9 16,0 9-1,1-10 1,-1-8-16,-9-10 16,0 0-16,0-9 15,0 0 1,10-9-16,8-10 15,1-8-15,0-1 16,0 0 0,0 19-16,-10 0 15,1 9 1,-1 0-16,0 9 16,10 0-1,0 1-15,0 8 16,0-9-1,-10 1-15,10-1 16,0-9-16,-1-9 16,1-1-1,10-8-15,-1-10 16,0-18 0,0-9-16,-9-10 15,-10 0-15,-9 10 16,0 9-1,-9 0-15,0 9 16,-1 9 0,1 10-16,-1-1 15,10 10 1,0 9-16,0 0 16,0 0-16,0 9 15,0 19 1,10 18-16,9 19 15,18 18-15,-9-19 16,10-8 0,-10-1-16,1-9 15,-11-9 1,1-9-16,0 0 16,0-19-16,0 0 15,-19-9 1</inkml:trace>
  <inkml:trace contextRef="#ctx0" brushRef="#br0" timeOffset="67580.3">17432 3646 0,'0'0'0,"0"0"0,0 0 16,0 0 0,0 0-16,0 0 15,0 0 1,9-10-16,20 1 16,18-9-16,9-10 15,0 10 1,-8-1-16,-11 10 15,-9 0 1,-9 9-16,-9 0 16,-10 0-1</inkml:trace>
  <inkml:trace contextRef="#ctx0" brushRef="#br0" timeOffset="70359.69">2305 10106 0,'0'0'0,"0"0"16,0 0-16,0 0 16,0 0-1,0 0-15,0 0 16,0 0-1,0 0-15,0-9 16,-10-9-16,10-19 16,0 0-1,10-9-15,-1-10 16,10-8 0,0 18-16,-10 9 15,1 9-15,-1 0 16,0 10-1,1-1-15,-1 10 16,10 0-16,0 9 16,9 0-1,0 9-15,1 10 16,8-1 0,1 10-16,-1 0 15,1-1 1,0 1-16,-10-10 15,0 1-15,0-10 16,-9 0 0,0 0-16,0-9 15,0 0 1,-1 0-16,1 0 16,0 0-16,0-9 15,9-9 1,10-19-16,-10 0 15,0 0 1,-9 9 0,0 1-16,-10-1 15,1 10 1,-1-1-16,0-9 16,1 1-16,-10-1 15,0 10 1,0-1-16,0 10 15,0 0-15,0-1 16,0 10 0,0 0-16,0 0 15,0 0-15,9 0 16,-9 0 0</inkml:trace>
  <inkml:trace contextRef="#ctx0" brushRef="#br0" timeOffset="73111.07">3678 9387 0,'0'0'0,"0"0"0,0 0 15,0 0-15,0 0 16,0 0-1,0 0-15,0 0 16,0 0-16,10-10 16,9-8-1,9-10-15,0 0 16,10 1-16,-1-1 16,1 0-1,9-8-15,9-1 16,10 9-1,-9 0 1,-10 1-16,0-10 16,-10 0-16,10-9 15,-9 9-15,0 9 16,-10 0 0,0 10-16,-9-1 15,-10 10 1,1 0-16,-1 0 15,1-1 1,-10 10-16,9-9 16,-9 9-16,0 0 15,0 0 1,0 0-16</inkml:trace>
  <inkml:trace contextRef="#ctx0" brushRef="#br0" timeOffset="73721.33">4356 8602 0,'0'0'0,"0"0"16,0 0 0,0 0-16,0 0 15,0 0 1,0 0-16,0 0 15,0 0 1,0 0-16,0 0 16,0 0-1,9 0-15,0 0 16,20 0-16,-1 0 16,0 0-16,0 0 15,-9 0 1,0 0-16,0 0 15,-10 0 1,1 0-16,-1 0 16,-9 0-1,9 9-15,1 0 16,-1 1 0,1 17-16,-1 20 15,-9 17-15,0 1 16,-9-19-1,-1-9-15,1-9 16,-1-1 0,10-18-16,0 1 15,0-1-15,0-9 16</inkml:trace>
  <inkml:trace contextRef="#ctx0" brushRef="#br0" timeOffset="75561.6">4882 8261 0,'0'0'0,"0"0"16,0 0-16,0 0 16,0 0-16,0 0 15,0 0 1,0 0-16,0 0 16,0 0-1,0 0-15,0 0 16,0 0-16,0 0 15,0 0 1,0 0-16,0 0 16,0 0-1,0 0-15,0 0 16,0 0 0,0 0-16,0 0 15,0 0-15,0 0 16,0 0-1,0 0-15,10 18 16,27 56 0,20 46-16,-1 0 15,1 0-15,-20-28 16,-18-27 0,0-19-16,-10-18 15,1-10 1,-1 0-16,1-8 15,-10-10 1,0 0-16</inkml:trace>
  <inkml:trace contextRef="#ctx0" brushRef="#br0" timeOffset="76128.07">4920 8187 0,'0'0'0,"0"0"0,0 0 16,0 0 0,0 0-16,9-10 15,1 1 1,-1-9-16,10-10 16,9 0-16,1 1 15,8-1 1,-9 10-16,-9 18 15,0 9 1,0 0-16,0 19 16,-1-1-1,1 10-15,-9 0 16,-1 9 0,-9 1-16,0-1 15,-9 0-15,-1-9 16,1-10-1,-1 1-15,1-9 16,9-19-16,0 0 16,0 0-1,0 0-15,0 0 16,9 0 0,10-10-16,-19 10 15</inkml:trace>
  <inkml:trace contextRef="#ctx0" brushRef="#br0" timeOffset="76734.6">5607 7688 0,'0'0'0,"0"0"0,0 0 16,-10 0 0,-8 10-1,-1-1-15,-19 9 16,10 1-1,0 8-15,9 1 16,0 9 0,10 0-16,9 9 15,9 9-15,10-8 16,0-20-16,0-8 16,-1-10-1,-8 0-15,9 0 16,-10-9-1,10-9-15,0 0 16,-1-28 0,1-9-16,-9 0 15,-1 9-15,0 0 16,-9 9 0,0 10-16,0 9 15,0-1 1,0 1-16,0 9 15,0 0-15,10 0 16,-1 0 0,19 9-16,1 1 15,8-1 1,-37-9-16</inkml:trace>
  <inkml:trace contextRef="#ctx0" brushRef="#br0" timeOffset="77481.49">6058 7338 0,'0'0'0,"0"0"15,0 0-15,0 0 16,0 0-16,0 0 15,0 0 1,-9 0 0,-10-10-16,0 1 15,1 9-15,-1 0 16,0 0 0,0 9-16,0 10 15,10 36 1,9 37-16,19 1 15,9-29 1,0-27-16,0-9 16,-9-10-16,0-8 15,0-10 1,9 0-16,0-10 16,10-26-1,-10-11-15,-9-26 16,-10-20-16,-9-27 15,-19-46 1,-9 37-16,-9-10 16,8 29-1,1 36 1,9 18-16,10 29 16,0 8-16,9 19 15,0 0-15,9 37 16,10 37-1,28 46-15,0 9 16,-10-36-16,1-38 16,0-9-1,-10-18-15,-9-10 16,0-8 0,-10-1-16,0-9 15,-9 0 1,10-9-16,-1-38 15,1-26-15,-10 17 16,0 19 0,9 0-1,0 19-15,-9 18 16</inkml:trace>
  <inkml:trace contextRef="#ctx0" brushRef="#br0" timeOffset="77782.77">6510 7042 0,'0'0'0,"0"0"0,0 0 16,9 0 0,1 0-16,18 9 15,0 1-15,10-1 16,-1 0 0,-8 0-16,8-9 15,-37 0 1</inkml:trace>
  <inkml:trace contextRef="#ctx0" brushRef="#br0" timeOffset="79121.28">6905 6461 0,'0'0'0,"0"0"0,0 0 15,-9 9-15,-10 0 16,0 0-16,-9 10 16,0-1-1,9 10-15,0 27 16,10-8-1,-1 8-15,10-9 16,10-9 0,-1-9-16,10-10 15,0 1-15,-1-10 16,1-9 0,-9 0-16,-1 0 15,0-9-15,1-10 16,-1-18-1,1 0-15,-1 0 16,-9 10 0,0-1-16,0 10 15,0 8 1,0 10-16,0 0 16,0 0-16,0 0 15,9 10 1,10-1-16,0 0 15,0-9 1,9 0-16,10-9 16,-1-19-16,10-9 15,-9-9 1,-19 9-16,0-9 16,-10 0-1,0 0-15,1 9 16,-1 0-1,-9 0-15,0 9 16,-9 1 0,-1 8-16,1 10 15,0 0-15,-1 9 16,-9 9 0,1 19-16,-1 18 15,9 0 1,1 0-16,9 0 15,9-18-15,-9-19 16,10 0 0,-1 1-16,1-10 15,-1 0 1,0-10-16,10 1 16,0-9-16,0-1 15,0 10 1,0 0-16,-1 9 15,11 9 1,-1 9-16,9 10 16,1 18-1,0 19-15,-10-1 16,-9-8 0,-10-10-16,-9 0 15,0-9-15,-9-9 16,9-19-1,0-9 1,0 0-16,0 0 16,0 0-16,0 0 15,0-19-15,9-27 16,1-18 0,8-10-16,-8 0 15,-1 0 1,1-27-16,-10 8 15,0 10-15,0 28 16,-10 9 0,1 0-16,-1 9 15,1 18 1,0 10-16,9 9 16,-10 0-1,1 9-15,-1 10 16,1 8-1,9 20-15,9-11 16,1-8-16,18 0 16,10-10-1,-1-8-15,10-10 16,-9-10-16,9-8 16,-47 18-1</inkml:trace>
  <inkml:trace contextRef="#ctx0" brushRef="#br0" timeOffset="79422.39">7921 5889 0,'0'0'0,"0"0"16,0 0-16,0 0 15,0 0-15,0 0 16,0 0 0,9-10-16,1-8 15,-1-10 1,1 0-16,8 1 15,-18 27 1</inkml:trace>
  <inkml:trace contextRef="#ctx0" brushRef="#br0" timeOffset="80345.56">7987 5196 0,'0'0'0,"0"0"0,0 0 16,0 0-1,0 0-15,0 0 16,9 19 0,10 8-16,9 20 15,10 17 1,0-8-16,-1-1 15,1-9-15,-10-9 16,0-19 0,-9 1-1,0-1-15,0-8 0,0-1 16,-1-9 0,1 0-16,0 0 15,-10 0 1,10-9-16,0-1 15,-10 1 1,1-9-16,-1-10 16,1-9-16,-10-18 15,0-1 1,0 1-16,-10 18 16,1 0-1,-1 19-15,1-1 16,0 10-1,-1 0-15,10 9 16,-9 0 0,-1 9-16,1 0 15,9 10-15,0 18 16,0 0 0,9-10-16,10-8 15,0-1 1,0-9-16,0 1 15,-1-10-15,1-10 16,0-8 0,-9-1-16,-1-17 15,0-1 1,-9 0-16,0 9 16,0 10-16,0-1 15,0 10 1,0 9-16,0 0 15,10 0 1,9 9-16,9 0 16,0 1-16,-9-10 15,0 0 1,-1 0-16,1 0 16,0-10-1,-10 1-15,1 0 16,-1-10-16,1 1 15,-1-10 1,1 1-16,-1-10 16,0 0-1,-9 37-15</inkml:trace>
  <inkml:trace contextRef="#ctx0" brushRef="#br0" timeOffset="81046.44">8993 5039 0,'0'0'0,"0"0"15,0 0 1,0 0-16,0 0 15,0 0 1,-9-9-16,0 0 16,-1-10-16,1-8 15,-1 8 1,1 1 0,0 9-16,-1-1 15,10 10-15,-9 0 16,-1 19-1,1 9-15,0 8 16,9-8-16,0 0 16,9-10-1,0-8-15,10-1 16,9 0 0,10-18-16,0-10 15,-1-18 1,-8-18-16,-20-10 15,-9-18-15,-9-9 16,-29-46 0,10 18-16,-1 37 15,1 18-15,0 19 16,9 9 0,10 18-1,-1 10-15,1 9 16,9 0-16,-9 9 15,-1 10 1,10 27-16,19 37 16,9 0-1,10 0-15,18-18 16,1-1-16,-1-17 16,-9-20-1,10-18-15,56-9 16,-113 0-16</inkml:trace>
  <inkml:trace contextRef="#ctx0" brushRef="#br0" timeOffset="81696.28">5682 9174 0,'0'0'0,"0"0"16,9 28-1,20 27-15,27 38 16,19 8 0,-9 19-16,0 9 15,-28-46 1,-10-27-16,-9-19 15,-10-10-15,1-8 16,-10-19 0</inkml:trace>
  <inkml:trace contextRef="#ctx0" brushRef="#br0" timeOffset="82081.92">5673 9451 0,'0'0'0,"0"0"0,9-28 15,10-8 1,9-11 0,19-8-16,0 9 15,-9 18-15,-1 10 16,-8-1-1,-11 10-15,1 9 16,-9 0 0,9 9-16,-1 19 15,-8 9-15,-1 9 16,-9 0 0,0-9-16,0-9 15,0-10-15,0-9 16,0 1-1,0-10-15,0 0 16,0 0 0,0 0-16</inkml:trace>
  <inkml:trace contextRef="#ctx0" brushRef="#br0" timeOffset="82546.64">6199 8916 0,'0'0'0,"0"0"0,0 0 15,0 0-15,0 0 16,0 9-16,10 10 15,-1-1 1,1 0-16,-1 1 16,1-10-1,-1 0 1,0 1-16,1-10 0,-1 0 16,1-10-1,-1 1 1,0-9-16,1-1 15,-10 1-15,0 9 16,0-1 0,0 1-16,0 9 15,9 0-15,10 9 16,9 1 0,10 8-16,-10-9 15,0 0 1,-9-9-1,0 0-15,-19 0 16</inkml:trace>
  <inkml:trace contextRef="#ctx0" brushRef="#br0" timeOffset="83016.72">6416 8297 0,'0'0'0,"0"0"15,9 10-15,10 36 16,19 37 0,-10-9-16,10-19 15,-10-9-15,-9-9 16,-10-18-1,0-1 1,1-9-16,-10-9 16,0 0-16,0 0 15,0-18-15,9-1 16,1-8 0,-1 8-16,0 10 15,-9 9 1,10 0-16,-1 0 15,1 9 1,-1 0-16,-9 1 16,0 8-16,0 10 31,-9 0-31,-10-1 0,0 1 16,10-10-1,-1-8-15,10-10 16</inkml:trace>
  <inkml:trace contextRef="#ctx0" brushRef="#br0" timeOffset="83611.89">6557 8039 0,'0'0'0,"0"0"16,0 0-16,0 0 15,9 9 1,1 10-16,-1 8 16,10 10-16,0 9 15,9 1 1,10 8-16,-10-9 15,0-9 1,0-9-16,1-1 16,-1-17-1,0-1-15,-9-9 16,0 0-16,-1-9 16,11-10-1,-11 1-15,1-1 16,-9 1-16,-1-1 15,1 1 1,-10-1-16,0-8 16,-10-10-1,10 9-15,0 10 16,0-1 0,0 10-16,0 0 15,0 0-15,0 9 16,0 0-1,0 0-15,19 9 16,0 0 0,18 0-16,1 0 15,0 1 1,9-10-16,-47 0 16</inkml:trace>
  <inkml:trace contextRef="#ctx0" brushRef="#br0" timeOffset="83815.72">7009 7522 0,'0'0'0,"0"0"0,0 0 16,0 9-1,9 10-15,-9-19 16</inkml:trace>
  <inkml:trace contextRef="#ctx0" brushRef="#br0" timeOffset="84177.51">7441 7762 0,'0'0'0,"0"0"0,0 0 16,0 0 0,0 0-16,-9-9 15,-1-10 1,-8 1-1,-1-10-15,0 19 0,0 0 16,0 9 0,10 0-16,-10 18 15,0 28 1,10 47-16,18-1 16,10-37-1,9-8-15,10-11 16,0-17-16,46-28 15,-84 9 1</inkml:trace>
  <inkml:trace contextRef="#ctx0" brushRef="#br0" timeOffset="90545.03">2596 11925 0,'0'0'0,"0"0"0,-9 9 0,-10 9 16,-9 29-1,0 17-15,0 38 16,9 18 0,19-10-16,0-36 15,9-18 1,1-19-16,-1-10 15,0-8-15,1-10 16,-1-9 0,1 0-1,8-9-15,11-28 16,8-28-16,-9-18 16,-18 9-16,-1-9 15,-18-37 1,-10-9-16,-9 27 15,0 19 1,-1 0-16,1 10 16,0 17-1,0 19-15,9 10 16,0 8-16,10 10 16,-1 9-1,1 9-15,-1 19 16,10 18-1,10 28-15,9 9 16,9 0 0,0 0-16,10-18 15,-1-10-15,10-9 16,0-9 0,10-9-16,-10-10 15,-9-9 1,-1-9-16,-9-9 15,1-9-15,-1-10 16,0-27 0,0-1-16,-9 1 15,-9 9 1,-1 9-16,-9 0 16,0 9-16,-9 0 15,-1-8 1,1 8-16,-1 9 15,1 10 1,0 0-16,9 9 16,0 0-16,0 0 15,0 0 1,0 9-16,9 10 16,10 8-1,9 1-15,10 0 16,-1-1-16,1-17 15,-1-10 1,1-10-16,0-17 16,9-29-1,-10-64-15,-37 120 16,66-443 0,-75 416-16,-10-47 15,0-9-15,-18-28 16,-1 28-1,0 28-15,10 18 16,0 9 0,9 19-16,-9 9 15,9 9 1,0 19-16,10-1 16,-1 19-1,20 47-15,18 18 16,19-1-1,10-8-15,8 18 16,1 9-16,-9-37 16,-1-9-1,10 10-15,-19-10 16,0 9 0,-9-18-16,-20 0 15,-8-19-15,-10-9 16,0-18-1,0-28-15</inkml:trace>
  <inkml:trace contextRef="#ctx0" brushRef="#br0" timeOffset="91331.47">3255 11583 0,'0'0'0,"0"0"0,9-9 16,10-9-1,0-1-15,9-18 16,-9 0-16,0 0 15,0 0 1,-1-9-16,1 0 16,-9 9-1,-1 0-15,1 10 16,-10 8-16,0 10 16,0 0-1,0-1-15,0 10 16,0 0-1,0 0-15,0 0 16,0 0-16,0 0 16,0 0-1,0 10-15,0 8 16,0 10 0,0-1-16,9 10 15,0 0-15,1 0 16,-1-9-1,10 0-15,-10-10 16,1-9 0,-1-9-16,1 0 15,-1 0 1,0-9-16,1-9 16,-10-1-16,0-9 15,-10 1 1,1-1-16,9 0 15,0 10 1,0 9-16,0-1 16,0 1-1,0 9-15,0 0 16,0 0-16,19 9 16,9 1-1,0-1-15,0 0 16,1 0-1,-1-9-15,-9 0 16,0 0-16,-1-9 16,-18 9-1</inkml:trace>
  <inkml:trace contextRef="#ctx0" brushRef="#br0" timeOffset="92540.63">3772 10882 0,'0'0'0,"0"0"0,0 0 15,0 0 1,0 0-16,0 0 15,0 0 1,0 0-16,0 9 16,10 9-1,9 19-15,-1 0 16,1 0-16,0-9 16,0-10-1,0 1-15,-10-10 16,0 0-16,1 0 15,-1-9 1,-9 0-16,10 0 16,-1-9-1,-9-18-15,0-10 16,-9 0 0,-1 9-16,1 0 15,-1 10-15,10 9 16,0-1-1,0 10 1,0 0-16,0 0 16,0 0-16,10 10 15,9 8-15,9 1 16,0-1 0,0-9-16,1 1 15,-11-10 1,1 0-16,0-10 15,-10 1 1,1 0-16,-1-10 16,1 1-1,-10-10-15,0-9 16,-19-18-16,-9-19 16,-1 9-1,1 1-15,0 18 16,9 9-1,0 9-15,1 0 16,8 10-16,1 9 16,-1 0-1,10 9-15,0 0 16,0 0-16,0 0 16,0 0-1,0 0-15,10 0 16,-1 0-1,1 0-15,8 9 16,1 0 0,-9-9-16,-1 0 15,-9 0 1,0 0-16,0 0 16,0 0-16,0 0 15,0 0 1,0 0-16,0 0 15,0 0-15,0 0 16,0 0 0,9 0-16,1 9 15,-10-9 1,0 0-16,0 0 16,0 0-1,0 0-15,0 0 16,0 0-1,0 0-15,0 0 16,0 0-16,0 0 16,0 0-1,0 0-15,0 0 16,0 0 0,0 0-16,0 0 15,0 0-15,0 0 16,0 0-1,0 0 1</inkml:trace>
  <inkml:trace contextRef="#ctx0" brushRef="#br0" timeOffset="93511.33">3923 10365 0,'0'0'0,"0"0"16,0 0-16,0 0 15,0 0 1,0 0 0,0 0-16,0 0 15,0 0-15,0 0 16,0 0 0,0 9-16,19 28 15,18 37 1,1-10-16,9 1 15,0-10 1,-19-18-16,0-9 16,-9-9-1,0-10-15,0 0 16,0 0-16,0-9 16,9-9-1,-28 9-15</inkml:trace>
  <inkml:trace contextRef="#ctx0" brushRef="#br0" timeOffset="93910.04">4111 10033 0,'0'0'0,"0"0"16,0 0-16,9 9 15,1 19-15,9 8 16,18 29-1,-8-10 1,-1-8-16,9 8 16,-8-9-16,-1-9 15,9 9 1,-8-18-16,-1-10 16,0 1-16,-9-10 15,9-9 1,0-9-16,-28 9 15</inkml:trace>
  <inkml:trace contextRef="#ctx0" brushRef="#br0" timeOffset="94401.4">4205 10485 0,'0'0'0,"0"0"16,0 0-16,0 0 15,0 0-15,0 0 16,0 0 0,10-9-16,-1-1 15,0 1 1,1 0-16,9 0 15,-1-10-15,1-8 16,9-1 0,10-18-16,0 9 15,-10 9 1,-9 0-16,-10 10 16,1 9-16,-1 0 15,0-1 1,-9 10-1</inkml:trace>
  <inkml:trace contextRef="#ctx0" brushRef="#br0" timeOffset="94770.48">4205 9700 0,'0'0'0,"0"0"16,10 0 0,8 0-16,20 0 15,28 19 1,18 9-16,29 36 31,-19 19-31,-9 46 0,-28 1 16,-20-29-1,-9 1-15,-18 27 16,-10-18-16,-10-19 16,1-9-1,9 28-15,0-111 16</inkml:trace>
  <inkml:trace contextRef="#ctx0" brushRef="#br0" timeOffset="95595.03">2088 11712 0,'0'0'0,"0"0"0,0 10 15,-9 27 1,0 27-16,9 19 16,9 0-1,10 10 1,9 45-16,10-18 16,9-37-16,0-9 15,9-9 1,1 8-16,-1 1 15,1-9 1,-1-10-16,19-18 16,10-9-16,-19-19 15,0-9 1,18-28-16,-8 1 16,-1-19-1,-9 9-15,-10 0 16,-9 0-16,-9 9 15,-10 10-15,0-1 16,0 1 0,1 8-16,-29 10 15</inkml:trace>
  <inkml:trace contextRef="#ctx0" brushRef="#br0" timeOffset="118314.32">15061 6221 0,'0'0'0,"0"0"0,0 0 0,0-9 15,0-1 1,0 1-16,0-9 16,0 8-1,0 1-15,0 0 16,0 0-16,10-1 16,-1 1-1,0 0-15,1 0 16,-1 0-1,-9-1-15,0 10 16,10-9-16,-10 9 16,9-9-1,-9 9-15,0 0 16,10 0 0,-1 0-16,0 0 15,1 0-15,-1 0 16,1 9-1,-1 0-15,10 1 16,0-1 0,-10 0-16,10 0 15,0 0 1,-10 1-16,10-1 16,0 0-16,-10 0 15,0 1 1,10-1-1,-9-9-15,-1 0 16,10 9-16,-10-9 16,1 0-16,-1 0 15,1 0 1,-1 0 0,0-9-16,1 0 15,-1-1-15,1 1 16,-1-9-1,0 8-15,1 1 16,-1 0 0,-9 9-16</inkml:trace>
  <inkml:trace contextRef="#ctx0" brushRef="#br0" timeOffset="120319.05">15786 6082 0,'0'0'0,"0"0"0,0 0 15,0 0 1,0 0-16,0 0 15,0-9 1,0 0-16,0 0 16,-10-1-1,10 1-15,-9 0 16,-1 9-16,1 0 16,0 0-1,-1 0-15,1 0 16,-1 0-1,1 9-15,0 0 16,-1 10-16,1-1 16,9 1-1,0-1 1,9 10-16,1-10 16,-1 1-16,10 9 15,-10-10 1,1 10-16,-1-10 15,0 10-15,1-10 16,-10 1 0,0 8-16,-10-8 15,-8 9 1,-1-10-16,9-9 16,-8 10-1,8-10-15,1 0 16,-1 0-16,10-9 15,0 0 1,0 0-16,0 0 16</inkml:trace>
  <inkml:trace contextRef="#ctx0" brushRef="#br0" timeOffset="121164.87">15851 5685 0,'0'0'0,"0"0"0,0 0 15,0 0 1,0 0-16,0 0 15,0 0 1,0 19 0,0-1-16,0 19 15,10 9-15,-1 1 16,1-1-16,-1 18 16,-9 1-1,10-10-15,-10-9 16,9 1-1,-9-10-15,0-10 16,0-8-16,0-1 16,0-9-1,0 1 1,0-1-16,0-9 16,0 0-16,0 0 15,0 0 1,9-9-16,10-19 15,0-9-15,0 0 16,0 9 0,-10 10-16,0-1 15,1 10 1,-1 0-16,-9 9 16,0 0-1,10 0-15,-10 0 16,9 0-16,0 9 15,1 10 1,-1 8-16,1 1 16,-10 9-1,0-9-15,0-1 16,0-8 0,0-1-16,0-8 15,0-1-15,0-9 16,0 9-1,0-9-15</inkml:trace>
  <inkml:trace contextRef="#ctx0" brushRef="#br0" timeOffset="124774.38">16407 6073 0,'0'0'0,"0"0"15,0 0-15,0 0 16,0 0 0,-10 9-16,1 1 15,-1-1 1,1 9-16,-1 1 16,1 8-1,0-8-15,-1 9 16,10-1-16,0 1 15,0-10 1,0 10-16,10-9 16,-1 8-1,0-8 1,1-1-16,-1 1 16,1-10-16,-1 0 15,1 0 1,8 1-16,-8-10 15,9 0-15,-10 0 16,10 0 0,0 0-16,-1-10 15,1 1-15,0 0 16,-10 0 0,1-10-16,-1 1 15,1-1 1,-1 1-16,-9-1 15,0-18 1,0 10-16,0-1 16,-9 0-16,-1 1 15,1-1 1,-1 9 0,-8 1-16,-1 9 15,0 0-15,19 9 16</inkml:trace>
  <inkml:trace contextRef="#ctx0" brushRef="#br0" timeOffset="125982.76">16726 5925 0,'0'0'0,"0"0"0,0 0 15,0 0-15,0 0 16,0 0-1,0 0-15,0 0 16,0 0 0,0 0-16,0 0 15,0 10-15,0 8 16,0 10 0,0 0-16,0 8 15,10 1-15,-1 0 16,1 0-1,-1 0 1,0-9-16,1-1 16,-10-8-16,9-1 15,-9-8 1,10 8-16,-1-9 16,-9-9-1,0 0-15,0 0 16,0 0-16,9 0 15,1-9 1,-1 0-16,1-10 16,-1-8-1,0-1-15,1 0 16,-1 1-16,-9 8 16,0 10-1,0 0-15,0-1 16,0 10-16,0 0 15,0 0 1,0 0 0,0 10-16,10 8 15,-1 1-15,1-1 16,-1 1 0,10-10-16,-10 0 15,10 0-15,0-9 16,0 0-1,-10 0 1,10-9-16,0 0 16,-10 0-16,0-10 15,1 1 1,-1-1-16,-9 1 16,0-1-16,0 1 15,-9-1 1,-1 1-16,1-1 15,0 1 1,-1 0-16,1-1 16,-1 10-1,1 0-15,9 9 16,0 0-16</inkml:trace>
  <inkml:trace contextRef="#ctx0" brushRef="#br0" timeOffset="126428.79">17197 5861 0,'0'0'0,"0"0"0,0 0 16,0 0-16,9 9 15,1 10 1,-1-1-16,-9 0 16,9 10-16,-9 0 15,0-10 1,0 1 0,0-1-16,0-9 15,0 1-15,0-1 16,0 0-16,10 0 15,-10-9 1</inkml:trace>
  <inkml:trace contextRef="#ctx0" brushRef="#br0" timeOffset="126615.06">17150 5565 0,'0'0'0,"0"0"16,0 10-16,0-10 16</inkml:trace>
  <inkml:trace contextRef="#ctx0" brushRef="#br0" timeOffset="127234.87">17479 5796 0,'0'0'0,"0"0"16,0 9-16,0 1 15,0 8 1,0 10-16,9 9 16,1 0-1,-1 9-15,1 0 16,-1 9-16,-9-18 16,0 9-1,0 1-15,-9-11 16,-10 1-16,0-9 15,0 0 1,0-10-16,10 1 16,-10-10-1,0 0-15,19-9 16</inkml:trace>
  <inkml:trace contextRef="#ctx0" brushRef="#br0" timeOffset="127484.67">17526 5556 0,'0'0'0,"0"0"16,0 0-16,0 0 15,0 9 1,0-9-16</inkml:trace>
  <inkml:trace contextRef="#ctx0" brushRef="#br0" timeOffset="127966.73">17761 5685 0,'0'0'0,"0"0"16,0 0-16,0 0 16,0 10-1,0-10-15</inkml:trace>
  <inkml:trace contextRef="#ctx0" brushRef="#br0" timeOffset="128233.98">17742 6064 0,'0'0'0,"0"0"0,0 0 16,0 0-16</inkml:trace>
  <inkml:trace contextRef="#ctx0" brushRef="#br0" timeOffset="129002.92">18015 5658 0,'0'0'0,"0"0"16,0 0-16,0 0 15,0 0 1,0 9-16,10 19 15,-1-1 1,0 10-16,10-9 16,0 0-16,-10-10 15,1-9 1,-1 1-16,1-1 16,-1 0-1,0-9-15,-9 0 16,0 0-1,0 0 1,10 0-16,-1-9 0,1 0 16,-1-10-1,1-9-15,-1 1 16,0-1 0,1 10-16,-10 18 15</inkml:trace>
  <inkml:trace contextRef="#ctx0" brushRef="#br0" timeOffset="129627.8">18439 5602 0,'0'0'0,"0"0"0,0 0 16,0 0-1,-10 10-15,1-1 16,-1 0-1,1 10-15,-1-1 16,1 19-16,9 0 16,0 0-1,0-10-15,0 1 16,0-9 0,9-1-16,-9 1 15,10-10-15,-1 0 16,1 0-1,9 0-15,-10-9 16,10 0 0,0 0-16,-1 0 15,-8 0-15,9-9 16,-10 0 0,0 0-16,1 0 15,-10-1 1,0-8-16,0-1 15,0 1 1,-10-10-16,-8 1 16,-1-1-16,0 9 15,0 1 1,0 9-16,10 9 16,9 0-1</inkml:trace>
  <inkml:trace contextRef="#ctx0" brushRef="#br0" timeOffset="130032.84">18598 5556 0,'0'0'0,"0"0"16,0 0-16,0 0 15,0 0 1,0 0-16,0 0 15,10 9-15,-1 1 16,1 8 0,-1 10-16,0 0 15,-9-1 1,0-8-16,0 8 16,0-17-1,0-1-15,10 0 16,-10-9-1</inkml:trace>
  <inkml:trace contextRef="#ctx0" brushRef="#br0" timeOffset="130235.18">18561 5390 0,'0'0'0,"0"0"0,0 0 16</inkml:trace>
  <inkml:trace contextRef="#ctx0" brushRef="#br0" timeOffset="131143.04">18928 5529 0,'0'0'16,"0"0"-16,0 0 16,0 0-16,-10 0 15,-9 9-15,1 0 16,-1 9 0,0 1-1,0 9-15,0 9 16,10-1-16,0 1 15,-1 0 1,10-9 0,0-10-16,0-8 0,10-1 15,-10-9 1,9 0-16,10-9 16,0-10-1,-1-8-15,1-10 16,0 0-1,0-28-15,-10 0 16,1 1 0,-10 8-16,0 10 15,-10 9-15,1 10 16,-1 8 0,1 1-16,0 9 15,9-1 1,0 10-16,0 0 15,0 10-15,-10 17 16,1 19 0,9 1-16,9-1 15,19 9 1,10 0-16,19 1 16,-1-19-16,29 0 15,-85-37 1</inkml:trace>
  <inkml:trace contextRef="#ctx0" brushRef="#br0" timeOffset="134479.6">17733 6009 0,'0'0'0,"0"0"0,0 0 0,0 0 15,0 0 1,0 0-16,0 0 16,0 0-1,0 9-15,-9 9 16,-1 19 0,1 18-16,-1-8 15,10 8-15,0-9 16,10 0-1,-1-9-15,10-9 16,0 0 0,9-1-16,10 1 15,-38-28-15</inkml:trace>
  <inkml:trace contextRef="#ctx0" brushRef="#br0" timeOffset="135077.69">17912 5999 0,'0'0'0,"0"0"15,0 0-15,0 0 16,0 0 0,0 0-1,0 0-15,9 0 16,10 10-16,19 17 16,-10 19-16,9 28 15,-18 9 1,-9-9-1,-20-9-15,-18 18 16,-10 9-16,1-18 16,37-74-1</inkml:trace>
  <inkml:trace contextRef="#ctx0" brushRef="#br0" timeOffset="135684.14">18297 6101 0,'0'0'0,"0"0"15,0 0-15,0 0 16,10 9-1,-10-9-15</inkml:trace>
  <inkml:trace contextRef="#ctx0" brushRef="#br0" timeOffset="135825.41">18354 6424 0,'0'0'0,"0"0"0,0 0 16</inkml:trace>
  <inkml:trace contextRef="#ctx0" brushRef="#br0" timeOffset="161955.96">17338 10494 0,'0'0'0,"0"0"0,0 0 16,0 0-1,0 0-15,0 0 16,0 0 0,0 0-16,0 0 15,0-9-15,0 0 16,0-1-1,0 1-15,0 0 16,0 9-16,0 0 16,0 0-1,0 0-15,0 9 16,-10 56 0,10 46-16,0-38 15,0-8-15,0 0 31,10-10-31,-10-9 0,0-9 16,0-9 0,9-10-16,-9-18 15</inkml:trace>
  <inkml:trace contextRef="#ctx0" brushRef="#br0" timeOffset="162288.56">17338 10430 0,'0'0'0,"0"0"15</inkml:trace>
  <inkml:trace contextRef="#ctx0" brushRef="#br0" timeOffset="162847.07">17413 10346 0,'0'0'0,"10"-9"0,18-9 0,-9-1 16,9 1 0,0 9-16,10-1 15,-1 10-15,1 10 16,-10-1-1,0 9 1,1 1-16,-1-1 16,-9 1-16,-10 8 15,0 10 1,-9 0-16,0 9 16,-9 0-1,0 1-15,-1-10 16,-9-10-1,10-8-15,0-1 16,-1-9-16,10-9 16,0 0-1,0 0-15,0 0 16,0 0 0,10 0-16,8 0 15,1 0-15,9 0 16,1 0-1,-11 10 1,1-1-16,0 9 16,0 1-16,-10-1 15,1 1-15,-10 8 16,-10 1 0,1 9-16,-10 0 15,0 0 1,-18 9-16,-10 0 15,-10-18-15,-9-1 16,10-8 0,9-1-1,9-8-15,19-10 16,19 0-16</inkml:trace>
  <inkml:trace contextRef="#ctx0" brushRef="#br0" timeOffset="163440.2">17347 10605 0,'0'0'0,"0"0"15,0 0-15,0-9 16,0-1-1,0-8-15,0 18 16</inkml:trace>
  <inkml:trace contextRef="#ctx0" brushRef="#br0" timeOffset="164087.54">17347 11057 0,'0'0'0,"0"0"0,0 0 16,10 19 0,-10-19-16</inkml:trace>
  <inkml:trace contextRef="#ctx0" brushRef="#br0" timeOffset="165458.78">15447 10716 0,'0'0'0,"0"0"15,0 0-15,0 0 16,0 0-16,0 0 16,0 0-1,0 0-15,0 18 16,-9 28 0,-1 83-16,1 38 15,-1-1 1,10 18-16,0-36 15,0 18 1,10 19-16,-10-1 16,-10 56-16,10-37 15,-18 56 1,8-75-16,-9 19 16,0-46-1,10 9-15,-10-9 16,10-46-16,-1 9 15,-8 0 1,8-18-16,1-38 16,9-27-1,0-37-15</inkml:trace>
  <inkml:trace contextRef="#ctx0" brushRef="#br0" timeOffset="167482.88">15494 10771 0,'0'0'0,"0"-18"0,9-29 16,1 1-1,-1 9-15,1 10 16,-1-1 0,-9 9-16,0 1 15,0 0 1,0 8-16,0 1 15,0 0 1,0 0 0,0-1-16,0 1 15,0 0-15,0 0 16,9 0-16,1-1 16,9 1-1,9-9-15,28-10 16,20 9-1,8-8-15,-8-1 16,18 10-16,0-1 16,37-9-1,-37 10-15,10-10 16,18 1 0,10-1-16,-38 0 15,19 10-15,19-1 16,-20 1-1,-17-1-15,-1 1 16,28-1 0,0 10-16,-28-9 15,0 9 1,29-10-16,-1 1 16,-19-1-16,-27 1 15,37-1 1,-1 1-1,-17-10-15,-1 10 0,-10-1 16,20 1 0,-10-1-16,0-8 15,-9 8 1,9 1-16,0-1 16,19 1-1,-19-1-15,-28 1 16,9 9-16,9-10 15,20 10 1,-10-10-16,-19 10 16,1 0-1,27 0-15,1 0 16,-20-1-16,-27 1 16,-1 0-1,1 0-15,-1-1 16,10 1-1,9 0 1,-9 0-16,-19-1 16,-9 1-16,-1 0 15,-9 9-15,-9 0 16,0 0 0,0 0-1,0 0-15,0 0 16,-10 0-16,10 9 15,0 0 1,-1 10-16,1 18 16,0 27-1,0 47-15,0 18 16,-10-9-16,10 47 16,-10-38-1,1 0-15,8 28 16,-8-28-1,-1-9-15,10 37 16,-9-9-16,-1-10 16,0 28-1,1 0-15,-1-36 16,-9 17 0,0-8-16,10-29 15,-1 10-15,-9 10 31,9-1-31,1-9 0,-1 28 16,-9-10 0,0-27-16,0 27 15,10 1-15,-1-29 16,0-8 0,-9 18-16,10 0 15,-10-19 1,0-18-16,0 10 15,0-1 1,9 0-16,-9-18 16,0 0-16,0 0 15,10 18 1,-10 10-16,0-10 16,0-18-1,-10 18-15,10 10 16,0-1-16,0-27 15,0-9 1,0-1-16,0 1 16,0-10-1,0-18-15,0-9 16,0-28 0</inkml:trace>
  <inkml:trace contextRef="#ctx0" brushRef="#br0" timeOffset="169433.4">15268 13918 0,'0'0'0,"0"0"16,0 0-16,0 0 15,0 0 1,0 28-16,10 37 16,-1 36-16,0 10 15,1 55 1,-10 28-16,9-28 15,-9 9 1,0-36-16,0-1 16,0 28-1,0-27-15,-9-1 16,-10 28 0,10-36-16,9-10 15,0 27-15,0-18 16,0-27-1,0 9-15,0 9 16,0-19 0,0-27-16,-10-9 15,1-1-15,-1 1 16,1 0 0,9-19-16,-9 0 15,9-9 1,-10-10-1,10 1-15,0-9 16,0-1-16,0-9 16,0 10-16,0-10 15,0 0 1,0 0-16,0-9 16,0 0-1,0 0-15,0 0 16,10 0-16,-1 0 15,19 0 1,29 0-16,9-9 16,9-9-1,28-10-15,29 0 16,-10-9-16,-28 1 16,29 8-1,37-18 1,-38 9-16,28 0 15,20 9-15,-48 0 16,47 1 0,1-1-16,-29 10 15,28-10-15,0 0 16,-37 1 0,47-1-16,-10 0 15,1 1 1,18-1-16,-28-9 15,9 9-15,0 1 16,-37 8 0,37 1-16,1-1 15,-57 10 1,56-10-16,-9 1 16,-38 0-1,38-1-15,-9 1 16,-29-1-1,10 1-15,-1-1 16,1 1-16,-19-1 16,-10 1-1,10-10-15,-19 10 16,-28-1 0,0 10-16,-19 0 15,9 0-15,1-1 16,-1 1-1,1 0-15,-10 0 16,-10-1 0,-18 10-16,0-9 15,0 0-15,-10 9 16,1 0 0,-1 0-1,1 0-15,-1-9 16,-9 9-16,0 0 15,0-10-15,0 1 16,0 0 0,0 0-16,0-10 15,-9 1 1,-1-10-16,1 1 16,-1-10-1,1 0-15,-10-9 16,10 9-16,-10-10 15,9 11 1,-8-1-16,-1-10 16,0 1-16,0-9 15,0-10 1,1 1-16,-1 8 16,0 1-1,0 9-15,0-10 16,1 1-1,-11-56-15,10-9 16,19 120-16</inkml:trace>
  <inkml:trace contextRef="#ctx0" brushRef="#br0" timeOffset="171035.19">15362 11777 0,'0'0'0,"0"0"16,0 0-1,0 0-15,0 0 16,0 0 0,0 0-16,0 0 15,10-9-15,-1 0 16,10-1-1,9 1-15,10 0 16,-1 9-16,29-9 16,47-1-1,-9 1 1,-10 0-16,-10-9 16,29-1-16,10 1 15,-29-1 1,-19 10-16,19-10 15,0 1-15,19-10 16,-28 10 0,-1-1-16,10-8 15,10-1 1,-1 10 0,-27-1-16,-1 1 0,19-1 15,19 1 1,-19 8-1,-19 1-15,0-9 16,10-1 0,19 1-16,-1 9 15,-28-1-15,1-8 16,27-1 0,10 1-16,-10 0 15,-18-1-15,0 1 16,18-10-1,10 0-15,-19 1 16,-9 8-16,9-9 16,19 10-1,-10-10-15,-18 10 16,-10-1 0,19 1-16,0-1 15,10 10 1,-29 0-16,0-9 15,1 8 1,18-8-16,-19 9 16,0-1-16,-9 1 15,-10 0 1,1 0-16,9-10 16,0 1-1,9 9-15,-9-10 16,-10 10-16,-18 0 15,9-1 1,-10 1-16,1-9 16,0 8-1,9-8-15,0 9 16,-10 0 0,-8-1-16,-1 10 15,-9-9-15,-10 9 16,-9 0-1,0 0-15</inkml:trace>
  <inkml:trace contextRef="#ctx0" brushRef="#br0" timeOffset="172750.61">17658 9968 0,'0'0'0,"0"0"0,0 0 15,0 0 1,0 0 0,0 0-16,0 0 15,0 0-15,0 0 16,-10-18-16,1-1 15,-1-9 1,1-9-16,-10-18 16,0-19-1,1 19 1,8 0-16,1-10 16,-10 0-16,10-9 15,-1 1 1,1 17-16,-1 10 15,1 0 1,0 0-16,-1-10 16,1-8-16,-1-1 15,1 1 1,9 8-16,-9 10 16,9 9-1,-10 0-15,1-9 16,-1 9-16,1-18 15,-1-10 1,10 19-16,0 0 16,0 9-1,0 0-15,0 0 16,0 9-16,-9 1 16,9-1-1,-9-9-15,9 9 16,0 1-1,0-10-15,0 9 16,0 0-16,0 10 16,0 9-1,0 0-15,0-1 16,0 1 0,0 9-16</inkml:trace>
  <inkml:trace contextRef="#ctx0" brushRef="#br0" timeOffset="175050.61">16915 8094 0,'0'0'0,"0"0"0,0 0 16,0 0-1,0 0-15,0 0 16,0 0 0,0 0-16,0 0 15,0 0-15,0 0 16,0 0 0,0 0-1,0 0-15,9 0 16,10 0-1,0-9-15,9 0 0,0 0 16,10-1 0,-1 1-16,1 0 15,0 0 1,9-10-16,-10 10 16,-9 0-1,10 0-15,0-10 16,-1 10-16,10-9 15,-9 8 1,-10 1 0,0 0-16,-9 9 15,0 0-15,0 0 16,0-9 0,-1-1-16,1 10 15,0 0-15,0-9 16,0 9-1,-10 0-15,1 0 16,-1 0 0,0 0-16,1 0 15,-1 0 1,-9 0-16,0 0 16,10 0-16,-10 0 15,0 0 1,0 0-16,0 0 15,0 0 1,0 0-16,0 0 16,0 0-16,9-9 15,-9 9 1,0 0-16,0-9 16,0-1-1,0 1-15,0 0 16,0-9-1,-9-10-15,-1 0 16,-9-9 0,1-9-16,-1 0 15,0 9-15,0-9 16,0 0 0,0 9-16,1 0 15,-1-9 1,9 9-16,-8 0 15,-1 9-15,9-9 16,1 0 0,-10 0-16,10 1 15,-1-1-15,1 9 16,0 0 0,-1 1-16,1 8 15,-1 1 1,1-1-16,0 1 15,9-10 1,-10 10-16,1-1 16,9-9-16,-10 10 15,10-1 1,-9-8-16,-1 8 16,10 1-1,0 9-15,0-1 16,0 1-1,0 0-15,0 0 16,-9-1 0,9 10-16,0 0 15,0 0-15,0 0 16,-9 0 0,-1 10-16,1-1 15,-1 9 1,-8 1-16,-1 9 15,0-1-15,0 1 16,-9 9 0,9 0-16,0 9 15,1-9-15,-1-9 16,0 18 0,0-9-16,10 0 15,-1-10 1,1 10-16,-1-9 15,1 0 1,0-1-16,-1 10 16,1-9-16,-1-1 15,1-8 1,0 9-16,-1-1 16,1 1-1,-1-10-15,1 10 16,0 0-1,-1 0-15,1-10 16,-1 0-16,1 1 16,9-1-1,0 1 1,0-10-16,-9 10 16,-1-1-16,1 0 15,9-8 1,0 8-16,-10 1 15,10-1-15,-9 1 16,-1-1 0,10 0-16,-9 1 15,9-1 1,0 1-16,0 9 16,-9-10-1,9 0-15,0 1 16,-10-1-16,10 1 15,0-1 1,0-9-16,0 1 16,0-1-16,0 0 15,0 0 1,0-9 0,0 10-16,0-10 15,0 9-15,0-9 16,0 0-16,0 9 15,0 0 1,0-9 0,0 0-16,0 0 15,0 0-15,0 0 16,0 10 0,0-10-16,0 0 15,0 0 1,0 0-16,0 0 15,0 0-15</inkml:trace>
  <inkml:trace contextRef="#ctx0" brushRef="#br0" timeOffset="178752.85">16792 8168 0,'0'0'0,"0"0"0,0 0 16,0 0-16,0 0 15,10 0 1,-1 0-16,0 0 16,1 0-1,9 0-15,18 0 16,57-18-16,-94 18 31</inkml:trace>
  <inkml:trace contextRef="#ctx0" brushRef="#br0" timeOffset="183168.8">15673 12589 0,'0'0'0,"0"0"0,0 0 15,0 0 1,0 0-16,0-9 15,0 0-15,9-10 16,1-8 0,-1-1-16,0 0 15,10 1-15,0 8 16,0-9 0,9 1-16,0 8 15,-9 1 1,0 9-1,0-1-15,0 10 16,-1 0 0,1 0-16,0 10 15,0-1-15,0 0 16,-1 10 0,1-10-16,0 9 15,0 1-15,0-1 16,-10-9-1,10 10-15,0-10 16,0 0-16,-1-9 16,1 0-1,0 0-15,0 0 16,0-9 0,-1 0-16,1 0 15,0-10 1,0 1-16,0-1 15,-1 1 1,1-10-16,0 0 16,-9 10-16,-1-1 15,0 1 1,1 9-16,-10 0 16,0-1-16,0 1 15,0 0 1,0 9-16,0 0 15,0 0 1</inkml:trace>
  <inkml:trace contextRef="#ctx0" brushRef="#br0" timeOffset="184023.08">16820 11805 0,'0'0'0,"0"0"16,0 0-1,0 0-15,0 0 16,0 0-16,0 0 15,0 0 1,0 0-16,0 27 16,0 47-1,0 19-15,0-10 16,10-10 0,-10 1-16,0-9 15,0-10-15,0-18 16,0-9-1,0 0-15,0-10 16,0 0 0,0-8-16,0-10 31,0 0-31,0 0 0,0 0 16,9-28-1,1-27-15,8-10 16,-8 10-16,-1-10 15,1 0 1,-1 1-16,1 18 16,-1 9-1,0 9-15,1 10 16,-10 8 0,0 10-16,0 0 15,0 0-15,0 0 16</inkml:trace>
  <inkml:trace contextRef="#ctx0" brushRef="#br0" timeOffset="184490.8">16933 12183 0,'0'0'0,"0"0"0,0 0 15,0 0 1,10 0-16,-1 0 16,10 9-16,9 1 15,0-1 1,1 0-16,-1 0 16,0 1-1,0-1-15,1-9 16,-1 0-16,-9 0 15,-1 0 1,-8 0-16,-1 0 16,1 9-1,-1 0-15,10 0 16,-19-9 0</inkml:trace>
  <inkml:trace contextRef="#ctx0" brushRef="#br0" timeOffset="184835.34">17451 11915 0,'0'0'0,"0"0"0,0 0 0,0 0 16,0 0-1,0 0-15,0 0 16,0 0-1,0 0-15,0 0 16,0 0-16,0 0 16,0 0-1</inkml:trace>
  <inkml:trace contextRef="#ctx0" brushRef="#br0" timeOffset="185218.12">17498 12257 0,'0'0'0,"0"0"0,0 0 16,0 0-1,0 0-15,0 0 16,0 0-16,0 0 15,0 0 1,0 0-16,0 0 16,0 0-1,9 9-15,-9-9 16</inkml:trace>
  <inkml:trace contextRef="#ctx0" brushRef="#br0" timeOffset="185877.53">17846 11860 0,'0'0'0,"0"0"0,0 0 16,0 0-1,0 0-15,0 0 16,0 0-16,0 0 16,0 9-1,0 10-15,0 8 16,0 10 0,0 0-16,0-9 15,0-10-15,0 1 16,0-1-1,0 1-15,9-1 16,-9-8 0,0-1-16,0 0 15,0 0 1,0 0-16,0 1 16,0-10-1</inkml:trace>
  <inkml:trace contextRef="#ctx0" brushRef="#br0" timeOffset="186251.47">17855 11629 0,'0'0'0,"0"0"0,0 0 16,0 0-1,0 0-15,0 0 16,0 0 0,0 0-16,0 0 15,0 0 1,0 0-16,0 0 16,0 0-16</inkml:trace>
  <inkml:trace contextRef="#ctx0" brushRef="#br0" timeOffset="187491.59">18081 11823 0,'0'0'0,"0"0"16,0 0-1,0 0-15,0 0 16,0 0-16,0 0 16,0 0-1,0 0 1,0 0-16,0 0 16,0 9-1,9 10-15,1 9 16,-1-10-16,1 10 15,-1-10 1,-9 1-16,0-10 16,0 0-16,0 0 15,0 1-15,9-1 16,-9-9 0,0 0-1,0 0-15,10-9 16,-1-10-16,1 1 15,-1-1 1,1 1-16,-1-10 16,0 10-1,1-1-15,-1 10 16,1 0 0,-10 9-16,0 0 15,0 0-15,9 9 16,0 9-16,10 10 15,0 0 1,0-1 0,0-8-16,-10-1 15,0-8 1,10-1-16,0-9 16,9 0-16,1-9 15,8-1 1,1-8-16,-10-1 15,0 1-15,0-10 16,1-9 0,-11 10-16,1-10 15,0-19 1,-9-17-16,-1-11 16,-9 11-16,0 26 15,0 11 1,0 8-16,0 9 15,-9 1 1,9 9-16,0-1 16,0 1-16,0 9 15,0 0 1,0 0 0,0 0-16,0 0 15,0 0-15,0 19 16,0 18-1,0 9-15,0 9 16,0-9 0,9-9-16,0 0 15,1-9 1,-1 0-16,1-1 16,-1 1-16,0-10 15,1 10 1,9-10-16,-10-8 15,10-1-15,0 0 16,-1 0 0,1 1-16,0-10 15,19 0 1,-38 0-16</inkml:trace>
  <inkml:trace contextRef="#ctx0" brushRef="#br0" timeOffset="188099.23">18617 11703 0,'0'0'0,"0"0"0,0 0 16,0 0 0,0 0-16,0 0 15,0 0 1,0 0-1,0 0-15,0 0 16,0 0-16,0 0 16,0 0-16,0 0 15,0 0 1,0 0-16,10 0 16,8-9-1,11 0-15,-1-10 16,19 1-1,0 9-15,0-1 16,0 1 0,-9 9-16,-1-9 15,-8 9-15,-29 0 16</inkml:trace>
  <inkml:trace contextRef="#ctx0" brushRef="#br0" timeOffset="189742.98">15409 13429 0,'0'0'0,"0"0"0,0 0 16,0 0-1,0 0-15,0 0 16,0 0-16,0 0 16,10 0-1,-1 0-15,10-9 16,9 0 0,0-1-16,19-8 15,10 0 1,9-1-16,9 1 15,0-1-15,-9 1 16,19-1 0,18 1-16,10-10 15,-19 10 1,-9-1-16,9-9 16,19 10-1,0-10-15,-29 10 16,29-1-16,19 1 15,0-1 1,-29 1 0,19-19-16,1 9 15,-1 1-15,-18-1 16,8-9 0,11 9-16,-10 1 15,-19-1-15,0 10 16,28-1-1,-9 1-15,-19-1 16,0 1-16,19 9 16,9-1-1,-28-8-15,0-1 16,19 1 0,10 9-16,-20-1 15,-9-8 1,10 9-16,9 0 15,-10-1 1,-28 1-16,1-9 16,8-1-16,20 1 15,-10-1 1,-19 1-16,-9-1 16,0 1-1,0-1-15,-1 10 16,-8 0-16,-1 0 15,-9 0 1,0-1-16,-9 1 16,0 0-1,-1 0-15,1-1 16,-10 1-16,0 9 16,1 0-1,-1-9-15,0 9 16,-9 0-1,0 0-15,-10 0 16,0 0-16,1 0 16,-10 0-1,0 0-15,0 0 16,0 0 0</inkml:trace>
  <inkml:trace contextRef="#ctx0" brushRef="#br0" timeOffset="195208.68">15522 14297 0,'0'0'0,"0"0"0,0 0 16,0 0-1,0 0 1,0-9-16,0-10 16,0 1-16,0-10 15,10 0-15,-1 1 16,0 8-1,1 1-15,-1-1 16,1 1 0,-1 8-16,0 1 15,1 0 1,-1 0-16,10 9 16,0 0-16,0 0 15,0 9 1,9 9-16,-9 1 15,-1 9 1,1-1-16,0-8 16,0 8-16,0-8 15,-1-1 1,-8-8-16,-1-1 16,1 0-1,-1 0-15,1-9 16,-1 0-16,0 0 15,1 0 1,9-9-16,-1-9 16,1-10-1,0-9 1,0 0-16,-10 9 16,1 1-16,-1 8 15,-9 10 1,0 0-16,0 0 15,0 9-15,0 0 16,0 0 0,0 0-16</inkml:trace>
  <inkml:trace contextRef="#ctx0" brushRef="#br0" timeOffset="195933.17">16519 13808 0,'0'0'0,"0"0"15,0 0-15,0-10 16,0 1-1,0 0-15,-9-10 16,0 10 0,-1 0-16,1 0 15,-1 9-15,-8 9 16,-1 0 0,0 10-16,0-1 15,0 1 1,0-1-16,1 0 15,8 1 1,1-1-16,9-8 16,0 8-16,9-9 15,1 1 1,-1-1-16,10 0 16,-10 0-16,1 0 15,9 1 1,-1 8-16,-8 1 15,-1 8 1,1 1-16,-10 9 16,0 9-1,-10-9-15,1 0 16,-1-9 0,-18 9-16,9-19 15,10 0-15,9-8 16,-10-1-1,10-9-15,0 0 16</inkml:trace>
  <inkml:trace contextRef="#ctx0" brushRef="#br0" timeOffset="196652.33">16679 13512 0,'0'0'0,"0"0"16,0-9-16,0 0 15,0 9 1,0 0-16,0 0 15,0 0 1,0 0-16,10 9 16,-1 28-1,10 37-15,0 18 16,0-18-16,-10 0 16,-9-19-1,0-18-15,0 0 16,0-19-1,0 1-15,0-10 16,0-9-16,0 0 16,0 0-1,0 0 1,9-9-16,1-10 16,9 1-1,-1-10-15,11-18 16,-11 0-16,1 9 15,-9 9 1,-1 10-16,1-1 16,-10 19-16,0 0 15,9 10 1,0-1-16,1 9 16,-1 10-1,1 0-15,-1-1 16,0 10-1,1 0-15,-1-9 16,1 0-16,-1-1 16,0-8-1,-9-10-15,0 0 16,0-9 0,0 0-16,10 0 15,-10 0-15</inkml:trace>
  <inkml:trace contextRef="#ctx0" brushRef="#br0" timeOffset="198433.01">17319 13678 0,'0'0'0,"0"0"0,0 0 16,0 0 0,0 0-16,0 0 15,0 0 1,0 0 0,0 0-16,0 0 0,0 0 15,0 0 1,0 0-16,-9 10 15,-1-1 1,1 0-16,-1 9 16,1 1-1,0 9-15,9-1 16,0 1-16,0 0 16,0-1-1,0 1-15,9 0 16,0-10-1,1 1 1,-1-10-16,1 0 0,-1 0 16,-9-9-1,0 0 1,9 0-16,1 0 16,-1 0-16,-9 0 15,10-9 1,-1 0-16,0 0 15,1-1-15,-1 1 16,-9 9 0,0-9-1,10-9-15,-10-1 16,0 1-16,0-10 16,0 9-1,0 1-15,-10 0 16,1-1-16,9 10 15,0 0 1,-10-1-16,10 1 16,-9 0-1,9 9-15,0 0 16,0 0-16,0 0 16,0 0-1,0 0-15,0 0 16,0 0-1,0 0-15,0 0 16,0 0 0,0-9-16,9-10 15,1 1 1,9-1-16,0 1 16,-1-1-16,1 10 15,-9 0 1,-1 0-16,0 0 15,1-1-15,-1 10 16,-9 0 0,10-9-16,-10 9 15,0 0 1,0 0-16,0 0 16,0 0-16,0 0 15,0 0 1,0 0-16,9 9 15,10 10 1,0 8-16,-1 10 16,1 0-1,0 0-15,0 0 16,-10-9 0,1-10-16,-1 1 15,1-1-15,-1-9 16,0 1-1,1-1-15,-10-9 16,0 0 0,0 0-16,9 0 15,-9 0 1,10-9-16,-1-1 16,0 1-16,1-19 15,-1 1 1,1-1-16,-1 0 15,0 1 1,1 8-16,-1 1 16,-9 9-16,0-1 15,0 1 1,0 0-16,0 9 16,0 0-1,0 0-15,0 0 16,10 18-1,-1 1-15,0-1 16,1 10-16,-1-10 16,1 1-1,-1-1-15,0-8 16,10-1-16,0 0 16,0 0-1,0-9-15,0 0 16,-1 0-1,1 0-15,-9 0 16,-1-9 0,0 0-16,1-10 15,-1-8-15,-9-1 16,0-9 0,-9 0-16,-1 9 15,-8 1 1,-1 8-16,0-8 15,0 8 1,0 10-16,10 0 16,0-1-16,-10 1 15,9 9-15,1 0 16,9 0 0,0 0-16,0 0 15,0 0 1,0 0-16,0 0 15,0 0 1,0 0-16</inkml:trace>
  <inkml:trace contextRef="#ctx0" brushRef="#br0" timeOffset="199383.07">18156 13088 0,'0'0'0,"0"0"15,0 0 1,0 0 0,0 0-16,0 0 15,0 0-15,0 0 16,0 0 0,0 0-16,0 37 15,0 27-15,0 1 16,10-10-1,-10 1-15,9-10 16,1 0 0,-1 0-16,0 0 15,1 0 1,-1 0-16,1-9 16,-1 0-16,-9-9 15,0-10 1,0-8-16,0-1 15,0 0 1,0-9-16,0 0 16,0 0-16,0 0 15,0-9 1,9-19-16,1 0 16,-1-8-1,1-1-15,-1 0 16,0 0-1,-9 0-15,10 0 16,-1 9 0,-9 1-16,0 17 15,0 1-15,0 0 16,0 0 0,0 9-1,0 0-15,0 0 0</inkml:trace>
  <inkml:trace contextRef="#ctx0" brushRef="#br0" timeOffset="199864.23">18326 13605 0,'0'0'0,"0"0"0,0 0 16,0 0-16,0 0 16,0 0-1,0 0-15,0 0 16,0 0-16,0 0 15,0 0 1,0 0-16,0 0 16,9 9-1,0 0-15,1 0 16,9 10 0,-1-1-16,1-9 15,0 1-15,0-1 16,0 0-1,0 0-15,-1 0 16,-8-9 0,-1 10-16,1-1 15,-1-9 1,0 0-16,-9 0 16</inkml:trace>
  <inkml:trace contextRef="#ctx0" brushRef="#br0" timeOffset="200438.11">18749 13115 0,'0'0'0,"0"0"15,0 0-15,0 0 16,0 0-1,0 0-15,0 0 16,0 0 0,0 0-16,-9 10 15,-10-1 1,9 9-16,-8 10 16,8 9-16,1 0 15,9 9 1,0-9-16,0 0 15,0 0 1,9 0-16,1-10 16,8 10-16,1 0 15,0-9 1,0-10-16,0 1 16,-1-1-16,-8-9 15,-1 1 1,1-10-1,8 0-15,11 0 16,-29 0-16</inkml:trace>
  <inkml:trace contextRef="#ctx0" brushRef="#br0" timeOffset="200980.11">18937 13088 0,'0'0'0,"0"0"0,0 0 15,0 0 1,0 0-16,0 0 16,0 0-16,0 0 15,19 9 1,0 0-16,0 10 16,9 8-1,0 1-15,0 9 16,-9 0-16,0 9 15,-10-9 1,1 0-16,-1 0 16,0 0-16,-9 0 15,0-1 1,0 11 0,-9-10-16,0-1 15,-1 1-15,1-9 16,9-10-1,0-8-15,0-1 16,0 0 0,0-9-16,0 0 15,0 0-15,0 0 16</inkml:trace>
  <inkml:trace contextRef="#ctx0" brushRef="#br0" timeOffset="201305.3">19370 13134 0,'0'0'0,"0"0"15,0 0-15,0 0 16,0 0 0,0 0-16,0 0 15,0 0 1,0 0-16,0 0 15,0 0-15,0 0 16</inkml:trace>
  <inkml:trace contextRef="#ctx0" brushRef="#br0" timeOffset="201537.16">19436 13531 0,'0'0'0,"0"0"16,0 0-16,0 0 15,0 0 1,0 0-16,0 0 16,0 0-1,0 0-15,0 0 16,0 0-16,0 0 15</inkml:trace>
  <inkml:trace contextRef="#ctx0" brushRef="#br0" timeOffset="202172.58">19633 13152 0,'0'0'0,"0"0"0,0 0 16,0 0 0,0 0-16,0 0 15,0 0 1,0 9-16,10 19 15,8 18 1,1-9-16,0 0 16,0-9-16,9-10 15,0 1 1,1-10 0,-11 0-16,1 0 0,0-9 15,0 0 1,0 0-16,-10 0 15,0-9 1,1-9-16,-1-10 16,1 0-1,-1 1-15,1-1 16,-1 0 0,-9 10-16,0-1 15,0 1-15,0-1 16,0 10-1,0 9-15</inkml:trace>
  <inkml:trace contextRef="#ctx0" brushRef="#br0" timeOffset="202960.67">20179 13088 0,'0'0'0,"0"0"16,0 0-1,0 0-15,0 0 16,0 0 0,0 0-16,0 0 15,0 0 1,0 0-16,0 0 15,0 0-15,0 18 16,0 1 0,0 8-16,9 10 15,1 0-15,-1-9 16,1-1 0,8-8-16,1-1 15,0 1 1,0-10-16,0 0 15,-10-9-15,0 0 16,1 0 0,-1 0-1,1 0-15,-1-9 16,0 0-16,1 0 16,-1-1-1,1-8-15,-10-1 16,0 1-16,0 0 15,0-1 1,0 1 0,0 8-16,-10-8 15,1 9-15,-1-1 16,1-8 0,0 9-16,-10 0 15,9-1-15,-8 1 16,8 9-1,1 0-15,-1 0 16,10 0 0,0 0-16</inkml:trace>
  <inkml:trace contextRef="#ctx0" brushRef="#br0" timeOffset="203338.2">20536 13041 0,'0'0'0,"0"0"15,0 0-15,0 0 16,0 0-16,0 0 15,0 0 1,0 0 0,0 0-16,0 0 15,0 19-15,10 9 16,-1-1 0,-9 1-16,0 0 15,0-10-15,0-9 16,0 1-1,0-1-15,0 0 16,0 0-16,0-9 16,0 0-1</inkml:trace>
  <inkml:trace contextRef="#ctx0" brushRef="#br0" timeOffset="203503.87">20367 12728 0,'0'0'0,"0"0"16,0 0-16,0 0 16,9 9-16,-9-9 15</inkml:trace>
  <inkml:trace contextRef="#ctx0" brushRef="#br0" timeOffset="204432.96">20960 12922 0,'0'0'0,"0"0"16,0 0 0,0 0-16,0 0 15,0 0-15,0 0 16,0 0 0,-10 0-1,-9 9-15,-9 0 16,0 9-1,0 1-15,9 9 16,0-1-16,0 10 16,10 0-16,0 0 15,9 0 1,9 0-16,0-9 16,1-10-1,-1 0-15,1-8 16,-1-10-1,10 0-15,0-10 16,-1-8 0,1-10-16,0 1 15,-10-10-15,1-28 16,-1-9 0,-9 0-16,-9 10 15,9 18-15,-10 9 16,1 9-1,0 0-15,-1 10 16,10 9 0,0-1-16,0 1 15,0 9 1,0 0-16,0 0 16,0 0-16,0 0 15,0 9 1,10 19-16,-1 9 15,10 18 1,-10-8-16,1-1 16,9 0-16,-1-18 15,1 8 1,-9-8-16,8-9 16,1-1-1,19-9-15,37-9 16,-9-9-1,9 0-15,-75 9 16</inkml:trace>
  <inkml:trace contextRef="#ctx0" brushRef="#br0" timeOffset="206123.27">15494 15792 0,'0'0'0,"0"0"15,0 0 1,0 0-16,0 0 16,0-9-1,0-1-15,0-8 16,0 0 0,0-1-16,9-9 15,1 1 1,-1 8-16,1 1 15,-1-1-15,0 1 16,10-1-16,0 10 16,0 0-1,9 0-15,0 9 32,1 0-32,-11 9 15,11 9-15,-1 1 16,0-1-16,0 1 15,-9-10 1,0 0-16,0 0 16,-10-9-1,10 0-15,0-9 16,0 0-16,-1-9 16,11-10-16,-1 0 15,0-9 1,-9 0-1,0 0-15,-10 10 16,0-1-16,1 10 16,-10 8-1,0 10-15,0 0 16,0 0-16,0 0 16,0 0-1</inkml:trace>
  <inkml:trace contextRef="#ctx0" brushRef="#br0" timeOffset="209947.67">16538 15081 0,'0'0'0,"0"0"0,0 0 16,0 0 0,0 0-16,0 0 15,-9 9 1,-1 19-16,-8 0 15,-1 0-15,9-1 16,-8 1 0,8 0-16,1-10 15,9 1 1,0-1-16,0 0 16,9 1-16,1-10 15,8 10 1,1-1-16,9 1 15,1-1 1,-1 0-16,0 10 16,-9 0-16,-10 0 15,-9-1 1,-9 1 0,-1 0-16,-8-1 15,-1 1-15,9-10 16,1-8-1,0-1-15,-1 0 16,10-9 0,0 0-16</inkml:trace>
  <inkml:trace contextRef="#ctx0" brushRef="#br0" timeOffset="210576.71">16915 15238 0,'0'0'0,"0"0"0,0 0 15,0-9 1,0 0-16,0-1 15,0 1 1,0 9-16,0 0 16,0 0-1,0 0-15,0 0 16,0 9 0,-10 10-16,1 18 15,9 9-15,0 0 16,0-9-1,0 0-15,0-9 16,0-19 0,0-9-16,9 0 15,1-9-15,8-10 16,1 1 0,-9-10-16,-1-9 15,0 0 1,1 0-16,-1 0 15,1 10-15,-10-1 16,0 19 0,0 9-16,0 0 15,0 0 1,0 0-16,9 9 16,10 9-16,0 1 15,18 9 1,-9-1-16,1 1 15,-1-10 1,-9 1-16,9-10 16,-28-9-1</inkml:trace>
  <inkml:trace contextRef="#ctx0" brushRef="#br0" timeOffset="211376.8">17328 14980 0,'0'0'0,"0"0"0,0 0 16,0 0-16,0 0 15,0 0 1,10 18-16,-1 10 15,1 9-15,-1 0 16,0 0 0,1-10-16,-1 1 15,1-10 1,-10-8-16,0-10 16,0 0-16,0 0 15,0 0 1,0 0-1,0 0-15,9-19 16,10-8-16,0-10 16,-10 0-1,1 9-15,-1 0 16,0 10 0,1 9-16,-10 9 15,9 0-15,1 9 16,8 0-16,1 10 15,0-1 1,-10 0-16,1 1 16,-1-10-1,1 0-15,-1 1 16,-9-10 0,0 0-16,0 0 15,0 0 1,9-10-16,10-8 15,0-19 1,0 0-16,0 9 16,-10 1-16,1 8 15,-1 1 1,-9 18-16,0 0 16,0 0-1,0 0-15,0 0 16,0 0-16,9 18 15,1 10 1,9 9-16,-10 0 16,0-10-1,1 1-15,-1 0 16,1 0-16,8-10 16,-18-18-1</inkml:trace>
  <inkml:trace contextRef="#ctx0" brushRef="#br0" timeOffset="211778.31">18222 14740 0,'0'0'0,"0"0"16,0 0-16,-9-9 15,-1-1-15,1 1 16,0 9 0,-1 0-16,1 9 15,-10 10 1,0 8-16,0 20 15,0 26 1,10 1-16,9 0 16,0-9-1,9-28-15,1-10 16,9-8 0,-1-10-16,1 0 15,10 0-15,-29-9 16</inkml:trace>
  <inkml:trace contextRef="#ctx0" brushRef="#br0" timeOffset="212135.86">18354 14638 0,'0'0'0,"0"0"16,0 0-16,9 0 15,10 9 1,19 10-16,-1 9 16,10 9-1,0 9-15,-9 28 16,-10 18-16,-9-9 15,-10-19 1,-9-17-16,0-10 16,-9-1-1,0 1-15,-1-9 16,1-9-16,9-10 16,0-9-1,0 0-15</inkml:trace>
  <inkml:trace contextRef="#ctx0" brushRef="#br0" timeOffset="212440.64">18994 14555 0,'0'0'0,"0"0"16,0 0-16,0 0 15,0 0 1,0 0-16,0 9 15,0 10 1,0-19-16</inkml:trace>
  <inkml:trace contextRef="#ctx0" brushRef="#br0" timeOffset="212683.5">19041 15090 0,'0'0'0,"0"0"0,0 0 16,0 0-1,0 0-15,0 0 16,0 0-1,0 0 1,0 0-16</inkml:trace>
  <inkml:trace contextRef="#ctx0" brushRef="#br0" timeOffset="214091.25">19360 14647 0,'0'0'0,"0"0"0,0 0 15,0 0 1,0 0-16,0 0 16,0 0-1,10 10 1,9 17-16,-1 1 0,1 0 16,0-1-1,0-8 1,0-1-16,0-8 15,-10-1-15,10 0 16,-10 0 0,1-9-16,-1 0 15,0 0-15,1 0 16,-1-9 0,1 0-16,-1 0 15,0-19 1,10-18-16,-9 0 15,-1 9-15,-9 0 16,9 9 0,-9 0-1,0 10-15,0 18 16</inkml:trace>
  <inkml:trace contextRef="#ctx0" brushRef="#br0" timeOffset="-214692.65">20057 14407 0,'0'0'0,"0"0"16,0 0-16,0 0 15,0 0 1,0 0-16,0 0 16,0 0-16,-10 10 15,1-1 1,-1 9-16,1 10 16,0 9-1,-1 0-15,10 9 16,0-9-1,10 0-15,-1-9 16,0-1-16,1-8 16,-1-10-1,1 0-15,-1 0 16,0 1-16,1-10 16,-1 0-1,1 0-15,-1-10 16,0 1-1,1-9-15,-1-1 16,-9 1 0,0-10-16,-9-9 15,-1 0 1,1 0-16,0 10 16,-1 8-1,1 1-15,-1 9 16,1 9-16,-10 0 15,0 9 1,19-9-16</inkml:trace>
  <inkml:trace contextRef="#ctx0" brushRef="#br0" timeOffset="-214366.66">20395 14371 0,'0'0'0,"0"0"0,0 0 15,0 0 1,0 0-16,0 0 15,0 0-15,0 9 16,10 18-16,-1 1 16,0 9-1,1 0-15,-10-9 16,0-1 0,0-17-16,0-10 15</inkml:trace>
  <inkml:trace contextRef="#ctx0" brushRef="#br0" timeOffset="-214193.72">20188 14020 0,'0'0'0,"0"0"0,0 0 15,10 18 1,-10-18-16</inkml:trace>
  <inkml:trace contextRef="#ctx0" brushRef="#br0" timeOffset="-213342.17">20837 14214 0,'0'0'0,"0"0"16,0 0 0,0 0-16,0 0 15,-9 0 1,-10 9-16,-9 9 15,-10 10 1,1 0-16,8-1 16,-8 20-16,18-1 15,0 0 1,10-9 0,9 0-16,0-10 15,9 1-15,1-19 16,-1 1-16,10-1 15,9-9 1,0-19-16,1-8 31,-1-10-31,-9 0 0,-1-28 16,-8-46 0,-10 1-16,-10 17 15,1 20-15,0 8 16,-10 10-1,9-1 1,-8 10-16,8 28 16,10 8-16,0 10 15,0 0 1,0 0-16,0 0 16,0 10-16,10 17 15,-1 10 1,0 9-16,10 10 15,-9 8 1,-1-8-16,10-1 16,0-9-16,-1-9 15,1-9 1,-9-10-16,8 1 16,1-10-1,9 0-15,29-9 16,-57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5-11-24T14:33:05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26011 4273 0,'0'0'0,"0"0"0,0 0 0,0 0 16,0 0-1,0 0-15,0 0 16,0 10-1,0 26-15,-9 66 16,-10 9-16,0 55 16,1-9-1,-1-65-15,9-37 16,1-8 0,9-20-16,0 1 15,0-19-15,0 0 16,0-9-1,0 0-15,0 0 16,0-18 0,9-28-16,10-46 15,0 18-15,0 9 16,9-9 0,0-18-16,-9 18 15,0 10 1,9 8-16,0 19 15,1 0 1,-1 10-16,-9-1 16,-1 9-1,1 10-15,-9 9 16,-1 0 0,10 9-16,9 38 15,0 17-15,1 10 16,-11-19-1,1 1-15,9-1 16,-9-9-16,0 10 16,0-19-1,0 0-15,-1-10 16,1-8-16,-9-1 16,-1-9-1,1 1 1,-1-10-16,-9 0 15</inkml:trace>
  <inkml:trace contextRef="#ctx0" brushRef="#br0" timeOffset="547.92">26021 4772 0,'0'0'0,"0"0"0,0 0 16,0 0-16,0 0 15,0 0 1,0 0-16,0 0 16,0 0-1,0 0-15,0 0 16,0 0-1,0 0-15,0 0 16,19 0 0,9 0-16,10-10 15,18 1 1,-9 0-16,-9 0 16,-1 0-16,10-1 15,-9 10 1,0 0-16,-10-9 15,0 9 1,-19 0-16,1 0 16,-1 0-16,-9 0 15</inkml:trace>
  <inkml:trace contextRef="#ctx0" brushRef="#br0" timeOffset="2353.83">25428 4393 0,'0'0'0,"0"0"0,0 0 15,0 0 1,0 0-16,0 0 15,0 0-15,0 0 16,0 0 0,0 0-16,0 0 15,0 0-15,0 0 16,0 0 0,0 0-1,0 0-15,0 0 16,0 0-16,0 0 15,0 0 1,0 0-16,0 0 16,0 0-16,0 0 15,0 0 1,0 0-16,0 0 16,0 0-1,0 0-15,0 0 16,0 0-1,0 0-15,0 0 16,0 0 0,0 0-16,0 0 15,0 0-15,0 0 16,0 0 0,0 0-16,0 10 15,0 63 1,0 57-16,-19 110 15,19-84 1,-9 11-16,9-38 16,9-37-16,1-27 15,-1 9 1,10-10-16,0 1 16,-10-1-16,1-8 15,-1-19 1,0-10-1,-9-8-15,0-10 16,0 0-16,0-9 16,0 0-1,0-37-15,10-36 16,-10-38-16,0-55 16,0 27-1,0 28-15,0 1 16,0-20-1,-10 47-15,1 10 16,0 17 0,-1-8-16,1 17 15,-1 11-15,1-1 16,0 0 0,-1 9-16,1 0 15,9 10 1,0 9-16,0-1 15,9-8 1,10-10 0,37-9-16,57-18 0,10 0 15,18-10 1,38-18-16,-29 9 16,-18 19-1,9-1-15,-19 10 16,-28 18-16,19 1 15,0 8 1,-19 1-16,-28 9 16,-19 9-1,0 0-15,-9 0 16,-1 9 0,10 9-16,10 10 15,-1 27-15,1 28 16,-1 19-1,-18 55 1,-1 27-16,-18-54 16,9 36-16,1-46 15,-11-28-15,1-27 16,0-1 0,0 1-16,0-10 15,-1 1 1,-8-19-16,-1-10 15,-9 1 1,0-19-16,0 0 16,0 1-1,-9-1-15,-1 0 16,-18 0-16,-9 1 16,-39-1-1,-37 0-15,10 9 16,-10-8-16,-37 8 15,8 1 1,11-1-16,-29 1 16,28-1-1,29 0-15,-48 19 16,29-9-16,9 0 16,19-1-1,9 10-15,10-9 16,9-9-1,19-1 1,9-9-16,10 0 16,9 1-16,1-1 15,8-9 1,10 0-16,0 0 16,0 0-16,0 0 15,0 0 1</inkml:trace>
  <inkml:trace contextRef="#ctx0" brushRef="#br0" timeOffset="3132.05">26802 4587 0,'0'0'0,"0"0"16,0 0-16,0 0 15,9-9 1,1 0-16,-1-19 16,10-9-1,0-9-15,9 0 16,-9 9-1,-1 0-15,1 9 16,-9 10-16,-1 9 16,0-1-1,-9 10-15,0 10 16,10 17-16,-10 56 16,0 10-1,0-10-15,0 9 16,0-18-16,9-10 15,1-8 1,-1-19-16,-9-10 16,0 1-1,0-9-15,0-10 16,0 0 0,0-9-16,0 0 15,0 0 1,0 0-16,0 0 15,0 0 1</inkml:trace>
  <inkml:trace contextRef="#ctx0" brushRef="#br0" timeOffset="3455.49">26877 5086 0,'0'0'0,"0"0"0,0 0 16,0 0-1,0 0-15,0 0 16,0 0-16,0 0 16,0 0-1,0 0-15,0 0 16,9 9 0,1-9-16,18 0 15,28 0-15,1-9 16,9-10-1,-19 1-15,0-1 16,-10 10 0,-8 0-16,-11 9 15,1 0-15,-9 0 16,-1 0 0,-9 0-16</inkml:trace>
  <inkml:trace contextRef="#ctx0" brushRef="#br0" timeOffset="4592.02">30602 4929 0,'0'0'0,"0"0"16,0 0-16,0 0 16,0 0-1,0 0-15,0 0 16,0 0 0,0 0-16,0-10 15,10-17-15,9-19 16,9-47-1,9-64 1,10 10-16,-9 27 16,0-28-16,-10 56 15,-9 36-15,-10 19 16,1 10 0,-1 8-16,0 10 15,1 0 1,-10 9-16,9 18 15,10 19-15,0 28 16,0 9 0,-1-1-16,1 11 15,-9-11 1,-1-8-16,0-19 16,1-9-16,-1 0 15,1-9 1,-1-10-16,-9-9 15,9 1 1,-9-1-16,10 0 16,-10-9-1,0 0-15,0 0 16,0 0-16,0 0 16</inkml:trace>
  <inkml:trace contextRef="#ctx0" brushRef="#br0" timeOffset="4905.6">30800 4569 0,'0'0'0,"9"0"0,1-10 15,8 1-15,11-9 16,-1-1 0,10-8-16,-1-1 15,-9 9 1,1 1-16,-11 9 15,1 9 1,-9 0-16,-10 0 16</inkml:trace>
  <inkml:trace contextRef="#ctx0" brushRef="#br0" timeOffset="5482.51">31440 4107 0,'0'0'0,"0"0"0,0 0 16,9-9-16,10-9 16,9-1-1,0 1 1,0-1-16,1 1 16,-1 8-16,-9 1 15,0 9 1,-10 0-16,10 19 15,-10 18-15,-9 9 16,-9 9 0,-19 28-16,-29 9 15,10 10 1,0-28-16,9-19 16,10-18-1,9-9-15,10 0 16,0-10-1,9-9-15,0 0 16,18 1-16,20-1 16,37-9-1,-9 0-15,-19 0 16,-9-9 0,-19 9-16,-10 0 15,-9 0 1</inkml:trace>
  <inkml:trace contextRef="#ctx0" brushRef="#br0" timeOffset="6826.74">30235 3913 0,'0'0'0,"0"0"16,0 10-16,10 27 16,-1 46-1,-9 9-15,10 74 16,-10 9 0,0-27-16,-10 18 15,1-55 1,9-37-16,0-28 15,9-9-15,-9-9 16,10-10-16,-1-9 16,-9-9-1,0 0 1,9-9-16,10-28 16,9-64-16,-9-10 15,0-55 1,-19 27-16,0 47 15,-9 18-15,-1 9 32,-9-8-32,10 8 0,0 28 15,-1 9 1,10 10-16,0 0 16,10-1-1,8-9-15,11-9 16,27-9-1,66-9-15,20 0 16,27-1 0,47 10-16,-65 9 15,18-9-15,-18 0 16,-38 18 0,9 10-16,10-1 15,-48 10 1,-27 0-16,-10 9 15,0 0 1,-10 9-16,10 19 0,10 27 16,-10 19-1,9 46-15,-18 46 16,-19-18 0,-10 18-1,1-37-15,-1-37 16,0-18-16,1-18 15,9-1 1,-10-18-16,0 0 16,1 0-1,-1-10-15,-9 1 16,0-10-16,-9 1 16,-10 9-1,-9-10-15,-10 10 16,1-10-16,-20 1 15,-9-1 1,-28 10-16,-19-10 16,10-8-1,-10-1-15,-19 0 16,0 0 0,29 0-16,9 1 15,-19 8-15,0-9 16,19 1-1,9-1-15,-9 0 16,-9 0-16,9 1 16,19-1-1,18 0 1,10-9-16,9 9 16,10 0-16,9-9 15,1 0 1,-1 0-16,9 0 15,1 0 1,9 0 0,0 0-16,0 0 0,-9-9 15,-1-9 1,10-19-16,0 37 16</inkml:trace>
  <inkml:trace contextRef="#ctx0" brushRef="#br0" timeOffset="7903.82">28213 9230 0,'0'0'0,"0"0"0,0 0 16,9 27-1,1 29-15,8-1 16,1 28-16,19 37 31,-10 0-31,-9-9 0,0-28 16,0-9 0,-1 0-16,-8-10 15,-1-18 1,-9-18-16,0-9 15,0-10-15,0-9 16,0 0 0</inkml:trace>
  <inkml:trace contextRef="#ctx0" brushRef="#br0" timeOffset="8642.96">28241 9497 0,'0'0'0,"0"0"0,0 0 16,9-9-1,1-9-15,9-10 16,18-9 0,10 0-16,0 9 15,-9 10-15,9-1 16,-9 19-1,-1 10-15,1 17 16,9 10 0,-19 0-16,0 0 15,-9-9-15,-9 9 16,-10 0 0,0 0-16,0 9 15,0-9 1,0-10-16,0-8 15,0-19-15,9 0 16,0 0 0,10 0-1,9 0-15,1 0 16,-1 0-16,0 9 16,0 10-1,1 8-15,-1 1 16,-9 0-16,-1-1 15,-8 1 1,-10 0-16,-19 9 16,-19 18-1,-9-9-15,-28 9 16,0-8 0,-10-10-16,-9-10 15,0-18-15,19 1 16,18-10-1,29 0-15,28 0 16</inkml:trace>
  <inkml:trace contextRef="#ctx0" brushRef="#br0" timeOffset="9145.07">27376 9211 0,'0'0'0,"0"0"0,0 0 16,0 0-1,0 28-15,9 36 16,0 20-16,20 45 15,8 65 1,-9-28-16,10 37 16,-10-74-1,-9-37-15,0-9 16,0-9 0,-10 0-16,10-9 15,-10-19-15,1-28 16,-1-9-1,-9-9-15,0 0 16</inkml:trace>
  <inkml:trace contextRef="#ctx0" brushRef="#br0" timeOffset="9965.45">27423 9396 0,'0'0'0,"0"0"0,9 0 16,10 0-1,18-9-15,39-28 16,-1-10-1,28-17 1,29-1-16,-10 10 16,10-10-16,37-9 15,-37 19-15,-19 18 16,-9 9 0,-1 10-16,-9 9 15,-28 0 1,-10 9-16,1 9 15,9 18 1,-10 1-16,10 18 16,0 19-16,0 36 15,0 66 1,-29-47-16,1 36 16,-10 20-1,-19-75-15,1-27 16,-1 0-16,-9-9 15,0-19 1,0-9-16,0-19 16,0 1-1,-9-1-15,-1-9 16,1 1 0,-10-1-16,-9 9 15,-10 1-15,-18-1 31,-10 1-31,10-1 0,-20 1 16,-37-1-16,-18 10 16,8-10-1,-36 1-15,17-1 16,20-9 0,9 10-16,-18-1 15,18 1 1,19-1-16,28 1 15,9-1-15,1 0 16,18-8 0,10-1-16,19 0 15,9-9 1,0 0-16,0 0 16,0 0-1</inkml:trace>
  <inkml:trace contextRef="#ctx0" brushRef="#br0" timeOffset="11046.65">28232 9064 0,'0'0'0,"0"0"15,0 0-15,0 0 16,0 0 0,0 0-16,0-19 15,0-9 1,-10-9-16,1-27 16,-1-1-1,-8 1-15,-1-10 16,-19-28-16,10 1 15,0 18 1,-1 9-16,-8 0 16,-1-9-1,1 0 1,-1 9-16,0 0 16,10 28-16,0-9 15,-10-1 1,1-8-16,8-10 15,-8 0-15,-1 9 16,1 19 0,-1-9-16,0-1 15,1 1 1,-1 0-16,0-10 16,10 10-1,0 9-15,9-1 16,0 11-16,0-1 15,1 0 1,-1 0-16,-9 0 16,9 0-16,-9-9 15,-1 0 1,1-1-16,0 11 16,9 8-1,0 0-15,0 1 16,10 8-1,0 1-15,-1-1 16,1 10-16,-1 0 16,1-1-1,0 1-15,-1 0 16,1 0 0,-1 0-16,1-10 15,0 1-15,-1 8 16,10 1-1,-9 0-15,9 0 16,0-1 0,0 10-16,0 0 15</inkml:trace>
  <inkml:trace contextRef="#ctx0" brushRef="#br0" timeOffset="12257.78">26397 6581 0,'0'0'0,"0"0"16,0 0-16,0 0 16,0 0-1,0 0-15,0 0 16,10-9-1,8-1-15,11 1 16,18-9-16,28-10 16,-9 0-1,0 1 1,-1-1-16,30-9 16,8-9-16,-18 9 15,-19 9 1,-19 10-16,0-1 15,-19 10-15,-9 0 16,-1 0 0,-8 9-16,-1 0 15,-9 0 1,0 0 0,0 0-16,0 0 15,0 0-15,0 0 16,0 0-16,0-10 15,0-8 1,0-1-16,-9-8 16,-1-1-1,-8 0-15,-1-9 16,-9-18 0,-10 0-16,0-10 15,1 10 1,-1 9-16,0 9 15,10 9-15,9 0 32,1 10-32,-1-1 0,0 1 15,10 9 1,-1-1-16,1 1 16,-1 0-16,1 0 15,0-1 1,-1 1-16,10 9 15,0 0 1,-9 0-16,-1 9 16,1 1-16,0 17 15,-1 10 1,1 9-16,-10 19 16,9-10-1,1-8-15,0-1 16,-1 0-16,-9 9 15,1 1 1,-1-1-16,0-9 16,0 0-1,10-9-15,-10 9 16,0-9-16,10-9 16,-1 0-1,1-1 1,0-8-16,-1-1 15,1 1-15,-1 8 16,1-8 0,-1 9-16,1-10 15,0 1 1,-1-10-16,10 0 16,0 0-16,0 0 15,0 1 1,0-1-16,10 0 15,-10-9 1</inkml:trace>
  <inkml:trace contextRef="#ctx0" brushRef="#br0" timeOffset="13367.7">29088 8694 0,'0'0'0,"9"-18"15,10-28-15,19-28 16,-1-18 0,1 9-16,-1-1 15,1-17-15,0-1 16,9 10-1,-10 18-15,-8 10 16,-1-10 0,9-9-16,-8 0 15,-1 0 1,10 0-16,-1-1 16,10-8-16,0 9 15,0 9 1,-9 10-16,0 8 15,-10 1 1,9-19-16,1 0 16,0 0-1,-1 1-15,1 8 16,0 10-16,-10 18 16,9-9-1,-8-10-15,-1 10 16,0-9-16,0 18 15,-9 9 1,0-9-16,-10 19 16,1-1-1,-1 10-15,1 0 16,-10-1 0,0 10-16,0 0 15,0 0-15,0 0 16</inkml:trace>
  <inkml:trace contextRef="#ctx0" brushRef="#br0" timeOffset="14833.88">29869 6027 0,'0'0'0,"0"0"0,0 0 16,0 0 0,0 0-16,0 0 15,0 0-15,0 0 16,0 0-16,0 0 16,0 0-1,0 0 1,0 0-16,9 0 15,10 9-15,9 0 16,10 1 0,18 8-16,19 10 15,1-1 1,-11 1-16,-8 0 16,-1 9-16,-9-10 15,-9 1 1,0-9-16,-1-1 15,-9 1 1,1-1-16,-1 0 16,-9-8-16,0-1 15,-10 0 1,0 0-16,1-9 16,-10 0-1,9 0-15,-9 0 16,0 0-1,0 0-15,0-9 16,10-19-16,-10-27 16,0 0-1,0-10-15,0 10 16,9-19 0,0 0-16,1-18 15,9 9-15,-1 18 16,-8 0-1,-1 19-15,10-9 16,-10 0 0,1-1-16,-1 10 15,1 9 1,-1 9-16,-9 1 16,0 8-16,0 10 15,0 0 1,0 0-1,0-1-15,0 1 16,0 0-16,0 0 16,0 9-16,0 0 15,0 0 1,0 0-16,0 0 16,0 0-1,0 0-15,0 0 16,0 0-1,0 0-15,-9 9 16,-10 9-16,-19 10 16,1 0-1,-10 9-15,0 0 16,9-10-16,0 1 16,10-10-1,0 1-15,0-1 16,-1 1-1,-8 8-15,-1 1 16,-9 0 0,0 0-16,9-1 15,1 10-15,-1-9 16,10 0 0,0-10-16,9 0 15,0 1 1,0-1-16,0 1 15,1-1 1,-1 1-16,0-1 16,0 1-1,0-1-15,1-9 16,-1 1-16,9-1 16,1 0-1,-10 0-15,0 1 16,0-1-1,10 0-15,0 0 16,-1 0-16,1 1 16,9-10-1,0 0-15,0 0 16,0 0-16,0 0 16</inkml:trace>
  <inkml:trace contextRef="#ctx0" brushRef="#br0" timeOffset="15811.44">30132 5058 0,'0'0'0,"0"0"16,0 0-16,0 0 31,0 0-31,0 0 0,0 0 16,0 0 0,0 0-16,0 0 15,0 0-15,0 0 16,0 9-1,0 0 1,9 10-16,1 8 16,9 10-16,-19-37 15</inkml:trace>
  <inkml:trace contextRef="#ctx0" brushRef="#br0" timeOffset="18269.34">30367 5206 0,'0'0'0,"0"0"16,0 0-16,0 0 16,0 0-1,0 0-15,0 0 16,0 0 0,0 0-16,0 0 15,0 0-15,0-19 16,-9-9-1,-1-27-15,10 55 16</inkml:trace>
  <inkml:trace contextRef="#ctx0" brushRef="#br0" timeOffset="21955.07">26858 2224 0,'0'0'0,"-9"0"0,-29 0 15,-18 0 1,-38 10-16,18 8 15,-27 10 1,-19 9-16,-10 9 16,19 0-16,-9 19 15,-19 27 1,28 0-16,19-9 16,9-9-1,-19 9-15,-18 28 16,9 0-16,19-19 15,-28 28 1,-10 28-16,19-10 16,38-18-16,-19 55 15,19-27 1,-1 9-16,-8 55 16,18-73-1,0 45-15,19-18 16,-9 28-1,-1 28-15,-18 18 16,0 9-16,9 37 16,19-74-1,19 47-15,28-84 16,9 74 0,0-73-16,29 101 15,-10-65-15,19 56 16,10-10-1,-1 10 1,1-47-16,-1 1 16,19 18-16,1-37 15,18 18-15,9-9 16,1 1 0,18-1-1,28-9-15,-9 19 16,10-29-1,9-17-15,-28-47 16,65 19-16,-9-1 16,10-27-1,-10-9-15,-9 0 16,18 0-16,-46-28 16,56 9-1,-47-37-15,9 1 16,47 18-1,-65-28-15,65-9 16,-46-19-16,46-9 16,-37 1-1,-10-20-15,57-8 16,-85-10 0,66-27-16,-28-1 15,18-36 1,20-19-16,-67 19 15,29 9-15,-29 9 16,10-18 0,28-56-16,-37 19 15,18-46 1,19-10-16,-56 56 16,38-37-16,-11 18 15,-27 19 1,19-37-1,9 9-15,-48 27 16,11-73-16,-29 37 16,19-46-1,-19 37-15,0-47 16,-28 47 0,9-38-16,0-8 15,-9-37-15,-9-1 16,8-82-1,-18 73-15,-9 46 16,0-8 0,-10 36-16,0 28 15,-9-28-15,-10 37 16,1-37 0,9 28-16,9-28 15,0 0 1,-9 19-16,-19-10 15,-10 29-15,-8 8 16,-1 0 0,-9 1-1,-1 27-15,11 55 16,-11-37-16,-8 1 16,-10 18-16,-19-19 15,-9-8 1,-10 8-16,19 19 15,10 9 1,-20-9-16,-18-9 16,-9-1-1,18 20-15,10 17 16,-29 1-16,-18-1 16,19 10-1,9 0-15,-10-9 16,-18-1-1,-1 1-15,20 9 16,-1 0 0,-46 0-16,28 18 15,18 0-15,-46-9 16,18 19 0,28-1-16,-8 1 15,-20-10 1,10 1-16,18-1 15,-18-9-15,-10 9 16,19 1 0,0 8-16,-9 1 15,-10-1 1,19 1-16,1 9 16,-30-10-16,11 1 15,18 8 1,-9 10-16,-20 0 15,20 0 1,9 0-16,-47 0 16,29 0-16,18 0 15,0 10 1,-19 8-16,19-9 16,0 10-1,-9-1-15,0 10 16,9-10-1,28 1-15,1-1 16,-11 1 0,1-1-16,19-9 15,9 10-15,29-10 16,8 0 0,29-9-16</inkml:trace>
  <inkml:trace contextRef="#ctx0" brushRef="#br0" timeOffset="22791.64">27310 628 0,'0'0'0,"0"0"16,0 0-16,0 0 15,0 0 1,0 0-16,0 0 15,0 0-15,-10 0 16,-18 0 0,-19 9-16,-19 28 15,10-19 1,-10 38-16,0 45 16,10 10-1,27-28-15,1 28 16,19 9-16,9-28 15,19-27 1,9-10-16,19-18 16,28 0-1,10-19-15,9 1 16,9-28 0,-9-10-16,0-9 15,-18-9-15,-20 1 16,-9-11-1,0 1-15,-19 9 16,-9 10-16,0 8 16,-19 19-1</inkml:trace>
  <inkml:trace contextRef="#ctx0" brushRef="#br0" timeOffset="23059.96">27695 1135 0,'0'0'0,"0"0"16,0 0-1,0 0-15,19-18 16,38-19-16,46-9 16,1 0-1,-29-1-15,-28 20 16,-9 8-16,-10 1 15,0 9 1,-9-19-16,0 19 16,-10-1-1,-9 10-15,0 0 16</inkml:trace>
  <inkml:trace contextRef="#ctx0" brushRef="#br0" timeOffset="23345.06">27921 674 0,'0'0'0,"0"0"16,0 0-16,0 0 16,10 9-16,-1 0 15,0 19 1,10 0-16,0 18 15,0 28 1,0-1-16,-1 1 16,1-18-16,-9 8 15,-1-27 1,10 9-16,0-18 16,0 0-1,-19-28-15</inkml:trace>
  <inkml:trace contextRef="#ctx0" brushRef="#br0" timeOffset="23730.64">28646 941 0,'0'0'0,"0"0"16,0 0-16,18 0 31,39-36-31,27 8 0,20 0 15,-19 10 1,-10 8-16,-9-17 16,-10 27-1,-9-19-15,-19 10 16,1 0 0,-11 0-16,-8 9 15,-10 0-15,0 0 16</inkml:trace>
  <inkml:trace contextRef="#ctx0" brushRef="#br0" timeOffset="24006.69">29012 489 0,'0'0'0,"0"37"0,10 9 16,-1 19 0,1-19-16,8 92 15,-8-18 1,-1-18-16,10-10 16,-9-36-16,-1-19 15,0-10 1,1-8-16,-1-1 15,-9-18-15</inkml:trace>
  <inkml:trace contextRef="#ctx0" brushRef="#br0" timeOffset="26195.18">27451 13245 0,'0'0'0,"0"0"16,0 0-16,9 0 16,10 0-1,19 9-15,37 37 16,19 28 0,38 27-16,18 47 15,-46-28 1,-29-28-16,-9-18 15,-19-19-15,-10-8 16,-18-20 0,-9-17-16,9-1 15,-1-9 1,-18 0-16</inkml:trace>
  <inkml:trace contextRef="#ctx0" brushRef="#br0" timeOffset="26456.58">28166 13115 0,'0'0'15,"0"0"-15,-10 28 0,-27 74 16,-20 36-1,1 28-15,-19 28 16,18 0-16,1 0 16,27-93-1,11-27-15,-1-19 16,9-18 0,10-37-16</inkml:trace>
  <inkml:trace contextRef="#ctx0" brushRef="#br0" timeOffset="26918.18">28702 13577 0,'0'0'0,"9"-9"16,20-38 0,8-17-1,10 8-15,0 1 16,-9 18 0,-10 19-16,-9 8 15,9 20-15,10 27 16,-1 36-16,20 75 15,-19 27 1,-20-8 0,-8-10-16,-10-47 15,-10-36-15,-8-18 16,-11 17 0,-8 1-16,-10-18 15,9-20 1,10-8-16,9-9 15,0-1-15,10-9 16,-1 1 0,10-10-16,0 0 15</inkml:trace>
  <inkml:trace contextRef="#ctx0" brushRef="#br0" timeOffset="27527.95">29991 13134 0,'0'0'0,"0"0"15,-10-9 1,1-1 0,-10-8-16,-9-1 15,-10 10-15,-9 0 16,-9 9 0,9 9-16,0 19 15,0 18-15,-10 28 16,10 18-1,10-18-15,8 9 16,20-9-16,0-9 16,9-19-1,9-19-15,0-17 16,1-1 0,-1-9-16,10-9 15,19-19 1,9-18-16,0 0 15,0-10 1,0-8-16,-10 8 16,-18 10-16,0 9 15,-10 9 1,1 19-16,-10 9 16,9 0-1,10 19-15,9 18 16,-9 0-16,0-1 15,0 1 1,9 0-16,-28-37 16</inkml:trace>
  <inkml:trace contextRef="#ctx0" brushRef="#br0" timeOffset="27863.81">30132 12912 0,'0'0'0,"0"0"0,9 19 15,20 8 1,8 20-16,10 8 16,0 10-16,-9-10 15,-10-9 1,-9-18-16,-10-19 15,1 0-15,-10-9 16,9 0 0,10-18-16,0-19 15,9-19 1,10-27-16,9 0 16,9 0-1,-9 37-15,-47 46 16</inkml:trace>
  <inkml:trace contextRef="#ctx0" brushRef="#br0" timeOffset="28427.73">31176 12746 0,'0'0'0,"0"0"16,-9-9-1,-1-10 1,-8 1-16,-1-10 16,-10 10-16,1-1 15,0 1 1,0 9-16,0 9 15,-1 9 1,1 19-16,-9 36 16,-1 38-1,10-1-15,18 19 16,10-18-16,10-28 16,-1-19-1,10-18-15,-10-19 16,10-8-16,9-10 15,1-19 1,18-9-16,0-18 16,0-18-1,-10-10-15,1-37 16,-10 28-16,0 9 16,-18 28-1,-1 18-15,1 10 16,-10 18-1,0 0-15,9 9 16,19 19 0,29 9-16,74 18 15,-131-55-15</inkml:trace>
  <inkml:trace contextRef="#ctx0" brushRef="#br0" timeOffset="29104.98">27686 15229 0,'0'0'0,"0"0"15,9 0 1,29-9-16,66-28 16,37-19-1,19-17-15,75-29 16,-66 28-16,113-18 16,-28 0-1,19-1-15,-9 1 16,-48 18-16,47-9 15,-46 19 1,55-29-16,-65 19 16,29 10-1,-67 18-15,0 9 16,-28 18-16,-47 10 16,-28 9-1,-9 9-15,-57-9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5-11-24T14:21:50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5278 7171 0,'0'0'0,"0"0"0,0 0 16,0 10-1,0 8-15,0 19 16,9 28-1,-9 64-15,0 0 16,9 37 0,-9 56-16,10-47 15,-1 74-15,10-83 16,0 74 0,0-55-16,9 64 15,0-55 1,10 83-16,-10-56 15,10 47-15,-10-28 16,9 0 0,-18-9-16,0-28 15,-10 0 1,10 0-16,0-37 16,0 37-1,-10-46-15,10 18 16,-9-8-16,-1-38 15,0 0 1,-9-18-16,10-37 16,-10-74-16</inkml:trace>
  <inkml:trace contextRef="#ctx0" brushRef="#br0" timeOffset="3275.54">5231 7171 0,'0'0'0,"0"0"16,0 0-16,0 0 16,0 0-1,0 0-15,0 0 16,0 0 0,0 0-16,0 0 15,18-9 1,11 0-16,8 0 15,20-10 1,18-8-16,0-1 16,0 9-16,29-8 15,18-1 1,-28 0 0,-9 10-16,37-1 15,10 1-15,-19 0 16,19 8-16,27-8 15,-27-1 1,-19 1-16,19-10 16,18 10-1,-27-10-15,-1 0 16,38 1-16,-38-10 16,-9 18-1,28-8-15,10-1 16,-39 0-1,-8 19-15,28-9 16,-1-1 0,-37 1-16,38-1 15,19 1 1,-38 9-16,-1-10 16,20 1-16,-10 8 15,-18 1 1,-1-9-16,10-1 15,0 1 1,-19-1-16,-9 1 16,9-1-16,19 1 15,-10-1 1,-18 1-16,9 0 16,0-1-1,19 1-15,-28-1 16,-10 1-16,0-1 15,1 1 1,18-1-16,0 1 16,-19 9-1,-9-1-15,0 1 16,9-9-16,19-1 16,-9 1-1,-20 9-15,-8-1 16,9 1-1,9 0-15,10-10 16,-10 10 0,0 0-16,-9-9 15,-9 8-15,-1 1 16,0 0 0,1 0-16,-10-1 15,0 1 1,9 9-16,1 0 15,-10 0-15,0 0 16,0 0 0,0 9-16,0 1 15,0 8 1,9 10-16,1-1 16,-10 10-16,0 10 15,-9 17 1,9 19-16,0 9 15,-10-8 1,10 17-16,-9 19 16,-10 0-1,0-18-15,10 18 16,-10-19 0,1 1-16,-1-10 15,0 0-15,-9 28 16,0 9-1,-1-36-15,-8 17 16,9 20 0,-10-1-16,0-18 15,1 9 1,-10 27-16,9-45 16,1 9-16,-1 18 15,0 0 1,1-18-16,-10 9 15,9 9 1,1-18-16,-1-19 16,1 0-1,-1 19-15,10-9 16,0-10-16,-10-9 16,0 9-1,10 10-15,-9-10 16,-1-9-1,0-9-15,1 18 16,-1 19-16,1-19 16,-1-9-1,0-9-15,1 0 16,-1 9-16,1 9 16,-1-18-1,0-18-15,1 8 16,-1-8-1,-9-1-15,0 0 16,0 1 0,0-10-16,0-9 15,0 0-15,0 0 16,10-10 0,-10-8-16,0-1 15,-10 1 1,1-1-16,-1 1 15,-8-1-15,-11 10 16,-18-1 0,-9-8-16,0 9 15,-20-1 1,-27 10 0,-10-9-16,9 0 15,1 9-15,-38-1 16,19-8-16,9-9 15,-19 8 1,-9 1-16,19 0 16,-10-1-1,-38 1-15,39-9 16,8 8 0,-27 1-16,9 0 15,28-1 1,-47 1-16,10 0 15,27-1-15,-37-8 16,10-1 0,27 10-16,-18-10 15,-28 1 1,56-1-16,-9 1 16,-29-1-16,10 1 15,38-10 1,-29 0-16,0 0 15,10 1-15,9-1 16,-19 9 0,20-8-16,8-1 15,10 0 1,-19 0-16,0 0 16,19 1-1,9-1-15,-9 0 16,-18 10-1,8-10 1,19 0-16,10 0 16,-19 10-16,-9-1 15,8-9-15,11 10 16,-1-1-16,0 1 16,-18-1-1,18 1 1,10-1-16,9-9 15,0 1-15,-9-1 16,-10 0 0,10 0-16,9 1 15,10-1-15,9 0 16,-10 0 0,1 0-1,0 1-15,-1-1 16,-9 0-1,19-9-15,10 0 0,-1 0 16,0 0 0,1 9-16,-1-9 15,0 10 1,-9-10 0,0 0-16,0 0 15,10 0-15,-1 0 16,10 0-16,0 0 15,9 0 1,9 0-16,1 0 16,0 0-1,-1 0-15,1 0 16,-1 0-16,1 0 16,0-10-1,-1 1-15,1 0 16,9 0-1,-10-1-15,1-8 16,9 0 0,-10-19-16,10 0 15,-9-28-15,9 65 16</inkml:trace>
  <inkml:trace contextRef="#ctx0" brushRef="#br0" timeOffset="7820.91">5964 5556 0,'0'0'0,"-19"19"0,-9 8 0,0 10 16,9-9 0,-9 18-16,9-9 15,10 0 1,-1-9-1,10-10-15,10 1 0,18-1 16,10 1 0,18-1-16,1 0 15,-1 1 1,0-1-16,1 1 16,-10-1-1,-9 10-15,-10 0 16,-9-1-1,-10 1-15,-18 18 16,-29 10-16,0-1 16,-18-9-1,-10 0-15,0-9 16,10-9 0,18-10-16,10-8 15,18-10-15,10 0 16</inkml:trace>
  <inkml:trace contextRef="#ctx0" brushRef="#br0" timeOffset="8477.62">6275 5649 0,'0'0'0,"0"0"16,0 0-16,0 0 15,0 0 1,0 0-16,0 0 16,0 9-16,9 18 15,1 10 1,8 19-16,1-10 16,0-9-1,9-9-15,-9-10 16,9 0-1,-9-8-15,0-10 16,9 0 0,0-10-16,1-17 15,-1-10-15,0-9 16,0 0 0,-9-1-16,0 10 15,-10 10 1,1 8-16,-1 10 15,-9 9 1,0 0-16,0 0 16,0 0-16,9 9 15,10 10 1,0 8-16,9 10 16,1 0-16,-1 0 15,-9-9 1,-1-10-16,1 1 15,-19-19 1</inkml:trace>
  <inkml:trace contextRef="#ctx0" brushRef="#br0" timeOffset="8818.93">7093 5427 0,'0'0'0,"0"0"15,0 0-15,0 0 16,10 9 0,-1 10-16,0 8 15,10 20-15,9 26 16,10 20-1,0-1 1,-10-18-16,-9-19 16,0 10-16,-1-10 15,-8 1 1,-1-10-16,1-9 16,-1 0-1,-9-10-15,0-27 16</inkml:trace>
  <inkml:trace contextRef="#ctx0" brushRef="#br0" timeOffset="9238.36">7074 5538 0,'0'0'0,"0"0"16,0 0-1,0 0-15,0 0 16,10-9 0,9-1-16,9-8 15,9-10 1,10-9-16,1 19 15,-11 9 1,1 9-16,-1 9 16,-8 0-16,-11 9 15,1 1-15,-9 9 16,-1-1 0,-9 10-16,-9 9 15,-1 1 1,1-11-16,-10 1 15,10-9 1,-1-9-16,10-19 16</inkml:trace>
  <inkml:trace contextRef="#ctx0" brushRef="#br0" timeOffset="10269.37">7846 5621 0,'0'0'0,"0"0"16,0 0-16,0 0 16,0 0-16,0 0 15,0 0-15,0-9 16,9-10 0,1 1-16,-10-10 15,9-9 1,-9-9-16,9-9 15,-9 8 1,0 11-16,0 8 16,0 0-16,-9 10 15,0-1 1,-1 10-16,1 0 16,-1 0-1,1 9-15,0 0 16,-10 0-1,0 9-15,-9 9 16,-10 19-16,10 9 16,0 0-1,9 1 1,9-11-16,10 1 16,10-9-16,9 0 15,-1-1 1,20-8-16,0-1 15,-1-8 1,-8-10-16,8 0 16,-9-10-16,1 1 15,-11-9 1,1-10-16,0 0 16,0-18-16,-10 9 15,1 0 1,-10 0-16,0 10 15,0 8 1,9 1-16,1-1 16,-1 1-1,10 9-15,-10-1 16,10 1 0,9 9-16,0 0 15,10 19-15,0 18 16,-1 9-1,-8-9-15,-1 0 16,-9-10-16,-10 1 16,0-10-1,1 1-15,-1-10 16,-9-9 0,0 0-16,0 9 15,0-9-15,0 0 16,10-9-1,8-37-15,11-28 16,-1 0 0,9 0-16,1 10 15,-38 64 1</inkml:trace>
  <inkml:trace contextRef="#ctx0" brushRef="#br0" timeOffset="13831.84">8928 4495 0,'0'0'0,"0"0"0,0 0 0,0 0 15,0 9 1,0 10-16,0-1 16,-10 10-16,1-1 15,-1 10 1,1 0-16,0 28 16,-1 27-1,1 0-15,-1-18 16,10 0-1,10-9-15,-1 18 16,1-19-16,-1-17 16,10-11-1,9-8-15,10-19 16,9 1 0,0-10-16,0-10 15,9-8-15,1-10 16,-1-9-1,1-9 1,-10 9-16,0 0 16,-19 0-16,0 0 15,-9 1 1,0-11-16,-10 1 16,-9 0-16,-9-19 15,-10 10 1,-9 0-16,-10 9 15,0-1 1,1 11-16,-10-1 16,0 9-16,9 9 15,-18 10 1,-1 9 0,-9 19-16,10 8 15,9 1-15,9 0 16,38-28-1</inkml:trace>
  <inkml:trace contextRef="#ctx0" brushRef="#br0" timeOffset="14679.64">9755 4209 0,'0'0'0,"0"0"15,0 0 1,0 18-16,10 38 16,-1 54-1,1 10-15,9-9 16,-1 18 0,-8-36-16,-1-20 15,1-36 1,-1-9-16,-9-10 15,0-8-15,0-10 16,0 0 0,0 0-16,0 0 15,19-19-15,18-27 16,-8 9 0,8 0-16,1 0 15,0 10 1,-1 8-16,-9 10 15,10 9 1,-10 0-16,10 9 16,-10 10-1,0-1-15,-9 10 16,0 9-16,-10 0 16,-9 0-1,0-1-15,-9 1 16,0-9-16,-10 0 15,0-1 1,0-8-16,0-10 16,0 0-1,-9 10-15,-9-10 16,-1-9 0,0 9-16,38-9 15</inkml:trace>
  <inkml:trace contextRef="#ctx0" brushRef="#br0" timeOffset="16121.13">9774 5039 0,'0'0'15,"0"0"-15,0 0 16,0 0-16,0 0 16,0 0-1,0 0 1,0 0-16,0 0 15,0 0-15,0 0 16,0 0-16,0 0 16,0 10-1,0-1-15,0 0 16,10 10 0,-1-1-16,1 0 15,-1 1 1,10-1-16,-10 1 15,10-1-15,0-8 16,18-1 0,-37-9-16</inkml:trace>
  <inkml:trace contextRef="#ctx0" brushRef="#br0" timeOffset="23697.76">6406 7901 0,'0'0'0,"0"0"0,0 0 16,0 0-16,0 0 16,10 27-1,9 38-15,-1 27 16,1 56-16,0 18 16,-9-37-1,-1 0-15,-9-9 16,0-46-1,0-18-15,0-19 16,0-10-16,0 1 16,0-10-1,0-8-15,0-1 16,0 0 0,0 0-16,0 1 15,0-10 1,0 0-16,9 9 15,1-9-15,27 0 16,39-19 0,37-18-16,-1-9 15,30-18 1,17-10-16,-27 18 16,19 10-1,-1 9 1,-37 19-16,-28-1 0,18 1 15,10 9 1,-19-1-16,-19 10 16,-28 0-1,-9 0-15,-10 0 16,1 0-16,-11 0 16,-8 0-1,9-9-15,-1-18 16,1-38-1,-19-27-15,0-1 16,0-36-16,-9-28 16,9 47-1,0 17-15,0 19 16,9 10 0,-9 8-1,0 19-15,0 1 16,0 8-16,0 9 15,0 10-15,0 0 16,-9 0 0,-1-1-16,-8 1 15,-11 0 1,-27 9-16,-19 0 16,-1 9-1,-8 10-15,-29 18 16,-9 0-1,-1-1-15,20-8 16,-10-9-16,-19 8 16,19-8-1,29-10-15,-29 9 16,0 1 0,9-1-16,39-8 15,-1 8-15,0 1 16,-9-1-1,9 0-15,9-8 16,10-1 0,10 0-16,8 0 15,1-9-15,9 0 16,10 0 0,0 0-16,-1 10 15,10-10 1,0 0-16</inkml:trace>
  <inkml:trace contextRef="#ctx0" brushRef="#br0" timeOffset="24386.61">7112 9387 0,'0'0'0,"0"0"16,0 0 0,0 0-16,0 9 15,0 9 1,0 10-16,0 9 15,-9 37 1,9 0-16,0-1 16,0-8-1,0-19-15,0-9 16,0 0-16,9-9 16,0-10-1,10 1-15,0-10 16,9 0-1,19-9-15,-9-9 16,9-19-16,0-18 16,0-28-1,-47 74-15</inkml:trace>
  <inkml:trace contextRef="#ctx0" brushRef="#br0" timeOffset="24613.35">7159 9156 0,'0'0'0,"0"0"15,0 0-15,0 0 16</inkml:trace>
  <inkml:trace contextRef="#ctx0" brushRef="#br0" timeOffset="26093.79">9831 7144 0,'0'0'0,"0"0"15,0 0-15,0 0 16,9 27-1,1 38-15,-1 92 16,-9 28 0,0 36-16,9-55 15,1-55-15,9-28 16,-1-9 0,-8-10-16,9-8 15,-10-10-15,0-9 16,1-9-1,-10-1-15,0-8 16,0-10 0,0 0-16,0 0 15,0 1 1,9-1-16,1 0 16,8 0-16,1-9 15,10 0 1,36-18-16,29-19 15,29-9 1,-1-10-16,19 1 16,28-10-1,-46 29-15,18-1 16,9 0-16,-27 18 16,-29 1-1,9-1-15,-9 10 16,-9 9-16,-19 0 15,-19 0 1,-9 0-16,-10 0 16,-9 0-1,-10 0-15,0-9 16,10-10 0,0-18-16,0-27 15,0-19-15,-10-37 16,0-46-1,1 55-15,-1 9 16,1 19 0,-10 0-16,9 28 15,-9 9-15,0 9 16,0 9 0,0 0-1,0 10-15,-9 0 16,-1 8-16,1 1 15,-10 0 1,-19 0-16,-27 9 16,-30 0-1,11 9-15,-20 19 16,-37 8-16,-9 1 16,-1 0-1,-28 0-15,38-9 16,28-10-1,-28 10-15,10 0 16,27-10-16,10 1 16,-19-1-1,19-9-15,28 1 16,10-1 0,18 0-16,10-9 15,9 9 1,10 0-16,9 1 15,0-10-15</inkml:trace>
  <inkml:trace contextRef="#ctx0" brushRef="#br0" timeOffset="26888.48">10668 9073 0,'0'0'0,"0"0"15,0 0-15,0 0 16,9-9 0,10-10-16,9 1 15,10-10 1,9-9-16,-9 0 15,-1 0 1,-8 9-16,-1 10 16,-9 0-16,-10 8 15,10 1 1,-10 9-16,10 9 16,9 28-1,1 19-15,-11-1 16,11 19-16,-1 18 15,-9 0 1,-10-9 0,-9-27-16,0-10 15,0 0-15,-9 0 16,-10 0-16,0 1 16,0-10-1,-9-1-15,-10 11 16,1-10-1,-1-10-15,0 1 16,1-10 0,-1 1-16,10-10 15,28-9-15</inkml:trace>
  <inkml:trace contextRef="#ctx0" brushRef="#br0" timeOffset="27191.38">10903 8427 0,'0'0'0,"0"0"15,0 0-15</inkml:trace>
  <inkml:trace contextRef="#ctx0" brushRef="#br0" timeOffset="32837.28">6642 11556 0,'0'0'0,"0"0"0,0-10 16,0 1-16,9 0 16,0-10-1,10 1-15,9-1 16,1 10-1,-1 0-15,0 0 16,0 0 0,1 9-16,-1 0 15,-9 0-15,-1 0 16,1 0 0,9 0-16,1 0 15,8 9 1,1 0-16,0 0 15,9 0 1,-10 1-16,1-10 16,0 0-16,9-10 15,-10-8-15,10 0 16,0-1 0,10 1-16,-1-1 15,1 10 1,-1-10-16,-18 10 15,-1 0 1,-8 0-16,8-10 16,-9 1-1,1-1-15,8-8 16,1-1-16,-1 10 16,1-1-1,9 10-15,-9 9 16,-1 0-1,10 9-15,0-9 16,-9 9 0,9-9-16,10-9 15,18-19 1,0-9-16,10 1 16,-10-1-16,10 9 15,18 0 1,1 10-16,-104 18 15</inkml:trace>
  <inkml:trace contextRef="#ctx0" brushRef="#br0" timeOffset="33926.08">6820 12045 0,'0'0'0,"0"0"15,0 0 1,0 0-16,0 0 16,0 0-16,0 0 15,0-10 1,10-8-16,-1-10 16,10 1-16,0-10 31,0 18-31,9 1 0,0 9 15,10-1 1,18 10-16,1 0 16,18 0-1,-19 0-15,-9 0 16,0-9 0,-9 0-16,0 9 15,9 0-15,0 0 16,0 0-1,0 0 1,-10 9-16,1 0 16,0-9-16,-1 0 15,-8-9 1,-1 0-16,9-10 16,10 1-1,0-1-15,0 1 16,1 0-16,-11 8 15,10 1 1,-9 0-16,-1 0 16,1-1-1,0-8-15,9-19 16,9 0-16,19-18 16,1 9-1,-20 9-15,1 9 16,-10 10-1,-10 8-15,1 10 16,0 10-16,9-1 16,9 0-1,19-18-15,1 0 16,-1-10 0,0-9-16,-75 28 15</inkml:trace>
  <inkml:trace contextRef="#ctx0" brushRef="#br0" timeOffset="34750.87">7009 12552 0,'0'0'0,"0"0"16,0-9-1,9-19-15,0-9 16,20 1 0,-1 8-16,9 0 15,10 1-15,10 8 16,-1 1 0,-18-1-16,0 1 15,9-19 1,18-9-16,11-1 15,-1 11-15,-9 17 16,-10 10 0,-9 9-16,0 9 15,0 10 1,-9-1-16,0 0 16,9 1-1,0-19-15,19-9 16,-1-1-16,1-17 15,-9-1 1,9-9-16,9 9 16,-9 10-1,-10 18-15,1 9 16,-10 0 0,0 1-16,9-10 15,29-10-15,37-17 16,-28-10-1,0-19-15,10 1 16,-1 9 0,-18 18-16,-85 28 15</inkml:trace>
  <inkml:trace contextRef="#ctx0" brushRef="#br0" timeOffset="36061.01">10047 10919 0,'0'0'0,"0"0"0,0 0 16,0 0-16,-9 0 15,-1 0 1,-18 9-1,-10 19-15,1 18 16,9 0-16,9 0 16,0-9-1,10-9-15,9-1 16,9-8 0,19-1-16,38 10 15,0-10-15,-10 1 16,1-1-1,-10 1-15,-10-1 16,-8 1-16,-11-1 16,-8 1-1,-10 18-15,-10-1 16,-8-8 0,8 0-16,1-10 15,9-18-15</inkml:trace>
  <inkml:trace contextRef="#ctx0" brushRef="#br0" timeOffset="36658.99">10292 10476 0,'0'0'16,"0"0"-16,0 0 15,0 0-15,0 0 16,9 18-1,1 19-15,8 46 16,1 0-16,9 19 16,1-19-1,-1 0-15,-9-28 16,-1 1 0,-8-29-16,-1-8 15,1-1-15,-10-9 16,0-9-1,0 0 1,0-9-16,0-19 16,9-8-16,10-1 15,0 0-15,0 9 16,-1 0 0,1 1-16,0 8 15,0 10 1,9 9-16,0 0 15,-9 9 1,9 10-16,-9 18 16,0 0-16,-10 9 15,1-9 1,-1-1-16,-9-36 16</inkml:trace>
  <inkml:trace contextRef="#ctx0" brushRef="#br0" timeOffset="37180.62">11063 10596 0,'0'0'0,"0"0"16,0 0 0,0 0-16,0 0 15,0 18 1,0 1-16,0 17 16,0-36-16,-19 222 15,19-222 1,0 9-1,10 28-15,-1 0 16,1 0-16,-1 0 16,0-9-16,1-10 15,-1-9 1,10 0-16,0-9 16,9 0-1,0-18-15,0 0 16,-9-10-16,-9 0 15,-1 1 1,-9-1-16,-9 0 16,-10-9-1,0 0-15,-19-9 16,10 18-16,0 19 16,28 9-1</inkml:trace>
  <inkml:trace contextRef="#ctx0" brushRef="#br0" timeOffset="38804.61">11204 10605 0,'0'0'0,"0"0"16,0 0-16,0 0 15,0 0 1,0 0-16,0 0 15,0 0 1,0 0-16,10 0 16,8 9-16,11 19 15,-1 9 1,10 9-16,-1-9 16,1 9-1,-10-9-15,0 0 16,0-10-16,1 1 15,-11-9 1,1-10-16,-9 0 16,-1-9-1,1-9-15,8-10 16,-8-8 0,-1-1-16,1-9 15,-1 0-15,0 0 16,-9 10-1,0 8-15,0 10 16,0 9 0,0 0-16,0 0 15,0 0-15,10 9 16,9 0 0,-1 10-16,1-10 15,9 0 1,1 0-16,-11 1 15,11-1 1,-10-9-16,-1 0 16,1-9-16,0-1 15,-10-17 1,1-1-16,-1-9 16,-9 0-1,0 0-15,-9 0 16,-19-9-1,-10 0-15,-9 9 16,0 10 0,0 8-16,19 10 15,9 9-15,9 0 16,1 9 0,9 0-16,0-9 15</inkml:trace>
  <inkml:trace contextRef="#ctx0" brushRef="#br0" timeOffset="39163.19">12211 10282 0,'0'0'0,"0"0"0,0 0 15,9 18 1,1 1-16,8 27 15,1 0 1,0 9-16,0-18 16,-10-9-1,1-10-15,-10-8 32,0-10-32</inkml:trace>
  <inkml:trace contextRef="#ctx0" brushRef="#br0" timeOffset="39322.87">11976 9903 0,'0'0'0,"0"0"15,0 0 1,0 0-16</inkml:trace>
  <inkml:trace contextRef="#ctx0" brushRef="#br0" timeOffset="39896.28">12549 10337 0,'0'0'0,"0"0"0,0 0 16,0 0 0,0 0-16,0 0 15,0 0-15,0 0 16,10 0-1,9 9-15,18 10 16,10 9 0,0 36-16,10 28 15,-20-8 1,-18-20-16,0-8 16,-9 27-16,-20 9 15,-18 0 1,0-9-1,-10-18-15,-9-1 16,0-17-16,19-20 16,0-8-1,9-10-15,19-9 16</inkml:trace>
  <inkml:trace contextRef="#ctx0" brushRef="#br0" timeOffset="40132.83">12474 9913 0,'0'0'0,"0"0"15,0 0 1,10 9-16,-10-9 16</inkml:trace>
  <inkml:trace contextRef="#ctx0" brushRef="#br0" timeOffset="40598.14">12963 9765 0,'0'0'0,"0"0"0,0 0 16,0 0-1,0 0 1,0 9-16,-9 19 15,0 18-15,-1 9 16,1 75 0,-1-10-16,10-37 15,10-19-15,-1-8 16,10-1 0,9-18-16,0-9 15,10-10-15,0-9 16,9-9-1,-47 0 1</inkml:trace>
  <inkml:trace contextRef="#ctx0" brushRef="#br0" timeOffset="40895.91">13086 9654 0,'0'0'0,"0"0"0,0 0 16,9 0 0,10 9-16,28 28 15,19 19-15,0 18 16,28 27-1,-28 47-15,-29-19 16,-37-18 0,-19 36-16,-28 1 15,-9-28-15,56-120 16</inkml:trace>
  <inkml:trace contextRef="#ctx0" brushRef="#br0" timeOffset="41711.97">10348 11629 0,'0'0'0,"0"0"16,0 0-16,0 0 16,0 0-1,-9 0-15,-1 10 16,-8-1 0,-11 0-16,1 0 15,0 1-15,-10-1 16,38-9-1</inkml:trace>
  <inkml:trace contextRef="#ctx0" brushRef="#br0" timeOffset="44284.36">10028 11011 0,'0'0'0,"0"0"0,0 0 16,0 0-1,0 0-15,0 0 16,0 0 0,-9 0-16,-1 0 15,1 0 1,0 9-16,-10 0 15,0 1-15,0-1 16,0 0 0,1 0-1,8 1-15,1 8 16,-1 0-16,1 1 16,-10 9-16,10-10 15,-1 1 1,1-1-16,9-9 15,0 0 1,0 1-16,0 8 16,0-9-1,0 1-15,0-1 16,9 0 0,1 0-16,9 1 15,-1-1 1,11 0-16,-1 0 15,9-9-15,-8 0 16,-1 0 0,-9 0-16,0 9 15,-1 1-15,-8-10 16,9 9 0,-1 0-16,1 0 15,0 10 1,0-1-16,0 1 15,-10 8-15,0-8 16,1 9 0,-10-1-16,0-8 15,0-1 1,0 1-16,0-1 16,0 1-1,-10-1-15,1 1 16,0-1-16,-10 0 15,0 1 1,0-1-16,-9 1 16,0-1-1,0 1 1,-10-10-16,0 0 16,10-9-16,9 0 15,0 0-15,1 0 16,8 0-1,1 0-15,-1 0 16,10 0 0,0 0-16,0 0 15,0 0-15,0 0 16,0 0 0</inkml:trace>
  <inkml:trace contextRef="#ctx0" brushRef="#br0" timeOffset="102241.37">19295 4726 0,'0'0'0,"0"0"0,0 0 16,0 0 0,0 9-16,0 28 15,9 55 1,0 37-16,1 111 16,-10-55-1,0 27-15,9-46 16,1 10-16,8 8 15,11-18 1,-1 19-16,10-1 16,-10 38-1,0-19-15,10 28 16,-1 0-16,-9 18 16,-9-28-1,9 75-15,-9-93 16,10 74-1,-1-74-15,0 55 16,0-36-16,0 8 16,1-8-1,-1-10-15,9-37 16,1 47 0,-19-65-16,19 27 15,-10-17-15,-9-29 16,9 28-1,-9-46-15,-19-120 16</inkml:trace>
  <inkml:trace contextRef="#ctx0" brushRef="#br0" timeOffset="104526.09">19210 4707 0,'0'0'0,"0"0"0,0 0 15,0 0 1,0 0-16,0 0 16,9 9-1,1 1 1,9-1-16,18 0 15,38 0-15,1-9 16,18 0 0,56 0-16,10-9 15,-9-9-15,56-1 16,-47 10 0,37-19-16,1 10 15,-20-10 1,39-9-16,-38 0 15,75-18-15,-85 27 16,66-18 0,-19 0-16,-9 18 15,-18 0 1,-1-8-16,28 8 16,-56 9-1,47-8-15,-38-1 16,1-9-16,18 9 15,-38-8 1,38-1-16,-28 9 16,-9 9-1,18-8-15,-28-1 16,-9 10-16,19-1 16,-20 1-1,-18-1-15,38 1 16,-10-1-16,-28 1 15,-10-1 1,29 1-16,-19-1 16,-29 10-1,1-9 1,9-1-16,0 1 16,-9-1-16,-10 1 15,-18-1-15,-1 10 16,1 0-1,8 0-15,1 0 16,-9-1 0,-1 1-16,-9 9 15,0 0 1,0 0-16,0 0 16,0 0-1,19 0-15,9 9 16,-9-9-16,-9 0 15,-1 10 1,1-10-16,8 0 16,1 9-1,-9-9-15,-1 0 16,-9 0-16,10 0 16,-10 0-1,0 0 1,0 0-16,0 0 15,0 0-15,9 0 16,-18 9 0,0-9-16,-1 9 15,-9-9-15,-9 0 16,9 9 0,-9 1-16,0-1 15,0 0-15,0 0 16,0 1-1,-1 8-15,1 1 16,0 8 0,9 19-16,0 10 15,1 27 1,-11 0-16,1-9 16,0 9-1,-10 9-15,1 19 16,-1-10-16,1-8 15,-10 8 1,0 28-16,0-18 16,-10 0-1,10 37-15,0-10 16,0-9 0,0 28-16,10 0 15,-1-28-15,1 19 16,-1 18-1,10-37-15,0 37 16,-1-9 0,1-18-16,9 36 15,-9-18-15,0-9 16,0 36 0,0-36-16,-1 18 15,1 28-15,0-65 16,-9 56-1,-1-19-15,0-9 16,1 18 0,-1-18-16,1 9 15,-1 28 1,0-65-16,-9 65 16,0-37-1,10 0-15,-10 18 16,0-46-16,0 38 15,0-1 1,0-28-16,0 28 16,0 0-1,-10-36-15,10 45 16,0-9-16,0-37 16,0 37-1,0-27 1,10-10-16,-1 10 15,1-1-15,-1-27 16,0 0-16,-9-1 16,0-8-1,-9-1 1,9-101-16</inkml:trace>
  <inkml:trace contextRef="#ctx0" brushRef="#br0" timeOffset="106686.27">20094 11380 0,'0'0'0,"0"0"16,0 0-16,0 0 16,0 0-1,0 0-15,0 0 16,0 0-16,0 0 16,0 0-1,0 9-15,0 28 16,0 19-1,0 8-15,10 10 16,-1 18 0,0 65-16,1-46 15,-1 18 1,10 28-16,0-18 16,-10-29-16,10 47 15,0-9 1,0-19-16,-10 37 15,1-18-15,-10-19 16,9 0 0,0 1-1,1-20-15,-10 10 16,9-9-16,-9 0 16,10-37-1,-1 0-15,0-10 16,1 1-16,-1 9 15,10-19 1,-10-9-16,10 10 16,-9-20-1,8-8-15,1 0 16,-9 0 0,9-1-16,-1 1 15,1 0 1,9-1-16,10 1 15,18 0-15,10-10 16,10 1 0,-1-10-16,19-9 15,19-9 1,9-10-16,-18 10 16,18-10-16,28 1 15,-27 9 1,-1-10-16,57-8 15,-29 8 1,10 1-16,28-28 16,-28 9-16,19 0 15,9-9 1,-37 9-16,74-10 16,-65 11-16,66-1 15,-38 0 1,38 0-1,-19 9-15,-9-9 16,18 10-16,-28-10 16,38 0-1,-38 0-15,57 0 16,-38 0-16,37 0 16,-65 9-1,65 1-15,-74 8 16,46 1-1,-37-1-15,18 1 16,10-1 0,-56 1-16,65-10 15,-46 10-15,-1-1 16,0 1 0,-46 9-1,8-1-15,10-8 16,-28 9-16,-19 9 15,0 0-15,19 0 16,-19-10 0,-18 1-16,-20 9 15,-18 0 1,-1 0-16,-8 0 16,-1 0-1,0 0-15,-9 0 16,-10 0-1,1 0-15,-1 0 16,1 0-16,-10 0 16,0 0-1,0 0 1,0 0-16,0 0 16,0 0-16,0 0 15,0 0-15,0-9 16,0 0-1,0-10-15,0 1 16,0-10 0,0 0-16,0 1 15,0-10-15,0 0 16,0-9 0,-10 0-16,1-1 15,-1-8 1,1 9-16,-1 0 15,1 0 1,0 9-16,-10 0 16,0-9-1,-9-10-15,0-18 16,-10 1-16,0 17 16,10-8-1,28 64-15</inkml:trace>
  <inkml:trace contextRef="#ctx0" brushRef="#br0" timeOffset="112725.26">21289 3249 0,'0'0'0,"0"0"16,0 0-16,0 0 16,0 0-1,-19 9-15,-9 10 16,-10-1 0,1 10-16,-1-1 15,0 10 1,10-9-16,9 0 15,10-10-15,9 1 16,0-10 0,9 0-1,10 0-15,9 10 16,19-1-16,0 1 16,1-1-1,-11 10-15,-9-10 16,-9 1-16,0-1 15,-10 1 1,1-1-16,-10 1 16,-10-1-16,1 0 15,-10 10 1,0-9-16,1-1 16,-1 1-1,0-10-15,10 0 16,-1-9-1,10 0-15,0 0 16</inkml:trace>
  <inkml:trace contextRef="#ctx0" brushRef="#br0" timeOffset="113313.54">21524 3360 0,'0'0'0,"0"0"0,0 0 15,0 0 1,0 0-16,0 0 15,-9 18 1,-1 10-16,1 9 16,9 0-1,0-1-15,9 1 16,1-18-16,-1-1 16,1-8-1,8-1-15,1-9 16,9 0-1,1-9-15,-1-19 16,0-9-16,0 0 16,-9 9-1,-9 10 1,-1 9-16,0-1 16,1 1-16,-10 9 15,0 0-15,0 0 16,0 0-1,9 9-15,1 10 16,-1-1 0,10 1-16,-10-10 15,10 0 1,0 0-16,0-9 16,9 0-1,-28 0-15</inkml:trace>
  <inkml:trace contextRef="#ctx0" brushRef="#br0" timeOffset="114061.03">22230 2732 0,'0'0'0,"0"0"16,0 0-16,0 9 15,0 10 1,0 8-16,0 20 15,9 17-15,1 28 16,-10 1 0,0-29-16,0-18 15,0-18 1,0 0-16,0-10 16,0-8-1,0-1-15,0-9 16,0 0-16,0 0 15,9 0 1,10-9-16,9-28 16,0 9-16,-9 9 15,0-8 1,0 8-16,9 10 16,-9 9-1,-1 9-15,1 1 16,10 8-1,-11 0-15,1 10 16,-9-9-16,-10-1 31,0 10-31,0-10 0,-10 10 16,-9 0 0,-9-1-16,0 1 15,0-10 1,9-8-16,0-1 15,10-9-15,-10 0 16,9-9 0,1-1-16,0 1 15,9 9 1,0 0 0,0 0-16,0 0 0,0 0 15,0 0 1</inkml:trace>
  <inkml:trace contextRef="#ctx0" brushRef="#br0" timeOffset="114664.53">23161 2750 0,'0'0'0,"0"0"16,0 0-16,0 0 16,-9 10-1,-10 8-15,-9 10 16,-10 9-1,0 18-15,-9 28 16,19 0 0,9-9-16,10-19 15,9-8 1,9-10-16,10-1 16,9-8-1,10 0-15,0-10 16,-1-8-16,1-10 15,-1 0 1,1-10-16,0-8 16,-1-19-16,1-9 15,0-10 1,-20 1 0,-8 9-16,-10 0 15,-10 0-15,1-1 16,-10 1-1,0 0-15,1 9 16,-1 10 0,0 8-16,0 1 15,-9 8-15,0 10 16,-10 10-16,38-10 16</inkml:trace>
  <inkml:trace contextRef="#ctx0" brushRef="#br0" timeOffset="115366.47">23725 2529 0,'0'0'0,"0"0"0,0 0 15,0 0 1,0 9-16,0 28 16,-9 37-1,9 0-15,-9 0 16,-1 18-1,1-9-15,9-9 16,0-28-16,0 0 16,0-18-1,0-10-15,0-9 16,0 1-16,0-10 16,0 0-1,19-10 1,-1-8-16,20-10 15,0 1-15,-1-1 16,1 9 0,0 1-16,-1 0 15,-9 8 1,-9 1-16,0 9 16,0 0-16,-10 9 15,1 1 1,-1 8-16,1 0 15,-1 10 1,-9 9-16,0-9 16,-9-1-1,-1 1-15,-9 0 16,-9 0-16,-19-1 16,9-8-1,-18-1-15,18-9 16,1 1-16,-1-10 15,0 0 1,10 0-16,28 0 16</inkml:trace>
  <inkml:trace contextRef="#ctx0" brushRef="#br0" timeOffset="122478.83">26218 4735 0,'0'0'0,"0"0"0,0 0 16,0 0-1,0 0 1,0 0-16,0 9 16,0 19-16,0 27 15,0 28-15,-9 19 16,9 27 0,0 28-16,-9-28 15,-1 28 1,1-28-16,18-37 15,-9 1-15,10 8 16,-10 1 0,0-10-16,0-18 15,0 0 1,0 0-16,0-10 16,0-8-16,-10-19 15,10-1 1,0-17-1,0-10-15,0-9 16,0 0-16</inkml:trace>
  <inkml:trace contextRef="#ctx0" brushRef="#br0" timeOffset="123737.25">26153 4892 0,'0'0'0,"0"0"16,0 0-16,0 0 16,0 0-1,0 0-15,0 0 16,0 0-16,9 0 15,19-10 1,29-8-16,-1 0 16,29-10-16,65-9 15,-46 9 1,-10 1 0,19-1-16,9 9 15,-28 1-15,-19 9 16,1 0-1,-1-10-15,10 10 16,-20 0 0,-8 9-16,-20 0 15,1 0-15,0-10 16,-10 10 0,0 0-16,-9 0 15,0 0 1,0 0-16,-1-9 15,1 9-15,0-9 32,-10 9-32,1 0 0,-1 0 15,-9 0 1,10 0-16,-1 9 16,1 19-1,-1 36-15,-9 84 16,-9 0-16,9 18 15,-10-28 1,10-27-16,10-19 16,-1 19-1,0 0-15,1-19 16,-1-18 0,-9 0-16,0 9 15,0-9-15,0-19 16,-9-9-1,-1-18-15,10 0 16,0-10-16,-9-9 16,0 1-1,-1-1 1,1 0-16,-1 0 16,-9 1-16,1-1 15,-1 0 1,-9 0-16,-10 0 15,-18 10-15,-20-1 16,10-8 0,1 8-16,-11-9 15,-18 1 1,-19-1-16,19 0 16,10 0-1,-10 0-15,-1 1 16,-8-10-1,37 9-15,10-9 16,-1 9-16,10 0 16,10 1-1,-1-1-15,0 0 16,10 0 0,0 1-16,-10-1 15,10 0 1,9 0-16,10 0 15,9-9-15,0 0 16,0 0 0</inkml:trace>
  <inkml:trace contextRef="#ctx0" brushRef="#br0" timeOffset="124458.14">26651 7125 0,'0'0'0,"0"0"0,0 0 15,0 0 1,0 0-16,0 0 16,10 19-1,-1 18 1,0 37-16,1 64 15,-10-9-15,9-37 16,-9-18 0,0-18-16,0-10 15,0-9 1,0-10-16,0-17 16,0-10-16,0 0 15,0 0 1,10-19-16,18-18 15,9-55 1,11-37-16,-20 46 16,0 9-1,10 0-15,-1 19 16,1-10 0,-1 10-16,-8 18 15,-10 9-15,-1 10 16,1 8-16,-19 10 15</inkml:trace>
  <inkml:trace contextRef="#ctx0" brushRef="#br0" timeOffset="124787.21">26905 7421 0,'0'0'0,"0"0"0,0 0 15,19 9 1,19 19-16,18 18 15,1 0-15,-1-9 16,-9 0 0,-9-10-1,-10 1-15,19 0 16,-47-28-16</inkml:trace>
  <inkml:trace contextRef="#ctx0" brushRef="#br0" timeOffset="142592.82">21524 12617 0,'0'0'0,"0"0"0,0 0 0,0 0 16,0 0-1,0 0-15,0 0 16,0 0 0,0 0-16,0 0 15,0 0-15,0 0 16,19-9-1,0-19-15,9 0 16,10-9 0,-10 10-1,9-10-15,1 9 0,0 0 16,-10 10 0,0 0-16,0 8 15,1 10 1,-1 10-16,9 8 15,1 0 1,0 1-16,-1-1 16,-8-8-16,-1 8 15,0-9 1,-9 0-16,0 1 16,9-10-16,-9 0 15,0 0 1,9 0-16,0-10 15,-9 1 1,9 0-16,0-9 16,0-1-1,1 1-15,-1-1 16,10 1-16,-1-1 16,1 1-1,-10-1-15,0 10 16,0 0-1,-9 0-15,0-1 16,0 1 0,0 0-16,0 0 15,-1 9-15,1-9 16,9 9 0,-9 0-16,9 0 15,-9 0 1,0 0-16,0 0 15,0 0-15,9 0 16,0 0 0,0 0-16,1 0 15,-1-10 1,0 1-16,0 0 16,-9 9-1,0-9-15,0 9 16,-1 0-16,-18 0 15</inkml:trace>
  <inkml:trace contextRef="#ctx0" brushRef="#br0" timeOffset="143464.22">21505 13208 0,'0'0'0,"0"0"16,0 0-1,0 0-15,10-10 16,-1 1-16,10 0 15,9-10 1,10 1-16,-1 0 16,1-1-1,0 1-15,-1-1 16,1 1 0,0-1-16,-1 1 15,20-10-15,-1 10 16,1-1-1,-1 10-15,-18 0 16,-1 0-16,1 9 16,0 0-1,-1 0-15,1 0 16,-10 9 0,0 0-16,0 0 15,1-9 1,-1 0-16,10 0 15,-1 0 1,1-9-16,-10 0 16,0 0-16,0-10 15,1 1 1,-1-1-16,10 1 16,-1-1-16,1 1 15,-1-1 1,1 1-1,9-1-15,0 1 16,-9-1-16,-1 1 16,-8 0-1,8 8-15,1 1 16,9-9-16,-9 8 16,9 1-1,-10 9-15,1 0 16,-1 0-1,-37 0-15</inkml:trace>
  <inkml:trace contextRef="#ctx0" brushRef="#br0" timeOffset="144610.68">21788 13494 0,'0'0'0,"0"0"16,0 0-16,0 0 15,0 0 1,0 0-16,0 0 16,0-9-16,9-10 15,10-9 1,0 1-16,9-10 16,0 9-1,10 0-15,18-9 16,1 10-1,-1 8-15,-9 10 16,0 0-16,-9 0 16,-1 9-1,1 0-15,0 0 16,-1 0 0,10 0-1,10 0-15,-10 0 0,-10-10 16,1 1-1,0 0-15,-10 0 16,0-1 0,0 1-16,1 0 15,-1 0 1,9-10-16,10 1 16,10-10-1,-10 0-15,0 10 16,-9 0-16,-10 8 15,0 1 1,0 9-16,0 0 16,10 0-1,9-9-15,19-10 16,9-8-16,0-10 16,-18-9-1,-1 0-15,-9 18 16,0 0-16,-9 10 15,0 8 1,-38 10-16</inkml:trace>
  <inkml:trace contextRef="#ctx0" brushRef="#br0" timeOffset="145383.82">24459 12035 0,'0'0'0,"0"0"15,0 0-15,0 0 16,0 0-1,-9 0-15,-19 0 16,-19 19-16,0 9 16,0-1-1,-1 1 1,20 0-16,0-1 16,9-8-16,10-1 15,9 1 1,0-10-16,9 0 15,10 10-15,19-1 16,-1 10 0,1 9-16,0 0 15,-10 0 1,-19-10-16,-9 1 16,-9 0-16,-1-10 31,-8 10-31,-11-10 0,11 1 15,-1-10 1,9 0-16,10-9 16,0 0-1,0 0-15</inkml:trace>
  <inkml:trace contextRef="#ctx0" brushRef="#br0" timeOffset="145961.37">24553 11786 0,'0'0'0,"0"0"15,0 0 1,0 0-16,0 0 15,0 9-15,0 56 16,0 37 0,0-10-16,0 9 15,10-8 1,-10-29-16,0-17 16,0-20-16,0-8 15,0-1 1,0-18-16,0 0 15,0 0 1,9-9-16,1-10 16,8-17-1,1-1-15,9 0 16,-9 9-16,0 0 16,9 1-1,-9 8-15,0 10 16,0 0-1,0 9-15,-1 9 16,1 0-16,0 19 16,0 9-1,0 0 1,-10 9-16,0-9 16,1 0-16,-10-10 15,0 1-15,9-10 16,-9-18-1</inkml:trace>
  <inkml:trace contextRef="#ctx0" brushRef="#br0" timeOffset="147258.23">25137 12082 0,'0'0'0,"0"0"0,0 0 0,0 0 16,0 0-16,0 0 15,0 0 1,0 0 0,0 0-16,0 0 15,0 9-15,-10 0 16,1 10-1,-1-1-15,10 10 16,0 9 0,0 0-16,10-1 15,-1 1-15,1-9 16,8 0 0,1-10-1,0-9-15,0 1 0,-10-10 16,1 0-1,-1 0 1,0-10-16,1-8 16,-1 0-16,1-10 15,-1 0 1,-9 0-16,0 1 16,0 8-1,-9 1-15,-1-1 16,1 1-16,-1 9 15,-8-1 1,8 1-16,1 9 16,-1 0-16,1 0 15,0 0 1,9 0-16,0 0 16,0 0-1,0 0-15,0 0 16,0 0-1,9-9-15,19 0 16,0-10 0,1 1-16,-1-1 15,0 1-15,-9-1 16,0 10 0,0 0-1,-10 0-15,0 0 16,1 9-16,-10 0 15,0 0-15,9 9 16,1 9 0,-1 10-16,0 0 15,1 9 1,9-10-16,-1 1 16,-8 0-16,-1-1 15,1-8 1,9-1-16,-10-9 15,0 1 1,1-10-16,-1 0 16,1-10-1,8 1-15,-8-9 16,9-1-16,-10 1 16,0-1-1,10 1-15,-9 9 16,-10-1-16,9 1 15,-9 9 1,0 0 0,9 0-16,10 9 15,0 1-15,0-1 16,0 0 0,9-9-16,-9 0 15,0 0 1,-1 0-16,-8 0 15,-1 0 1,1-9-16,-1 0 16,0-10-16,1-8 15,-10-10 1,0 0-16,-10 9 16,1 0-1,0 1-15,-1-1 16,1 9-16,-10 10 15,10 0 1,-1 9-16,10 0 16,0 0-1</inkml:trace>
  <inkml:trace contextRef="#ctx0" brushRef="#br0" timeOffset="147994.74">26171 11251 0,'0'0'0,"0"0"0,0 0 16,0 0-16,0 9 15,0 37 1,0 74-16,0 19 16,-9 27-1,0-9-15,18-65 16,0-27 0,-9-10-16,10-18 15,-1-19-15,-9-8 16,10-1-1,-10-9-15,0 0 16,9 0 0,10-9-16,0-28 15,9-19 1,0 1-16,-9 0 16,0 8-16,-10 11 15,1 8 1,-1 9-16,-9 1 15,0 9-15,0-1 16,0 10 0</inkml:trace>
  <inkml:trace contextRef="#ctx0" brushRef="#br0" timeOffset="148339.29">26341 11943 0,'0'0'0,"0"0"15,0 0-15,0 0 16,9 9-1,1 1-15,8 8 16,11 1-16,-1-1 16,0 0-1,-9-8 1,0-1-16,-10 0 16,0 0-16,1 1 15,-1-1 1,-9-9-16</inkml:trace>
  <inkml:trace contextRef="#ctx0" brushRef="#br0" timeOffset="148934.87">26886 11417 0,'0'0'0,"0"0"16,0 0-1,0 0-15,0 0 16,0 0 0,0 0-16,0 0 15,0 0-15,0 0 16,0 0-1,-9 0 1,0 0-16,9 0 16,-10 0-16,1 9 15,-10 19 1,-9 18-16,-1 10 16,11 17-16,8-8 15,1 0 1,9-1-16,9-18 15,1 0 1,8-9-16,1 0 16,0-9-1,9 0-15,1-10 16,-11 1-16,11-10 16,-1 0-1,-28-9-15</inkml:trace>
  <inkml:trace contextRef="#ctx0" brushRef="#br0" timeOffset="149301.26">27272 11343 0,'0'0'0,"0"0"0,0 0 16,0 0 0,0 0-16,0 0 15,9 9 1,10 10-16,19 27 16,0 19-1,-1 9-15,-9 9 16,-18-10-16,-10 38 15,-10-28 1,-18-9-16,0-19 16,0-8-1,0-10-15,9-10 16,0 1-16,9-10 16,10-18-1</inkml:trace>
  <inkml:trace contextRef="#ctx0" brushRef="#br0" timeOffset="155176.42">22361 14094 0,'0'0'0,"0"0"16,0 0-1,0 0-15,0 0 16,0 0 0,0 0-16,0 0 15,0-10-15,0 1 16,0 0-1,0-9-15,0-1 16,10 1 0,9-10-16,-1 0 15,1 1 1,9 8-16,1 1 16,-1 8-1,10 10-15,-1 0 16,1 0-16,-1 0 15,1 0 1,0 0-16,-1-9 16,1 0-1,0 9-15,-1 0 16,1 0-16,-1 0 16,-8 0-1,8 0-15,-8 0 16,8-9-1,-9-10-15,19-8 16,10-29 0,-1 1-16,1-1 15,-1 10 1,-9 9-16,-9 19 16,0 9-16,-10 9 15,9 0 1,1 0-16,18 0 15,20 0 1,-10-10-16,9 1 16,-19-9-16,1-1 15,-20 10 1,1 0-16,-10 0 16,-28 9-1</inkml:trace>
  <inkml:trace contextRef="#ctx0" brushRef="#br0" timeOffset="155935.69">22559 14288 0,'0'0'0,"0"0"0,0 0 16,0 0-16,9 0 15,1 0 1,9 0-16,-1-10 16,1 1-1,9-9-15,-9-1 16,9-9-1,1 10-15,-1-10 16,10 1-16,-1 8 16,1 1-16,9-1 15,0 1 1,-9 9-16,9-10 16,-10 1-1,1-1-15,-1 10 16,1 0-1,0-1-15,-1 10 16,1 0-16,0 0 16,-10 10-1,0-10-15,0 0 16,10 0 0,0-10-16,-10 1 15,9-9-15,1-1 16,0 1-1,9-1-15,-10 1 16,1 9 0,0 9-16,-1 0 15,1 0 1,9 0-16,-10 0 16,11-19-1,-11 1-15,-37 18 16</inkml:trace>
  <inkml:trace contextRef="#ctx0" brushRef="#br0" timeOffset="156759.81">22766 14491 0,'0'0'0,"0"0"0,0 0 0,0 0 16,0-10 0,9-8-16,1 9 15,-1-10 1,10 1-16,0-1 16,9 1-1,10-1-15,-1 10 16,1 0-1,9 0-15,-9-1 16,-1-8-16,10 0 16,0-10-1,0 0 1,0 0-16,0 10 0,-9 9 16,0 9-1,-1 9-15,-9 0 16,1 0-1,8 1-15,1-10 16,0-10 0,9-8-16,9-19 15,10-9-15,0 9 16,-10 9 0,-18 10-16,-10 9 15,0-1 1,1 10-16,-1 0 15,0 0-15,10 0 16,9-9 0,9 0-16,-56 9 15</inkml:trace>
  <inkml:trace contextRef="#ctx0" brushRef="#br0" timeOffset="157535">25061 13328 0,'0'0'0,"0"0"16,0-10-16,0 10 15,0 0 1,0 0-16,0 0 16,0 0-1,-9 10-15,-10 8 16,-9 10 0,0-1-16,-1 10 15,11-9 1,8 0-16,1-10 15,9 1-15,9-10 16,1 0-16,8 0 16,20-9-1,9 10-15,0-1 16,-9 0 0,-1 10-16,-18-10 15,-9 9 1,-10 1-16,-10 8 15,-9 10-15,1-9 16,-1 0 0,9-10-16,1-9 15,9-9 1,0 0-16,0 0 16</inkml:trace>
  <inkml:trace contextRef="#ctx0" brushRef="#br0" timeOffset="158113.21">25372 13365 0,'0'0'0,"0"0"0,0 0 16,0 0-16,0 0 16,0 0-1,0 0-15,0 0 16,0 0 0,0 0-16,0 18 15,0 10 1,0-1-16,9 10 15,1 0-15,-1-9 16,0-10 0,1-8-16,-1-1 15,1-9 1,8 0-16,1-9 16,9-10-1,1-9-15,-1 1 16,0 8-16,-9 1 15,-10 9 1,1-1-16,-10 10 16,0 0-1,0 0-15,9 10 16,10-1 0,9 9-16,10 1 15,-10-1-15,0 1 16,10-10-1,-38-9-15</inkml:trace>
  <inkml:trace contextRef="#ctx0" brushRef="#br0" timeOffset="159002.24">25917 13125 0,'0'0'0,"0"0"0,0 0 15,0 0 1,0 0-16,0 0 15,0 0 1,0 0-16,0 0 16,0 0-1,0 0-15,0 0 16,0 0-16,0 0 16,0 0-1,0 0 1,0 9-16,0 0 15,0 9-15,0 1 16,0-1-16,10 10 16,-1 9-1,1 0-15,-1-9 16,-9-1 0,0-8-16,0-10 15,0 0 1,0-9-16,0 0 15,0 0-15,0 0 16,9-9 0,1-19-16,9-9 15,-10 0-15,10 10 16,-10-1 0,1 19-16,-1 0 15,-9 9 1,10 0-16,-1 9 15,10 9 1,9 10-16,0 9 16,-9 0-1,0-19-15,-10 1 16,1-10-16,-1 0 16,0-9-1,1 0-15,-1 0 16,10-18-1,0-1-15,9-18 16,-9 0-16,0 10 16,-10 8-1,1 1-15,-1 9 16,-9 9 0,0 0-16,9 9 15,10 9-15,0 1 16,0 8-1,0 1-15,9-9 16,19 8 0,-47-27-16</inkml:trace>
  <inkml:trace contextRef="#ctx0" brushRef="#br0" timeOffset="159369.09">26877 12811 0,'0'0'0,"0"0"0,0 0 16,0 0-1,0 0-15,-9 9 16,-1 0-16,-9 28 16,1 9-1,-1 10-15,9 36 16,1 19 0,9-37-16,9-19 15,1-18 1,-1-19-16,1 1 15,18-10-15,9-9 16,-37 0 0</inkml:trace>
  <inkml:trace contextRef="#ctx0" brushRef="#br0" timeOffset="159656.81">27169 12700 0,'0'0'0,"0"0"0,0 0 15,0 0-15,18 9 16,11 19-16,18 27 15,0 10 1,-10 9-16,-18 18 16,-28 19-1,-29 9 1,-18-19-16,56-101 16</inkml:trace>
  <inkml:trace contextRef="#ctx0" brushRef="#br0" timeOffset="162570.78">21073 12303 0,'0'0'0,"0"0"0,0 0 16,0 0 0,0 0-16,0 0 15,0 0 1,0 0-16,0 0 15,9 0-15,19-9 16,19-10 0,10 1-16,-1-10 15,1 10 1,18-10 0,28-9-16,1 0 0,-10 0 15,9 0 1,10 1-16,10-1 15,-20 9 1,-18 0-16,9 1 16,19 8-16,-19-9 15,-19 10 1,0-1-16,19 1 16,10 0-1,-29 8 1,0-8-16,-18 9 15,-20-1-15,10 1 16,0 0 0,1 9-16,-11-9 15,1 9 1,-1 0-16,1 9 16,-10 0-16,0 10 15,1 8 1,8 19-16,1 10 15,0 18 1,-10 0-16,0-19 16,0 19-16,10 18 15,-10-9 1,0-9-16,1-9 16,-1-19-1,9 9-15,-8-9 16,-1 0-16,-9 1 15,-1-1 1,1-9-16,-9 0 16,-1-10-1,1 1-15,-1 0 16,0-1-16,1-8 16,-10-1-1,0-9-15,0 1 16,0-1-1,-10 9-15,1-8 16,-10 8-16,-9 0 16,-10 1-1,-18-1-15,-10 1 16,0-1 0,-9 1-16,-29-1 15,10 1 1,19-1-16,-10 10 15,-9 0 1,0-1-16,-9 10 16,27-9-16,11 0 15,-11-1 1,-8-8-16,8-1 16,1 1-16,19-1 15,9 1 1,9-10-16,0 0 15,-9 9 1,0 1-16,-9-1 16,9-8-1,0 8-15,0 1 16,9-10-16,10 9 16,-10 1-1,1-1-15,8 1 16,1-1-1,-9 10-15,-1-10 16,0 1-16,1-1 16,-1 1-1,0-10 1,1 0-16,18 0 16,0 0-16,0 1 15,10-10 1,-10 0-16,10 0 15,-1 0 1,-8-10-16,-1-17 16,0-29-16,-9-17 15,-1-1 1,1-28-16,0-9 16,0 19-1,9 18-15,0 0 16,0 10-16,-9-10 15,0 9 1,0-8-16,9 8 16,0 10-1,0-1-15,10 10 16,-1 0-16,1 0 16,0 0-1,-1-1-15,1 11 16,-1-1-1,1 9-15,9 0 16,-9 10-16,9 9 16,0-1-1,0 10 1,0 0-16,0 0 16,0 0-16,0 0 15,37-9 1,-37 9-16</inkml:trace>
  <inkml:trace contextRef="#ctx0" brushRef="#br0" timeOffset="165823.12">21957 14038 0,'0'0'0,"0"0"16,0 0 0,0 0-16,0 0 15,0 0-15,0 0 16,0 0 0,0 0-16,0 0 15,0 0 1,9-9-16,1 0 15,9-10 1,-1 1-16,11-1 16,-1 1-16,0 0 15,0-1 1,10-9-16,-1 10 16,-8-1-1,8-8-15,1 8 16,0 1-16,-1-1 15,1 1 1,9-10-16,9 1 16,-9-1-1,-9 9-15,0 1 16,-1 0 0,-9 8-16,1 1 15,-1 0 1,10 0-16,-1-1 15,10-8-15,10-1 16,-10 10 0,0 0-16,-10 0 15,1 0 1,-10-1-16,0 1 16,10 0-16,0 0 15,9-10 1,9 1-16,-9 8 15,0-8 1,-9 9-16,0 0 16,-1-1-16,-9 1 15,1 0 1,8 0-16,10-1 16,0 1-1,0 0-15,10-10 16,-1 1-1,-9 0-15,-9 8 16,-10 1-16,0 0 16,1 0-1,8-1-15,1 1 16,-10 9 0,0-9-16,0 9 15,1 0-15,-1 0 16,-9 0-1,9 0-15,-9 9 16,0 0 0,-1 1-16,1 8 15,9 19 1,-9 0-16,0 0 16,0 0-1,0 0-15,0 0 16,-1 18-16,1 10 15,0 18-15,-10-19 16,1-8 0,-10-10-1,0-9-15,0 0 16,9 0-16,1-1 16,-1 1-1,0 0-15,-9-9 16,0 0-1,0-10-15,0-9 16,0 1 0,0-1-16,0 9 15,0-8-15,0 8 16,0 10 0,0-10-16,-9 1 15,9-10 1,-9 0-16,-1 0 15,1 1-15,-1-1 16,1 0 0,0 0-16,-10 0 15,-9 1 1,-29 8-16,1-9 16,-1 1-16,10-1 15,-9 0 1,-1 9-16,1-8 15,-19 8 1,-20 1-16,20-10 16,9 9-1,1 1-15,-1-1 16,-10 1-16,1-1 16,0-9-1,9 1-15,10-1 16,-1 0-1,1 0-15,-1 1 16,-9-1-16,10 0 16,9 0-1,0 0-15,9 1 16,1-1 0,-1 0-16,0 0 15,1 1 1,-1-1-16,0 0 15,1 0-15,-1 1 16,10-1 0,-10 0-1,1 0-15,9-9 16,9 0-16,0 0 16,9 0-16,1 0 15,0 0 1,-1 0-1,1 0-15,-1 0 16,10 0-16,-9 0 16,0-9-16,-1-9 15,1-10 1,-1 0-16,-8-18 16,-1 0-1,0 0-15,0-10 16,-9 10-1,0 0-15,-1 0 16,1 0-16,9 9 16,1 9-1,-1 0-15,0 1 16,10 8 0,-1 1-16,1 9 15,-1-10 1,1 10-16,0-10 15,-1 10-15,1 0 16,-1 0 0,10 0-16,0 9 15,0 0 1,0 0-16,0 0 16,0 0-1,0 0-15,0 0 16</inkml:trace>
  <inkml:trace contextRef="#ctx0" brushRef="#br0" timeOffset="169838.01">6265 11297 0,'0'0'16,"0"0"-16,0 0 15,0 0-15,0 0 16,10 0-16,9 0 15,9 0 1,9-9-16,10 0 16,19-10-1,19-9 1,18-8-16,10-1 0,-37 9 16,8 0-1,20-9-15,-1 10 16,1-10-1,-20 18-15,1 1 16,19-10 0,-10 0-16,-10 10 15,-18 0-15,0-1 16,0 1 0,18-1-16,-8 10 15,8-10 1,-18 10-16,-9 0 15,-1-9-15,1-1 16,8 1 0,11-1-1,-10 1-15,-10-1 16,-9 1-16,9-1 16,-8 1-1,-1 9-15,-10-1 16,1 10-16,-1 0 15,1 0 1,0 0-16,-1 0 16,-8 10-1,-1-1-15,0 9 16,0 10 0,0 9-16,1 9 15,-1 0-15,0 19 16,10 9-1,-1 0-15,1-1 16,-10 1 0,0-9-16,1-1 15,-1 1-15,0 9 16,0-10 0,1 1-16,-11-19 15,1 0 1,0-9-16,0 0 15,0 0 1,-1 9-16,-8 0 16,-1 1-16,1-1 15,-1-9 1,0 0-16,1-1 16,-10-8-16,9 0 15,-9 0 1,0-10-16,0 0 15,0-8 1,0-1-16,0 0 16,0-9-1,0 9-15,0-9 16,0 0 0,0 0-16,-9 0 15,-10 0 1,-9 0-16,-10 0 15,-18 10-15,-1-1 16,-9 0 0,10 0-16,0 1 15,-1-1-15,-9 9 16,-18 1 0,-1 8-16,10 1 15,9-9 1,0 8-16,-9-8 15,-10-1-15,0 10 16,20-10 0,-1 1-1,0-10-15,-9 9 16,-10 1-16,10-1 16,-1-8-1,20-1-15,0 0 16,-10 9-16,-10-8 15,-8-1 1,8 9-16,1-8 16,19-1-1,-1 9-15,-18-8 16,9 8-16,0-9 16,10 0-1,-1 1-15,10-10 16,0 9-1,0 0-15,0 0 16,0-9 0,0 10-16,10-10 15,-1 0-15,10 0 16,0 0 0,9 0-16,0 0 15,0 0 1,0 0-16,10 0 15,-1 0-15,1-10 16,0 1 0,-1-9-1,-9-1-15,1-8 16,-1-10-16,0-28 16,0-18-1,0 0-15,1 9 16,-1 9-16,0 10 15,0-19 1,0 10-16,0-1 16,1 0-1,-1 10 1,0 0-16,0-1 16,10 1-16,-10-10 15,0 1-15,0 18 16,1-10-1,-1 19-15,9 0 16,1 10 0,0-1-16,-1 9 15,1 1-15,-1 9 16,1 0 0,9-1-16,0 1 15,0 0 1,0 9-16,0 0 15,0 0 1</inkml:trace>
  <inkml:trace contextRef="#ctx0" brushRef="#br0" timeOffset="203745.7">20047 6018 0,'0'0'0,"0"0"0,0 0 16,0 0-16,0 0 16,0 0-16,10 27 15,8 66 1,-8 17-16,-1 29 15,10 36 1,-10-46-16,10-36 16,0 18-1,0-19-15,0-9 16,-10-28-16,1-9 16,-1-9-1,0 0-15,1 0 16,-10 9-1,0 0-15,9-9 16,1 0 0,-10-37-16</inkml:trace>
  <inkml:trace contextRef="#ctx0" brushRef="#br0" timeOffset="204990.97">20094 6045 0,'0'0'0,"0"0"15,0 0-15,0 0 16,0 0-16,0 0 16,0 0-1,0 0-15,28-9 16,38 0 0,28-9-16,0-10 15,38-18 1,28 0-16,-28-1 15,-19 1-15,0 9 16,-1 0 0,-27 10-16,-19 8 15,-10 1-15,-9 9 16,0-1 0,10 1-16,-1 0 15,-9 9 1,-9 0-16,0-9 15,-10 9 1,0 0-16,-9 0 16,0 0-1,0 9-15,-1 9 16,20 28-16,0 47 16,-1 27-1,1 46-15,0-28 16,-10-45-16,-9-10 15,9 0 1,0-9-16,-9-19 16,0 0-1,-1 1-15,1-10 16,-9-9 0,-1-10-16,0 1 15,1-9-15,-10-1 16,0-9-1,0 1-15,0-1 16,0 0 0,0-9-16,0 9 15,-10 0 1,-8 1-16,-11-1 16,-18 9-16,0-8 15,-9 8 1,-1 1-16,-27 8 15,-10-8-15,0 8 16,18-8 0,1-1-16,-19 10 15,-9 0 1,9-10-16,9 1 16,10-1-1,-1-9-15,-8 10 16,8-1-1,11 1-15,8-10 16,1 9-16,9-8 16,0 8-1,0 0 1,9-8-16,0-1 0,10 0 16,0 0-1,9 1 1,0-10-16,10 0 15,-1 0 1,10 0-16,0 0 16</inkml:trace>
  <inkml:trace contextRef="#ctx0" brushRef="#br0" timeOffset="205726.89">21091 7956 0,'0'0'0,"0"0"16,0 0-16,0 0 15,0 9 1,0 10-16,0 8 16,-9 10-1,0 0-15,-1 0 16,10 0-16,0 0 15,0 18 1,0-9 0,0 1-16,10-20 15,-1 1-15,0-10 16,10 1 0,9-10-16,10 0 15,0-9-15,-1-9 16,1-19-1,0 1-15,-38 27 16</inkml:trace>
  <inkml:trace contextRef="#ctx0" brushRef="#br0" timeOffset="205978.3">21073 7651 0,'0'0'0,"0"0"16</inkml:trace>
  <inkml:trace contextRef="#ctx0" brushRef="#br0" timeOffset="208689.12">23142 5372 0,'0'0'16,"0"0"-16,0 0 16,0 0-16,0 9 15,0 19 1,0 8-16,0 38 16,-9 56-1,9-1-15,0-28 16,9 1-16,-9 9 15,0-19 1,10-18-16,-10-28 16,0 0-1,0 0-15,0 10 16,0 8-16,0-8 16,0-10-1,0 0-15,0-9 16,0-10-1,0-8-15,0-10 16,0 10 0,0-10-16,0 0 15,0 0-15,0 0 16,9 1 0,0-1-16,1 0 15,-1 0-15,1-9 16,8 0-1,30 0 1,17-9-16,29-9 16,1-10-16,27-9 15,28-9 1,-9 9-16,-18 0 16,27-9-1,-18 18-15,-29 1 16,1 8-16,18 10 15,-9 0 1,-38 9-16,-9 0 16,-9 0-1,-10 0-15,-10 0 16,1 0-16,-10 0 16,0 0-1,1 0-15,-11 0 16,1 0-1,0-10-15,-10-8 16,1-10 0,-1-27-16,-9-28 15,0-9-15,0-28 16,0-10 0,0 1-1,0 55-15,-9 10 16,-1-1-16,-8-9 15,8 28 1,-9-9-16,10 18 16,0 9-16,-1 0 15,1 10 1,-10 0-16,0-1 16,0 10-1,-18 0-15,-20 9 16,-9 0-16,-18 9 15,9 0 1,-20 10-16,-17-1 16,-20 10-16,28-10 15,10 10 1,-28-10-16,-10 1 16,38-1-1,19-9-15,-10 1 16,-28-1-1,1 0-15,112-9 16,-349 46 0,340-46-16,-10 0 15,-9 0 1,0 0-16,9 0 16,0 0-16,10 0 15,9 0 1</inkml:trace>
  <inkml:trace contextRef="#ctx0" brushRef="#br0" timeOffset="209439.42">24111 7421 0,'0'0'0,"0"0"0,0 0 15,0 0 1,0 0-16,0 0 15,0 0 1,0 0-16,0 0 16,0 0-1,10 18-15,8 28 16,1 28-16,-9 0 16,-1 18-1,-9 19 1,0-19-16,-9-18 0,-1-19 15,-9-18 1,-9 10-16,-9-1 16,-20 0-1,-18 0-15,9-9 16,19-9 0,9-10-16,10-9 15,28-9 1</inkml:trace>
  <inkml:trace contextRef="#ctx0" brushRef="#br0" timeOffset="209729.59">24177 7051 0,'0'0'0,"0"0"16,0 0-16</inkml:trace>
  <inkml:trace contextRef="#ctx0" brushRef="#br0" timeOffset="-207074.92">21016 10245 0,'0'0'0,"0"-9"0,10-10 15,8-8 1,11-1-16,-1 0 16,9 10-16,1-1 15,0 10 1,-10 0-16,10 0 31,-10 9-31,0 0 0,0 9 16,0 0-16,10 0 15,-10 0 1,10 1-16,0 8 16,9-9-1,0 10-15,0-10 16,-10 0-16,1-9 16,9 0-1,0-9-15,0 0 16,9-10-1,1-8-15,-1-10 16,1 9 0,-20 10-16,1-10 15,-10 9 1,1 1-16,-1 0 16,9-10-16,10 0 15,0 0 1,10 1-16,-10-1 15,0 0 1,0 1-16,-19 8 16,10-8-1,-10 8-15,-9 10 16,0 0-16,9-1 16,-28 10-1</inkml:trace>
  <inkml:trace contextRef="#ctx0" brushRef="#br0" timeOffset="-206181.98">21327 10623 0,'0'0'0,"0"0"16,0 0-16,0 0 16,0 0-1,0 0-15,0 0 16,0 0-16,9-9 16,0-9-1,10-10-15,-9 9 16,-1 1-1,10 0-15,0-1 16,9 1 0,0 8-16,10 1 15,9 9-15,0 0 16,0 0 0,-10 0-1,-8 0-15,-1 0 16,0 0-16,0 0 15,10 0 1,0 0-16,9 0 16,0 0-16,9 0 15,1-9 1,-10 0-16,-10 0 16,1-1-1,9-8-15,0-19 16,9 0-1,1-9-15,-1 9 16,-9 9 0,-9 10-16,0 9 15,-10-1-15,9 1 16,-8 0-16,18-10 16,0 1-1,9-1-15,-56 19 16</inkml:trace>
  <inkml:trace contextRef="#ctx0" brushRef="#br0" timeOffset="-205370.86">21430 11131 0,'0'0'0,"0"0"15,0 0-15,0 0 16,0 0-16,0-9 16,0-10-1,9-8-15,1-10 16,9 0 0,9 0-16,0 9 15,0 0 1,19 1-16,-9 8 15,0 10 1,-1 9-16,1 0 16,9 0-16,0 9 15,0-9-15,9 0 16,-8 0 0,8-9-1,0 0-15,-9 0 16,0-10-16,-9 10 15,9 0 1,19-1-16,-10 1 16,10 0-1,0 0-15,-9-10 16,8 1-16,-8-19 16,9-9-1,9 0-15,-19 9 16,-9 9-1,-9 10-15,0 8 16,-10 1 0,10 9-16,-38 0 15</inkml:trace>
  <inkml:trace contextRef="#ctx0" brushRef="#br0" timeOffset="-204665.73">20790 9931 0,'0'0'0,"0"0"0,0 0 16,10 9-1,-1 10-15,1 27 16,8 46 0,1 37-1,-9 56-15,8 37 0,-8-66 16,-10 11 0,9-75-16,1-18 15,-10-19 1,0-9-16,0-9 15,0 0 1,0 0-16,0-9 16,9-1-16,-9-8 15,0-1 1,0-8-16,0-10 16,0 0-1,0 0-15,0 0 16,0 0-1</inkml:trace>
  <inkml:trace contextRef="#ctx0" brushRef="#br0" timeOffset="-203300.72">20828 9940 0,'0'0'0,"0"0"16,0 0 0,9 0-16,10-9 15,9 0 1,29-19-16,18 0 16,47-27-1,-9 0-15,10 9 16,55-10-1,-46 10-15,19 0 16,27 0-16,-55 9 16,-10 0-1,-1 9-15,11 1 16,-29-1 0,-10 9-16,-8 1 15,-1-1-15,19 1 16,-19 9-1,-18 0-15,-10-1 16,-10 1 0,-8 9-16,-1 0 15,0 0-15,0 9 16,10 19 0,9 9-16,0 18 15,-9 38 1,9 54-16,-19 10 15,0-28 1,-9 19-16,-10-37 16,10-19-16,-9-18 15,-1 0 1,-9 9-16,9-19 16,1 1-1,-10-19-15,0-9 16,0 0-16,0-9 15,0-10 1,0-9-16,0 1 16,0-1-1,0 0-15,0 0 16,0 1-16,-10 8 16,-8 1-1,-11 8-15,-8 1 16,-10 0-1,0-1 1,-10 10-16,-18 0 16,-10 0-16,-18 0 15,-1 0-15,20-9 16,-10-1 0,-19 1-1,-10 0-15,29-10 16,-9 10-16,-19-1 15,9-8-15,19-1 16,9 1 0,-19 9-16,1-10 15,9 0 1,28 1-16,0-10 16,19 0-1,0 1-15,9-1 16,1-9-16,9 9 15,-1 0 1,11-9-16,8 0 16,1 0-1,-1 0-15,10 0 16,0 0 0,0 0-16,0 0 15,0 0-15,0 0 16,0 0-1,0 0-15,0 0 16,0 0 0,-9 0-16,9 0 15,0 0 1,-9 0-16,-1 0 16,-9 0-16,-9 0 15,-10 0 1,38 0-16</inkml:trace>
  <inkml:trace contextRef="#ctx0" brushRef="#br0" timeOffset="-202105.14">24168 9507 0,'0'0'0,"0"0"0,0 0 15,0 0 1,-10 9-16,-9 9 16,-28 19-1,-9 19-15,18-10 16,1 9-1,18-18-15,19-9 16,9-1-16,10 1 16,0-10-1,19 1-15,-1-1 16,1 1 0,-1-1-16,-8 1 15,-11-1-15,-8 10 16,-10 0-1,-10 9 1,1-1-16,-10-8 16,0 0-16,10 0 15,9-28-15</inkml:trace>
  <inkml:trace contextRef="#ctx0" brushRef="#br0" timeOffset="-201485.76">24440 9202 0,'0'0'0,"0"0"16,0 0-16,0 0 15,10 18 1,-1 19-16,10 19 16,0-1-1,0 19-15,0 64 16,-10-8-16,0-38 16,1-28-1,-1-8-15,-9-1 16,0-18-1,0-9-15,0-19 16,0-9 0,0 0-16,0 0 15,10-18 1,-1-10-16,10-27 16,0 8-16,-1 1 15,1 9 1,0 10-1,0-1-15,0 10 16,-10 18-16,0 0 16,10 18-16,-9 10 15,-1 9 1,1-10-16,-1 1 16,0 9-1,-9 0-15,0 0 16,10-10-1,-1 10-15,-9-37 16</inkml:trace>
  <inkml:trace contextRef="#ctx0" brushRef="#br0" timeOffset="-200954.76">25118 9654 0,'0'0'0,"0"0"0,0 0 15,0 0-15,0 0 16,0 0-1,0 0 1,0 0-16,0 0 16,0 0-16,0 9 15,-10 28 1,1 28-16,9-10 16,0 1-1,0-10 1,9-9-16,1-10 0,-1-8 15,1-1 1,8-8-16,1-10 16,9 0-1,1-10-15,-1 1 16,-9-9 0,0-1-16,-1-8 15,-8-1-15,-1-9 16,-9-9-1,0 0-15,-19 0 16,1 9 0,-11 0-16,1 18 15,-10 1-15,10 9 16,9 9 0,19 0-16</inkml:trace>
  <inkml:trace contextRef="#ctx0" brushRef="#br0" timeOffset="-200181.64">25447 9525 0,'0'0'0,"0"0"15,0 0-15,0 0 16,0 0-16,0 0 16,0 0-1,0 0 1,9 28-16,1 18 15,-1 18-15,1-8 16,-1-19 0,0 0-16,1-19 15,-1 1 1,1-10-16,9 0 16,-1-9-16,1 0 15,0-9 1,9-10-16,0 1 15,1-10 1,-11 10-16,1-1 16,-9 10-16,-1 0 15,0 0 1,-9 9-16,0 0 16,0 0-1,0 0-15,10 0 16,-1 9-16,10 0 15,0 0 1,0 1-16,0-1 16,-1-9-1,1 0-15,0 0 16,0-9 0,0-1-16,-10-8 15,0-10-15,-9 0 16,0 1-1,0-1-15,-9 0 16,0 1-16,-1 8 16,1 1-1,-1 9-15,1-1 16,9 1 0,0 9-16,0 0 15,0 0 1</inkml:trace>
  <inkml:trace contextRef="#ctx0" brushRef="#br0" timeOffset="-199836.66">26237 9377 0,'0'0'0,"0"0"0,0 0 16,0 0-1,0 0-15,0 0 16,0 0-16,0 19 16,10 8-1,-1 1-15,0 9 16,1-9-1,-1-1-15,1-8 16,-10-1 0,0-8-16,0-10 15</inkml:trace>
  <inkml:trace contextRef="#ctx0" brushRef="#br0" timeOffset="-199683.52">26124 9027 0,'0'0'0,"0"0"0,10 9 16,9 9-16,-19-18 15</inkml:trace>
  <inkml:trace contextRef="#ctx0" brushRef="#br0" timeOffset="-199171.08">26557 9267 0,'0'0'0,"0"0"0,0 0 16,0 0 0,10 9-16,-1 9 15,19 28 1,0 1-16,1 8 16,-1 37-1,-9 10-15,-10-10 16,0-18-16,-9-28 15,-9-9 1,0 0 0,-1-9-16,1-1 15,-10 1-15,0-10 16,0-8-16,1-1 16,-1 0-1,-9-9 1,9 0-16,19 0 15</inkml:trace>
  <inkml:trace contextRef="#ctx0" brushRef="#br0" timeOffset="-198903.44">26425 9128 0,'0'0'0,"0"0"0,0 0 15,0 0 1,0 0-16</inkml:trace>
  <inkml:trace contextRef="#ctx0" brushRef="#br0" timeOffset="-198297.62">26980 8870 0,'0'0'0,"0"0"15,0 0-15,-9 18 16,-10 19-16,0 18 16,1 19-1,8 65 1,10-29-16,19-36 0,19-9 15,9-10 1,9-18-16,-9-9 16,-9-10-1,-1-8-15,-8-10 16,-1 0-16,0 0 16,-9 0-1,-19 0-15</inkml:trace>
  <inkml:trace contextRef="#ctx0" brushRef="#br0" timeOffset="-198003.05">27385 8759 0,'0'0'16,"0"0"-16,19 9 16,28 19-16,19 18 15,9 28-15,-9 0 32,-10 36-32,-37 29 15,-19-47-15,-9-27 16,-10-10-16,-9-9 15,-1-9 1,11-18-16,-1-1 16,19-18-1</inkml:trace>
  <inkml:trace contextRef="#ctx0" brushRef="#br0" timeOffset="-91216.2">20546 5289 0,'0'0'0,"0"0"0,0 0 16,0 0-16,0 0 16,9 9-1,1 9-15,-1-8 16,10-1 0,0 0-16,9 0 15,9-9-15,11-9 16,8-9-1,0-10-15,1 0 16,28-18 0,37-9-16,-9-10 15,-113 65-15</inkml:trace>
  <inkml:trace contextRef="#ctx0" brushRef="#br0" timeOffset="-90728.61">23622 4781 0,'0'0'0,"0"0"15,0 0 1,9 0-16,10 0 16,0 9-1,9 19-15,10 27 16,-10-9-16,-9-9 16,9 0-1,-9-18 1,9-10-16,10-9 15,28-28 1,47-64-16,65-28 16,20-18-16,-10 8 15</inkml:trace>
  <inkml:trace contextRef="#ctx0" brushRef="#br0" timeOffset="-90136.21">26689 4153 0,'0'0'0,"0"0"0,0 0 15,9 10-15,1-1 16,-1 9 0,10 19-16,0 19 15,-1-1-15,1 0 16,0-27 0,9-10-16,29-18 15,74-46 1,48-46-16,113-65 15,28 9 1,-113 56-16</inkml:trace>
  <inkml:trace contextRef="#ctx0" brushRef="#br0" timeOffset="-52394.6">21505 7651 0,'0'0'0,"0"0"0,0 0 0,-9-9 16,0 0-16,-1 0 16,1-10-1,-10 1 1,0-1-16,-9 1 15,0-1-15,-1 1 16,1 9 0,0-1-16,-10 1 15,1 9 1,-1-9-16,10 9 16,0 9-16,-1 0 15,1 1 1,0-1-16,0 9 15,0 1 1,-1-1-16,-18 19 16,10 0-16,-1 0 15,10-9 1,0 9 0,-1 9-16,11 0 15,-1 0-15,0 10 16,9-10-16,1-9 15,9-1 1,0 1-16,0 0 16,0 9-1,9 1-15,1-1 16,9 9 0,0-18-16,9 9 15,-9-9 1,-1 0-16,11 0 15,-1 0-15,0-9 16,0-1 0,10 1-16,0-10 15,9 1 1,0-10-16,9 0 16,0-9-16,-8-9 15,-1 0 1,-10 0-16,10-10 15,0 1 1,0-10-16,0 0 16,0-9-16,10-9 15,-10 0 1,-10 0-16,1 0 16,-10 0-1,-9 0-15,-9 9 16,-1 0-1,0-9-15,-9-1 16,0 10-16,0-9 16,-9 9-1,0 1-15,-1-1 16,-9 0 0,-9-9-16,0-1 15,-10 1 1,-9 9-16,10 10 15,-1 8-15,38 19 16</inkml:trace>
  <inkml:trace contextRef="#ctx0" brushRef="#br0" timeOffset="-50761.95">24375 6765 0,'0'0'0,"0"0"0,0 0 15,-10 0 1,-9 10-16,1-1 16,-11 0-1,1 0-15,0 0 16,0 1-1,9-10-15,-9 9 16,-1 0-16,1 0 16,-9 1-1,-1-1-15,-9 0 16,0 10-16,9-10 16,10 9-1,-10 10-15,10 9 16,0 0-1,-10 18-15,10-9 16,0 0 0,9-9-16,0 0 15,0 0-15,1 19 16,-11-1 0,11 0-16,-1 1 15,9-10 1,-8 0-16,8-9 15,1 0-15,9 9 16,0 0 0,0 0-16,0 10 15,0-10 1,9 9-16,1-9 16,-1 0-1,0-9-15,10 0 16,0 0-16,0 0 15,0 0 1,-1 0-16,1 9 16,9 0-1,1-9-15,-1-9 16,10 0 0,9-1-16,0-8 15,9-1-15,-9-9 16,-9-9-1,18 0-15,1-9 16,8-9 0,11-1-16,-10-8 15,-1-1-15,-8 0 16,-10 1 0,0-10-16,-9 9 15,9-9 1,0-9-16,-10 9 15,1-18-15,0-1 16,-10 1 0,0-1-16,0 10 15,-9 9 1,-10 0-16,1 1 16,-1-11-16,1 1 15,-10-9 1,9-1-16,-9 10 15,0 0 1,0 0-16,0 9 16,0-9-16,-9 9 31,-1-9-31,1 9 0,-1 0 16,1 0-1,-10-9-15,0 9 16,1 0-1,-1 0 1,0 10-16,0-1 0,0 0 16,0 10-1,1-1 1,-1 1-16,0-1 16,-9 1-1,9-1-15,0 1 16,0-1-16,-9 10 15,-9 0 1,37 9-16</inkml:trace>
  <inkml:trace contextRef="#ctx0" brushRef="#br0" timeOffset="-39685.05">20612 6350 0,'0'0'0,"0"0"16,0 0 0,0 0-16,0 0 15,9 0 1,29-9-1,18 0-15,19-19 16,-9-9-16,9 0 16,-18 9-1,18-9-15,-18 10 16,-1 8-16,-9 1 16,-19 9-1,1-1-15,-11 10 16,1 0-1,0 0-15,-10 0 16,1 10 0,-1 17-16,1 29 15,-10 36-15,-10 0 16,-9 28 0,10-18-16,0-19 15,-1-28 1,1-18-16,-1 0 15,10-9-15,0-10 16,0-9 0,0 1-16,0-1 15,0 0 1,0 0-16,0 1 16,0-1-16,0 0 15,0-9 1</inkml:trace>
  <inkml:trace contextRef="#ctx0" brushRef="#br0" timeOffset="-39196.96">21082 6553 0,'0'0'0,"0"0"0,0 0 15,0 0-15,0 0 16,0 0 0,9 0-16,20 0 15,8 0 1,10 0-16,0-9 16,0 0-1,-9-1-15,9 1 16,0 0-16,0 0 15,0-1 1,-9 10-16,-10-9 16,0 9-1,-9 0-15,0 0 16,0 0-16,-1 0 16,1 0-1,-19 0-15</inkml:trace>
  <inkml:trace contextRef="#ctx0" brushRef="#br0" timeOffset="-37966.38">24440 5713 0,'0'0'0,"0"0"16,0 0-16,0 0 15,-9-9 1,0 0-16,-10-1 16,-9 1-1,-10 0 1,0 0-16,10 9 15,-10 0-15,1 9 16,-1 0-16,-9 10 31,10-1-31,-1 1 0,10-1 16,9 1 0,0-1-1,10-9-15,-1 10 16,10-10-16,10 9 15,-1 1 1,10 9-16,9-10 16,0 0-1,1 1-15,8-1 16,1 1-16,-1-1 16,10 1-1,1-1-15,-1 1 16,-10-1-1,-9 1-15,1-1 16,-1 0-16,-9 1 16,-1-1-1,-8-8-15,-1 8 16,1 1-16,-10 8 16,0-8-1,0-1-15,0 1 16,-10-1-1,-18 10-15,-19-1 16,0-8-16,0-1 16,9-8-1,1-1-15,8-9 16,1 0 0,9 0-16,1 0 15,-1-9 1,0-1-1,10 1-15,-1-9 16,1-10-16,9-9 16,9-9-16,1 0 15,8 0 1,11-10-16,8 10 16,20-28-1,9 10 1,-19 8-16,-10 10 0,-9 9 15,-9 10 1,0 8-16,-10 1 16,1 8-1,-10 1-15,0 9 16,0 0-16</inkml:trace>
  <inkml:trace contextRef="#ctx0" brushRef="#br0" timeOffset="-33852.97">27140 5169 0,'0'0'0,"0"0"0,0 0 16,0 0 0,-9 0-16,-10 0 15,0 0-15,-9 0 16,-10 0 0,1 0-16,-1 0 15,1 9 1,-10 9-16,0 1 15,-10 8-15,1 10 16,9 0 0,0 0-16,9 0 15,10-9 1,9-1-16,9-8 16,1-1-16,9 1 15,9-1 1,10 1-16,10-1 15,8-9 1,1 1-16,-1-10 16,1 0-1,0 0 1,-1-10-16,-8 1 16,-1-9-16,0-1 15,0 1-15,0-1 16,1-8-1,-11-1-15,1 0 16,0 10-16,0-10 16,-10 10-1,1-1-15,-1 1 16,-9-1 0,0 1-1,0 9-15,0-1 16,0 10-16,0 0 15,0 0-15,0 0 16,0 0 0,10 10-16,-1 27 15,-9 46 1,0 37-16,0 46 16,0-37-1,0-27-15,0-19 16,0-19-1,0-8-15,0-20 16,0-8-16,0-9 16,0-10-1,9 9-15,-9-18 16</inkml:trace>
  <inkml:trace contextRef="#ctx0" brushRef="#br0" timeOffset="-21208.35">6999 7910 0,'0'0'0,"0"0"0,0 0 16,0 0-16,0 0 16,0 0-16,0 0 15,0 9 1,0 19 0,10 9-16,-1 18 15,-9 10-15,9 8 16,-9 1-1,0 0-15,0-9 16,0-10 0,0-9-16,10-9 15,-1-9-15,-9 0 16,10-1 0,-10-27-16</inkml:trace>
  <inkml:trace contextRef="#ctx0" brushRef="#br0" timeOffset="-20417.82">7422 8011 0,'0'0'0,"0"0"0,0 0 16,0 0-1,0 0-15,0 0 16,0 0-1,0 0-15,0 0 16,0 10-16,0 8 16,0 0-1,0 10-15,0 0 16,0 0 0,10 8-1,-1 11-15,1-1 16,-1 0-16,10 0 15,-10-18 1,10-1-16,0-8 16,9-1-16,10-8 15,9-10 1,0-10-16,0-8 16,-9-1-16,-10-8 15,0 8 1,-9 1-16,0-10 15,-10 10 1,0-1-16,1 1 16,-10-10-16,0 0 15,0 1 1,0-1 0,-10 0-16,1 10 15,0-10-15,-10 0 16,0 1-1,0-1-15,-9 10 16,0-1-16,-1 10 16,1 0-1,-9 9-15,8 0 16,1 9 0,0 9-16,9 1 15,0-1-15,19-18 16</inkml:trace>
  <inkml:trace contextRef="#ctx0" brushRef="#br0" timeOffset="-19478.02">10405 7642 0,'0'0'0,"0"0"0,0 0 15,0 0 1,0 0-16,0 0 15,0 0-15,9-9 32,0-10-32,10-8 0,9-1 15,1 0 1,-1 10-16,-9-1 16,0 10-16,-1 9 31,1 0-31,0 9 0,-10 1 15,10 17 1,-19 20-16,0-1 16,0 0-1,-9 18-15,-10 10 16,0-9 0,10-10-16,-1-18 15,1 0-15,9-9 16,0-10-1,0-9-15,9 1 16,10-1 0,9-9-16,29-19 15,18-8-15,0-10 16,-18 0 0,-10 9-16,-19 19 15,-9 0 1,0 0-16,-10-1 15,0 10 1,-9 0-16,10 0 16,-1-9-16,10 0 15,-19 9 1</inkml:trace>
  <inkml:trace contextRef="#ctx0" brushRef="#br0" timeOffset="-18626.12">11345 7328 0,'0'0'0,"0"0"15,0 0-15,0 0 16,0 0-16,0 0 16,0 0-1,0 0 1,0 0-16,-9 0 15,0 10-15,-10-1 16,0 0 0,9 0-16,1 10 15,0-1-15,-1 10 16,1 9 0,-1 9-16,1 0 15,9-9 1,9 0-16,10-9 15,0-1 1,0 1-16,0-10 16,0 1-16,-1-10 15,1 0 1,0 1-16,0-10 16,0 0-1,-1 0-15,1 0 16,0-10-16,0 1 15,0 0 1,-10 0-16,10-10 16,-10 1-1,1-1-15,-1 1 16,1-1 0,-1-8-16,0 8 15,-9 1-15,0-1 16,0 1-1,0-1-15,0 1 16,0-1-16,0 1 16,0 0-1,0-1 1,0 10-16,0 0 16,0-1-16,-9 1 15,0-9 1,-1 8-16,1 1 15,-1 0-15,10 0 16,-9 0 0,-1-1-16,1 1 15,9 9 1,0 0-16,-9 0 16,-1 0-1,1 0-15,-1 0 16,1 0-16,0 0 15,-10 0 1,0 9-16,19-9 16</inkml:trace>
  <inkml:trace contextRef="#ctx0" brushRef="#br0" timeOffset="1779.28">27329 6885 0,'0'0'0,"0"0"0,0 0 16,-10 0-16,-9-9 15,-9 0 1,-10 0-16,-9-1 15,-9 1-15,0 0 16,8 0 0,1 9-16,0 0 15,10 0 1,-1 0-16,1 0 16,-11 0-1,1 9-15,-9 0 16,9 10-1,0-10-15,9 9 16,1 1-16,-1 8 16,0 10-1,1 10-15,9-1 16,-10 9-16,0 0 16,1 1-1,8-1-15,1 1 16,0 8-1,19-8-15,-1-1 16,1-9 0,9 9-16,9-8 15,1-1 1,-1-9-16,10 9 16,9 0-16,10 9 15,-1-8 1,1-1-16,0-9 15,9-1 1,9-8-16,0 0 16,10-10-16,-19-8 15,0-1 1,10 0-16,9-9 16,0-9-1,-1 0-15,1-1 16,-9-8-1,-1-1-15,-9 1 16,10-1 0,-10 1-16,0-10 15,0 1-15,0-1 16,0 0 0,-10 1-16,1-1 15,-10 0 1,1 1-16,-1-1 15,-9 0-15,-1-9 16,1 0-16,0-9 16,-10 9-1,1 0 1,-1 10-16,1-10 16,-10 9-1,0 0-15,0 1 16,0-1-16,0 0 15,0 1 1,-10-1-16,1 0 16,-1-9-16,1 10 15,0-10 1,-1 0-16,1 9 16,-1 0-1,-8 1-15,-1-1 16,0 10-1,-9-1-15,-10-9 16,-9 10-16,-9-1 16,-10 1-1,-66 9-15,132 9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5-11-24T14:40:34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10856 4652 0,'0'0'0,"0"9"0,10 56 15,-1 64-15,0 37 16,1 65 0,-10-38-16,9 84 15,1-64 1,8 45-16,-8-27 16,9 27-1,-10 19-15,10-46 16,0 83-1,-1-19-15,11-18 16,-10 74-16,9-1 16,0-63-1,-9 8-15,18 28 16,1-37-16,9-18 16,10 64-1,8-37-15,-8 19 16,-1 37-1,-9-10-15,19-18 16,-9-46 0,-1 37-16,0-65 15,1-18-15,-19 0 16,-10-19 0,0-37-16,0 38 15,0-84 1,-28-129-1</inkml:trace>
  <inkml:trace contextRef="#ctx0" brushRef="#br0" timeOffset="3278.92">10875 4689 0,'0'0'0,"0"0"0,0 0 15,0 0 1,9 0-16,10-10 16,0 1-1,9 0-15,0 0 16,1-10-1,8 1-15,20-1 16,9-8 0,9-1-16,0 10 15,19-10-15,38 0 16,18-18 0,-18 18-16,47 1 15,0-1 1,9 9-16,38-8 15,-38-1 1,66 0-16,-38 1 16,47-1-16,-27 0 15,18 1 1,9-1-16,-28 0 16,57 1-16,-57-1 15,57 0 1,-20 1-16,-18-1 15,66 0 1,-94 0-16,66 1 16,-1-10-1,-27 9-15,37-9 16,-47 10-16,19-10 16,18-10-1,-56 11-15,57 8 16,-38-9-1,9 9-15,29-9 16,-47 10 0,46-1-16,-55 0 15,36 1-15,-36-1 16,-1 9 0,19-8-16,-29-1 15,39-9 1,-57 0-16,37 0 15,-74 10-15,27-1 16,-18 0 0,-47 1-16,37 8 15,-28 1 1,-37 8-16,-1 1 16,10-9-16,-19 8 15,-9 1 1,-19 9-16,-10 0 15,1 9 1,8 19-16,11 18 16,-1 19-16,-9 18 15,0 9 1,-1 56-16,-8 18 16,-19 19-1,-10 36-15,0-9 16,-9 28-1,9-9-15,-9 18 16,0 38-16,-10-66 16,10 74-1,0-64-15,-10 37 16,1-28 0,-1 0-16,0-10 15,10-26 1,0 17-16,0 1 15,18 36 1,-8-55-16,-1 74 16,-9-74-16,-1 74 15,-8-83 1,9 73-16,0-110 16,-1 74-1,1-65-15,9 46 16,-9-36-16,9 18 15,1 9 1,-1-37-16,-9 46 16,9-46-1,0 19-15,0-19 16,-9-18-16,9 18 16,1-19-1,-11-8-15,1 27 16,0-9-1,0-28-15,0 46 16,-10-45 0,0-1-16,10 37 15,-9-37-15,-10-18 16,9 9 0,1 9-16,-1-27 15,-9-10-15,0 10 16,0 8-1,0-17-15,0-20 16,0 1 0,0-9-16,-9-1 15,9-8 1,0-1-16,-10-9 16,1 1-1,-1-11-15,1 1 16,-1-9-16,-18 0 15,0-1 1,-19 1-16,-28 9 16,-10-9-1,-9 9-15,-9-10 16,-39 10-16,11-9 16,-10 0-1,-38-1-15,10 1 16,-20 0-1,11 9-15,-11-19 16,-36 19-16,37-19 16,-66 10-1,65 0-15,-74 0 16,56-1 0,-47 10-16,28 9 15,-28 0 1,10 1-16,8-10 15,-18 9 1,29-9-16,-39-1 16,48-8-16,-66 9 15,65-9 1,-46 9-16,56 0 16,-47 0-1,19-10-15,-19 10 16,19 0-16,-1 0 15,11-19 1,8 10-16,1 0 16,-10 0-1,38-10-15,-47 0 16,37 1-16,-37 9 16,47-1-1,-66 10-15,85-9 16,-48 9-1,48-10-15,-10 10 16,-9-9 0,28 0-16,-38-1 15,29 1 1,0 0-16,-1-10 16,39 1-16,-10-1 15,-29 1 1,48-10-16,9 0 15,-9 10-15,0-10 16,27 9 0,11-8-16,-10 8 15,9 0 1,10 1-16,0-10 16,18 0-16,10 1 15,9-1 1,1 0-16,9 0 15,-1-9 1,11 0 0,-1 0-16,0 0 15,0 0-15,0-9 16,-9-9 0,0-1-16,0-9 15,-1-8-15,-8-11 16,9-8-1,-10-19-15,10-9 16,-1 9 0,1-9-16,0-9 15,9-19-15,0 19 16,10 0 0,-10-1-16,10 1 15,-10-10 1,10 19-16,-1 10 15,1-1 1,-10-28-16,10 1 16,-1 18-16,1 9 15,-1 18 1,1-8-16,-1-19 16,1-10-1,0 10-15,9 9 16,0 10-16,0-10 15,0 9 1,0 1-16,0-1 16,0 1-16,0 17 15,0 1 1,9 0 0,0-9-16,1-1 15,-1 10 1,-9 9-16,0 0 15,0 0-15,0 37 16</inkml:trace>
  <inkml:trace contextRef="#ctx0" brushRef="#br0" timeOffset="5098.72">14779 2464 0,'0'0'0,"0"0"0,0 0 15,0 0 1,0 0-16,-9 0 16,-20 19-16,-18 8 15,-9 20 1,-1 8-16,1 0 16,18-8-1,20-11-15,8-8 16,10-9-16,10-1 15,8 1 1,20-1-16,0 0 16,18-8-1,19 8-15,1 1 16,-11-1 0,-17 0-16,-11 10 15,-9 0-15,-9 9 16,-9 0-1,-20 0-15,-18 9 16,-10 0-16,1-9 16,8-9-1,1-10-15,9 0 16,1-8 0,18-10-16</inkml:trace>
  <inkml:trace contextRef="#ctx0" brushRef="#br0" timeOffset="5759.93">15174 2437 0,'0'0'0,"0"0"15,0 0-15,0 0 16,0 0-16,0 0 16,0 0-1,0 0 1,0 9-16,0 9 15,0 28-15,0 28 16,0 19 0,10-29-16,-10-8 15,9-10 1,0-9-16,1-10 16,9-8-16,-1-10 15,1 0 1,9-9-16,10-9 15,-10-9-15,1-10 16,-1-18 0,0-10-16,-9 1 15,0 18 1,-10 0-16,0 9 16,1 10-1,-10 0-15,0 8 16,0 10-1,0 0-15,0 0 16,9 10-16,1 17 16,8 19-1,1-9-15,-9-9 16,8 0-16,1-10 16,0 1-1,0-10-15,0 0 16,-19-9-1</inkml:trace>
  <inkml:trace contextRef="#ctx0" brushRef="#br0" timeOffset="6410.19">15983 1855 0,'0'0'0,"0"0"0,0 0 15,10 28 1,-1 9-16,10 64 15,-10 56 1,-9-37 0,0 9-16,10-36 15,-1-19-15,-9-28 16,0-19-16,0-8 16,0-1-1,0-18 1,0 0-16,9-18 15,10-19-15,19-18 16,9-10-16,9 10 16,-9 8-1,-18 20-15,-1 17 16,0 10 0,-9 10-16,9-1 15,-9 9 1,0 10-16,-10 0 15,1-1 1,-1 10-16,-9-9 16,-9 0-16,-10-1 15,-19-8 1,-18-1-16,-1-18 16,1-9-1,9 0-15,0 0 16,9-1-1,10 1-15,9 9 16,19 0-16</inkml:trace>
  <inkml:trace contextRef="#ctx0" brushRef="#br0" timeOffset="7294">17385 1394 0,'0'0'0,"0"0"0,0 0 16,-10 9-1,-8 19-15,-20 18 16,-18 28-1,-29 55-15,10 18 16,18 20-16,1 36 16,37-74-1,10-18-15,18-1 16,0-36 0,10-18-16,19-1 15,-1-18-15,20-9 16,9-10-1,-10-18-15,10-18 16,9-19 0,10-19-1,-10 1-15,-18 0 16,-1-1-16,-18-8 16,-1-10-1,-8-28-15,-20 28 16,0 1-1,-9-29-15,-9-9 16,-19 19-16,0 18 16,-19 9-1,-1 19-15,-8 0 16,0 19-16,-1 8 16,10 10-1,-9 9-15,9 9 16,0 10-1,9 8-15,38-27 16</inkml:trace>
  <inkml:trace contextRef="#ctx0" brushRef="#br0" timeOffset="14589.52">18354 1209 0,'0'0'0,"0"0"16,0 0-16,0 0 15,0 0 1,0 0-16,0 0 16,0 0-1,-10 9-15,1 10 16,0 8-1,-1 20-15,1 26 16,-1 1-16,-8 56 31,8 36-31,1-56 0,9 1 16,-10 0 0,10-19-16,-9-27 15,9-19 1,0-9-16,0-9 15,0-1-15,0 1 16,0-10 0,0 1-16,0-1 15,0 1 1,0-10-16,0 0 16,0-9-1,0 0-15,0 0 16,0 0-1,9-18-15,20-28 16,18-28-16,0-9 16,0 9-1,9 19-15,1 8 16,-10 20 0,-10 8-16,1 10 15,9 9-15,-9 9 16,-1 0-1,1 19-15,-1 9 16,1 9-16,-19-9 16,-10 0-1,1 0 1,-10-9-16,-10-1 16,-9 1-16,1 0 15,-11-1 1,1 1-16,-9 0 15,-10-1-15,-10-8 16,-9-1 0,-9-8-16,19-10 15,9 0 1,9 0-16,38 0 16</inkml:trace>
  <inkml:trace contextRef="#ctx0" brushRef="#br0" timeOffset="26299.83">11966 6664 0,'0'0'0,"0"-9"0,-9-19 0,-1 9 15,1 1 1,0 9 0,9 9-16,-10 0 15,-9 37-15,1 36 16,8 94 0,10 54-1,10 10-15,-1-19 16,10-46-16,0-18 15,-10-56 1,0-18-16,1-19 16,-1-8-16,1-10 15,-1-1 1,0 11-16,-9 8 16,0 0-16,0 1 15,0-19 1,0-10-16,0 1 15,0-9 1,0-10-16,0 0 16,0-9-1</inkml:trace>
  <inkml:trace contextRef="#ctx0" brushRef="#br0" timeOffset="27410.69">11882 6691 0,'0'0'0,"0"0"0,0 0 16,0 0-1,9 0-15,0 0 16,10 10-16,19-10 15,28 0 1,37-19-16,1-8 16,18-10-1,38-9-15,-38 9 16,0 0-16,38-9 16,-28-1-1,-28 10-15,-1-9 16,-28 19-1,10-1-15,-10 0 16,-18 19-16,-20 0 16,1 9-1,0 0-15,-10 9 16,9 9 0,1 10-16,0 9 15,-1 9 1,20 65-16,9 64 15,-10 10 1,0 36-16,-18-73 16,0 0-16,-10-19 15,-9-27 1,0-10-16,-1 0 16,1 10-16,-9-19 15,-1-19 1,-9-18-16,0-9 15,0 0 1,-9-9 0,-1-10-16,1 1 0,-1-10 15,1 0 1,-10 1-16,-9-1 16,-19 9-1,-19-8-15,-9-1 16,0 0-1,-1 9-15,-37 1 16,1-1 0,17 1-16,11-1 15,-10 1-15,-19-1 16,0 10 0,9 0-16,10-10 15,-9 10 1,-1-1-16,20-8 15,18-1-15,0 1 16,10-10 0,-1 0-16,10 0 15,0-9 1,9 0-16,1 0 16,9 0-1,-1 0-15,11 0 16,8 0-16,10 0 15,0 0 1,0 0-16</inkml:trace>
  <inkml:trace contextRef="#ctx0" brushRef="#br0" timeOffset="28091.41">12728 9479 0,'0'0'0,"0"0"0,0 0 16,0 0-16,0 0 16,0 0-1,0 0-15,0 9 16,0 19-1,0 9-15,10 9 16,-1 9-16,0-9 16,10 1-1,-9-20 1,-1 1-16,0-10 16,1 1-16,9-10 15,0-9-15,-1-9 16,11-10-1,8-18-15,-9 1 16,1-11-16,-11 10 16,-8-9-1,-1-9 1,-9 55-16</inkml:trace>
  <inkml:trace contextRef="#ctx0" brushRef="#br0" timeOffset="28235.71">12625 8962 0,'0'0'0,"0"0"0,0 0 16,19 9-1,-19-9-15</inkml:trace>
  <inkml:trace contextRef="#ctx0" brushRef="#br0" timeOffset="29527.18">16105 5944 0,'0'0'0,"0"0"0,0 0 15,0 0 1,0 0-16,0 18 16,10 47-16,9 73 15,0 19 1,-1 83-16,1-46 15,9 9-15,1-55 16,-1-28 0,0-9-1,-9-1-15,0-45 16,-1-10-16,-8-18 16,-1-9-16,1-10 15,-1 1 1,1-1-16,-1-8 15,-9-10 1</inkml:trace>
  <inkml:trace contextRef="#ctx0" brushRef="#br0" timeOffset="30681.78">16096 6055 0,'0'0'0,"0"0"0,0 0 15,0 0-15,0 0 16,9 0 0,20-10-16,37-8 15,9 0 1,9-10-16,67-9 16,9-9-1,-10-19-15,39 10 16,-39 9-1,-9 9-15,19 0 16,-19 0-16,-28 9 16,9 0-1,1 1-15,-39 8 16,-18 1 0,-9 9-16,-10-10 15,0 10-15,-10 0 16,1-1-1,0 10-15,-10 0 16,-9 0-16,-10 0 16,1 0-1,-1 0 1,10 10-16,-10 8 16,10 19-16,0 55 15,-10 38-15,-9 36 16,0 92-1,-9-36-15,-1-10 16,10-83 0,10 0-16,-1-36 15,1-1 1,-1-27-16,-9-10 16,0-18-1,0 0-15,0-19 16,0 1-16,0-1 15,0-9 1,-9 1-16,-1 8 16,1 1-1,-10-1-15,-9 0 16,0 1-16,-1-1 16,-8 1-1,-20 9-15,-18-10 16,-19 10-1,-19-1-15,10 1 16,-20 0 0,10-10-16,10 10 15,9-10-15,-10 10 16,-9-9 0,1 8-16,36-8 15,1-1 1,9 1-16,-9-1 15,18 1 1,1-1-16,18-9 16,1 0-16,9 1 15,-1-1-15,10 0 16,1 0 0,-1 1-1,0-10-15,10 0 16,-1 0-1,1 0-15,-1 0 16,1-10-16,9 10 16,0 0-1</inkml:trace>
  <inkml:trace contextRef="#ctx0" brushRef="#br0" timeOffset="31405.49">17300 8584 0,'0'0'0,"0"0"15,0 0 1,0 0-1,0 9-15,0 0 16,0-9-16,0 0 16,0 0-1,0 0-15,0 0 16,10-18-16,-1-10 16,10-18-1,-10 0-15,10 18 16,-10 0-1,10 10-15,0-1 16,0 10-16,0 9 16,9 9-1,19 37 1,9 28-16,-18 0 16,-10 9-16,-9 9 15,0-8 1,-19-20-16,0-18 15,-9 0-15,-10-9 16,0 0 0,-9 0-16,-1-9 15,1 9 1,0-9-16,0-1 16,0 1-16,9 0 15,0-10 1,0 0-16,0-8 15,19-10 1</inkml:trace>
  <inkml:trace contextRef="#ctx0" brushRef="#br0" timeOffset="31671.87">17357 8177 0,'0'0'0,"0"0"15,0 0-15,0 0 16</inkml:trace>
  <inkml:trace contextRef="#ctx0" brushRef="#br0" timeOffset="32588.1">20414 5372 0,'0'0'0,"0"0"0,0 0 16,0 0-1,0 18-15,9 28 16,1 56-1,-10 73 1,9-9-16,1 47 0,-1-47 16,1 0-1,-1-9 1,0-47-16,1-17 16,-1-1-16,1-9 15,-1-18-15,0-19 16,-9-9-1,10-9-15,-10-10 16,0-9 0,0 0-16,0-9 15,0 0 1,0 0-16</inkml:trace>
  <inkml:trace contextRef="#ctx0" brushRef="#br0" timeOffset="33764.29">20348 5445 0,'0'0'0,"0"0"15,10 0-15,18 0 16,9-9 0,58-18-16,46-20 15,-10-8-15,1 9 16,47-9-1,-38 18-15,38 0 16,-1 0 0,-27 0-16,37-9 15,-47 18-15,-9 0 16,28 1 0,-28-1-1,-10 0-15,0 1 16,-9 8-16,-28 1 15,-19 8 1,-19 1-16,-10 0 16,-9 0-1,1-1-15,-11 10 16,1 0-16,-9 0 16,-1 0-1,0 0-15,1 0 16,-1 0-1,10 28-15,0 46 16,-10 55-16,-18 130 16,-10-66-1,10 57-15,9-121 16,9-28 0,1-8-16,-1-1 15,10-9-15,-10-18 16,1-10-1,-1-9-15,0-9 16,-9 0 0,0-9-16,0-1 15,-9-8 1,0-1-16,-1 1 16,-9-1-16,-9 1 15,-19-1 1,-28 10-16,-10-10 15,0 1 1,-9-1-16,-18 1 16,-11 8-16,20-8 15,-1-1 1,-18 10-16,-19 9 16,37-9-1,10-1-15,-28 10 16,9-9-1,19 0-15,19-10 16,0 1 0,-10 8-16,0-8 15,10 8-15,0 1 16,9-9 0,9-1-16,1 0 15,-10 1 1,19-10-16,0 0 15,0 1 1,0 8-16,9-9 16,10 1-16,0-1 15,0 0 1,9 0-16,0 0 16,0 1-16,10-10 15,9 0 1,0 0-16,0 0 15</inkml:trace>
  <inkml:trace contextRef="#ctx0" brushRef="#br0" timeOffset="34234.47">20837 7762 0,'0'0'0,"0"0"0,0 0 16,0 0 0,0 0-16,-9 37 15,0 55 1,-1 28-16,1 0 16,-1 46-16,1-36 15,0-20 1,-1-17-16,1-19 15,-1-10 1,10-18-16,0-9 16,0-9-16,0-10 15,0-8 1,0-10-16,0 0 16,0 0-1</inkml:trace>
  <inkml:trace contextRef="#ctx0" brushRef="#br0" timeOffset="34952">20433 8620 0,'0'0'0,"0"0"0,0 0 16,9 0-1,10-9-15,19-9 16,18-10 0,10 0-1,9-8-15,-18-1 16,-1 9-16,-9-9 16,0 9-1,0 1-15,-9 8 16,9 1-1,-9 8-15,-10 1 16,0 0-16,-19 9 16,1 0-1,-1 0-15,-9 0 16,0 0-16,0 0 16,0 0-1,0 9-15,0 19 16,-9 9-1,-1 18-15,1-9 16,9-9-16,0 0 16,0-9-1,0-10-15,9 1 16,10-10 0,0 0-16,9 0 15,1-9 1,-1 0-16,0 0 15,0-9-15,-9 0 16,0-9 0,0-1-16,-10-18 15,0-9 1,-9 0-16,0 9 16,-9 0-16,-10 9 15,-18 1 1,-1-1-16,0 10 15,10 8 1,0 1-16,9 0 16,0 9-16,19 0 15,0 0 1</inkml:trace>
  <inkml:trace contextRef="#ctx0" brushRef="#br0" timeOffset="35367.31">21599 7402 0,'0'0'0,"0"0"16,0 0 0,10 9-16,-1 1 15,1 27 1,-1 9-16,0 18 16,1 1-16,-10 36 15,0 29 1,9-20-16,-9-36 15,10 0 1,-10 9-16,9-9 16,-9-9-16,9-10 15,1-18 1,-10-19 0,9 1-16,1-10 15,-10-9-15</inkml:trace>
  <inkml:trace contextRef="#ctx0" brushRef="#br0" timeOffset="36436.26">22183 8011 0,'0'0'0,"0"0"16,0 0-1,0 0-15,0-9 16,0 0 0,0-10-16,0 10 15,0 0-15,-10-9 16,1 8 0,-1 1-16,-8 0 15,8 0 1,1 9-16,-10 0 15,0 9-15,-9 28 16,9 9 0,0 0-16,10 0 15,0-9 1,9 0-16,0 9 16,9-9-16,0-9 15,1-10 1,-1 1-1,19-10-15,-9 0 16,0-9-16,9 0 16,-9-9-1,0 0-15,0-10 16,-1-8 0,1-10-16,0-19 15,-9-8-15,-1 8 16,-9 1-1,0 18-15,-9 0 16,9 9 0,0 10-16,0 9 15,0-1-15,0 10 32,0 0-32,0 0 0,-10 28 15,10 28 1,0 8-16,10-9 15,-1-8-15,0-10 16,1-1 0,-1 1-16,1-9 15,-1-9 1,10-10-16,0 0 16,-1-9-1,11-9-15,-1-10 16,9-18-1,11-64-15,-1-28 16,-10-10-16,-9-27 16,-18 55-1,-1 19 1,-9-10-16,0 19 0,-9 19 16,-1-1-1,1 28-15,9 19 16,0-1-1,0 10-15,0 9 16,-9 9 0,-1 10-16,1 36 15,-1 19-15,10 55 16,10 0 0,9-36-1,-1-10-15,11 0 16,-11-9-16,20 0 15,0-19-15,9-18 16,37-9 0,29-28-16,-113 0 15</inkml:trace>
  <inkml:trace contextRef="#ctx0" brushRef="#br0" timeOffset="37176.72">21515 7956 0,'0'0'0,"0"0"16,0 0-16,0 0 15,0 0 1,0 0-16,0 0 16,0 0-1,0 0-15,0 0 16,0 0-16,0 0 16,0 0-1,0 0-15,0 0 16,0 0-1,0 0-15,0 0 16,19-9 0,9-10-16,9 1 15,10-10-15,0 10 16,-9-1 0,0 10-16,-1 0 15,-8 0 1,-11-1-16,1 1 15,0 9 1,0 0-16,0 0 16,-19 0-16</inkml:trace>
  <inkml:trace contextRef="#ctx0" brushRef="#br0" timeOffset="46882.88">12756 13263 0,'0'-9'0,"10"-19"0,9-18 15,-1 0-15,11-19 16,-10 19 0,-1 9-16,1 9 15,9 19-15,1 9 16,8 9-1,1 10 1,-1 9-16,1-10 16,-10 0-16,1-8 15,-1-1 1,0-9-16,0-9 16,10-10-16,9 1 15,19-19 1,0 9-16,-10 10 15,10-1 1,-19 10-16,0 0 16,9-19-1,1-9-15,9-18 16,-10-10-16,-9 19 16,0 0-1,-19 18-15,1 10 16,-29 18-1</inkml:trace>
  <inkml:trace contextRef="#ctx0" brushRef="#br0" timeOffset="47489.7">12860 13863 0,'0'0'0,"0"0"15,0-28-15,9-18 16,1-9 0,9 9-16,9 9 15,9 0 1,10 0 0,0 18-16,10 1 15,-10-1 1,-9 10-16,-1 0 15,1 0-15,-1 0 16,11-10-16,-1 10 16,9 9-1,-9 0-15,0 9 16,0 0-16,0 1 16,0-10-1,10-10-15,18-17 16,0-29-1,0-18-15,-9-9 16,-28 37 0,0 9-16,-10 19 15,-9 9-15,9-1 16,0 10 0,10 10-1,-38-10-15</inkml:trace>
  <inkml:trace contextRef="#ctx0" brushRef="#br0" timeOffset="48128.23">12963 14675 0,'0'0'0,"0"0"0,0-9 16,-9-19-1,0-9-15,9-9 16,9-9-1,19-10 1,10 10-16,9 9 16,0 9-16,0 18 15,-9 19-15,-1 0 16,1 0 0,9 0-16,-9-9 15,18-19 1,0-9-16,1-9 15,-1 0-15,-18 18 16,0 10 0,9 9-16,0 9 15,28 18 1,0 10-16,-9-10 16,-10-18-1,1-18-15,-1-19 16,1 0-16,18-28 15,0-8 1,-18 17-16,-20 10 16,-8 18-1,-11 10-15,1 18 16,9 9 0,1 0-16,-1 10 15,-28-19-15</inkml:trace>
  <inkml:trace contextRef="#ctx0" brushRef="#br0" timeOffset="48592.51">15080 12635 0,'0'0'0,"0"0"16,-9 0-1,-20 10-15,-8 8 16,-10 19-1,9 18-15,10 10 16,9 0 0,10-10-16,18-9 15,10 0-15,9 0 16,10 1 0,-1-1-16,-8-9 15,-1 0-15,-9-1 16,-10 1-1,-9 0-15,-9 0 16,-1 0 0,-9 0-16,1-9 15,-1-10 1,9-9-16,10-9 16</inkml:trace>
  <inkml:trace contextRef="#ctx0" brushRef="#br0" timeOffset="49315.74">15400 13106 0,'0'0'0,"0"0"0,0 0 16,9-9-1,1 0-15,-1-10 16,1-9-16,-10 1 16,0-10-1,-10 0-15,1 0 16,-1 0 0,-8 0-16,-1 19 15,-10-1-15,11 10 16,-1 9-1,-9 19-15,-1 36 16,11 0 0,8-9-16,20 10 15,8-1-15,11-9 16,18-9 0,-10-18-16,1-19 15,0-10-15,9-17 16,0-10-1,0-37-15,-10-46 16,-8 0 0,-11-46-16,-8 18 15,-10 28 1,0 10-16,-10 8 16,1 28-1,0 19-15,-1 18 16,1 9-16,9 10 15,0 18 1,0 9-16,0 46 16,0 47-1,9 92-15,10-47 16,0-8 0,9-10-16,0-9 15,-9-37-15,0-9 16,0 0-1,-1-19 1,1-9-16,-9-18 0,-1-10 16,0-8-1,-9-10 1</inkml:trace>
  <inkml:trace contextRef="#ctx0" brushRef="#br0" timeOffset="49615.46">15588 12848 0,'0'0'0,"0"0"0,0 0 16,0 0-16,0 0 15,9 0 1,10 0-16,19-10 15,9-8 1,-9 0-16,-1-1 16,1 1-1,-1-1-15,-8 1 16,-1-1-16,0 1 16,-9 9-1,-19 9-15</inkml:trace>
  <inkml:trace contextRef="#ctx0" brushRef="#br0" timeOffset="49922.98">16181 12423 0,'0'0'0,"0"0"0,0 0 16,0 0-1,9 0 1,1 9-16,-1 10 16,10 8-1,-10 10-15,1 10 16,8 17-16,-8-8 16,-1-1-1,10-9 1,-10-18-16,1-10 15,-1 1-15,1-10 16,-1-9-16,19-28 16,-28 28-16</inkml:trace>
  <inkml:trace contextRef="#ctx0" brushRef="#br0" timeOffset="50089.64">16284 11962 0,'0'0'0,"0"0"16,0 0-1,0 0-15,10 18 16,-10-18-16</inkml:trace>
  <inkml:trace contextRef="#ctx0" brushRef="#br0" timeOffset="50559.88">16548 12322 0,'0'0'0,"0"0"16,0 0-16,0 0 15,0 9 1,9 0-16,-9-9 16,0 0-1,0 0-15,0 0 16,0 0-16,0 0 16,0 0-1,9 9-15,10 19 16,28 37-1,0 45-15,0 47 16,-9-18 0,-19-19-1,-10 27-15,-18-17 0,-19-38 16,-19 9 0,0-8-16,-1-10 15,11-19-15,-1-18 16,1-18-1,-1-9-15,0-10 16,1-9 0,8-28-16,29 28 15</inkml:trace>
  <inkml:trace contextRef="#ctx0" brushRef="#br0" timeOffset="50802.07">16595 12072 0,'0'0'0,"0"0"15,0 0 1,0 0-1,0 0-15,9 0 16,-9 0-16</inkml:trace>
  <inkml:trace contextRef="#ctx0" brushRef="#br0" timeOffset="51206.1">17121 11934 0,'0'0'0,"0"0"0,0 0 15,0 0 1,-9 18-16,0 19 16,-10 37-1,0 37-15,0 37 16,10-38-16,9-17 15,19-1 1,9-18-16,0-28 16,0-18-1,10-10-15,-38-18 16</inkml:trace>
  <inkml:trace contextRef="#ctx0" brushRef="#br0" timeOffset="51468.54">17535 11786 0,'0'0'0,"10"0"0,18 0 15,19 9 1,10 10-16,8 46 15,-8 45 1,-10 56-16,-47 65 16,-38 9-16,-46-9 15,-11-56 1,30-27-16,65-148 16</inkml:trace>
  <inkml:trace contextRef="#ctx0" brushRef="#br0" timeOffset="53047.02">19887 11980 0,'0'0'0,"0"0"15,0 0 1,0 0-16,0 0 16,0-9-16,0 0 15,10-19 1,8-9-16,11 0 16,-1 9-1,0 1-15,0 8 16,1 10-16,18 18 15,9 19 1,1 9-16,-10 0 16,-10-19-1,1 1-15,-1-10 16,-8-9-16,8-9 16,10-19-1,0 0-15,10-9 16,-1 10-1,1 8-15,-10 10 16,-10 0-16,1 9 16,0-9-1,9-1-15,9-8 16,10-19 0,9-9-1,-9-10-15,-19 10 16,-9 9-16,-10 19 15,-9 9 1,-10 9-16,-9 0 16</inkml:trace>
  <inkml:trace contextRef="#ctx0" brushRef="#br0" timeOffset="53651.24">20226 12488 0,'0'0'16,"0"0"-16,0 0 15,0-10 1,0-17-16,9-10 16,10 0-16,9 0 15,10 9 1,0 1-16,-1 17 15,-9 1 1,10 0-16,0 0 16,9 0-16,0-1 15,19-8-15,-10-10 16,-9 10 0,0-1-16,0 10 15,-9 9 1,18 9-16,20 19 15,8 9 1,-9-19-16,-9-8 16,0-20-1,0-8-15,0-19 16,9-18-16,-9-10 16,-10 10-1,-9 18-15,-18 18 16,-10 10-16,-1 9 15,-18 0 1</inkml:trace>
  <inkml:trace contextRef="#ctx0" brushRef="#br0" timeOffset="54285.45">20282 13125 0,'0'0'0,"0"0"0,0-10 15,10-8 1,18-19-16,19 0 16,-9 0-16,-1 9 31,10 10-31,0 18 15,10 9-15,-1 0 16,-9 1-16,0-10 16,0-10-1,0-8-15,0-10 16,0-9 0,1 0-16,8 1 15,10 8-15,0 19 16,0 9-1,-10 9-15,10 19 16,0-10 0,0-9-16,-1-18 15,1-19-15,-9-9 16,-10 0 0,-10 1-16,-8-1 15,-11 9 1,1 9-16,-9 10 15,-1 9 1,-9 0-16</inkml:trace>
  <inkml:trace contextRef="#ctx0" brushRef="#br0" timeOffset="54787.89">22606 11371 0,'0'0'0,"0"0"15,0 0-15,0 0 16,-9 0-1,-10 0-15,-19 18 16,-9 19 0,-9 28-16,9 0 15,18-10 1,1 0-16,9 1 16,19-1-16,10-18 15,-1-9 1,19 9-16,10-10 15,9 1 1,-9 0-16,-1-1 16,-8 1-16,-11 0 15,-18-1 1,-9 1-16,0 9 16,-10 0-16,-9 0 15,9-9 1,0-10-16,0-9 15,19-9 1,0 0-16</inkml:trace>
  <inkml:trace contextRef="#ctx0" brushRef="#br0" timeOffset="55362.67">22851 11509 0,'0'0'0,"0"0"16,0 0-16,0 0 15,0 0 1,0 0-16,0 0 15,0 0 1,0 0-16,0 10 16,-10 27-1,10 9-15,0 0 16,10 9-16,-1-9 16,0-9-1,1-18-15,9-1 16,-1-9-16,11-9 15,-1-9 1,0-9 0,0-1-16,1-27 15,-1-9-15,-9-1 16,-10 29 0,0-1-16,-9 19 15,0 9-15,0 0 16,10 18-1,-1 19-15,10 9 16,0 10 0,0-10-16,-1-9 15,1-19-15,0-9 16,0-9 0,9-9-16,0 0 15,-28 9 1</inkml:trace>
  <inkml:trace contextRef="#ctx0" brushRef="#br0" timeOffset="55922.42">23537 11408 0,'0'0'16,"0"0"-16,0 0 0,0 0 15,0 0 1,0 0-16,0 0 16,0 18-16,0 28 15,10 10 1,-1-1-16,1 1 15,-1-19 1,-9-10 0,9-8-16,-9-10 15,0 0-15,0-9 16,0 0-16,10-9 16,-1-10-1,10-36-15,0-19 16,0 28-1,-10 9-15,0 19 16,1 8 0,-10 10-16,9 10 15,1 17-15,-1 1 16,0 0 0,1-10-16,-1-9 15,1 1 1,-1-1-1,1-9-15,8-9 16,1-10-16,19-18 16,-1-9-16,-8 9 15,-11 19 1,1 9-16,-9 9 16,-1 9-1,10 9-15,0 19 16,0 0-1,-1 0-15,1-9 16,0-19 0,0 0-16,-19-9 15</inkml:trace>
  <inkml:trace contextRef="#ctx0" brushRef="#br0" timeOffset="56218.1">24375 10946 0,'0'0'0,"0"0"16,0 0-16,-19 19 16,0 9-16,-9 18 15,-10 9 1,10 19-16,0 9 31,18 28-31,10-10 0,10-36 16,18-10-16,19 1 15,0-29 1,9-8-16,-56-19 16</inkml:trace>
  <inkml:trace contextRef="#ctx0" brushRef="#br0" timeOffset="56484.15">24629 10891 0,'0'0'0,"0"0"15,18 9-15,29 19 16,38 37-16,0 36 31,-29 28-31,-28 56 0,-46-37 16,-48 18 0,-28-9-16,-29 36 15</inkml:trace>
  <inkml:trace contextRef="#ctx0" brushRef="#br0" timeOffset="59694.12">11675 11749 0,'0'0'0,"0"0"16,-10 0-16,1 0 15,-10 0 1,10 0-16,-10-9 16,9 9-16,1 0 15,0 0 1,9 0 0,0 0-16,0 0 15,0 0-15,18-9 16,39-10-1,18 1-15,10 0 16,28-1-16,56-18 16,-9-9-1,37-9-15,-27 18 16,-1 9 0,19-9-16,-18 9 15,55-9-15,-37 1 16,38-1-1,-9-19-15,-1 1 16,10-1 0,9-8-16,-19 18 15,-18 0-15,18 9 16,-28 0 0,57 0-16,-47 9 15,56-9 1,-47 0-16,56-18 15,-75 9 1,57-10-16,-38 19 16,28 1-1,-47-1-15,75 0 16,-65 9-16,56-9 16,-47 0-1,66 0-15,-57 0 16,38-9-1,0 9-15,-28 0 16,28 0 0,-38 1-16,66-1 15,-84 9-15,75 0 16,-76 1 0,57-1-16,-65 9 15,83-18-15,-84 10 16,48-10-1,-58 0 1,58 9-16,-67 1 16,28-1-16,-18-9 15,-38 19 1,38-1-16,-10-9 16,-37 10-16,47-1 15,-47 10 1,-20 0-16,-8 0 15,18 0-15,-28-1 16,-28 1 0,-9 0-1,-1-10-15,-9 10 16,10-9-16,8-1 16,-8 1-1,-10 9-15,-10-1 16,-8 1-1,-1 0-15,0 9 16,-9 0-16,-10 0 16,1 0-1,-10 0-15</inkml:trace>
  <inkml:trace contextRef="#ctx0" brushRef="#br0" timeOffset="89881.49">12484 7153 0,'0'0'0,"0"0"0,9-9 0,0 9 15,1 0 1,9 18-16,-1 19 15,11 37 1,8 64-16,-8 1 16,-11-28-1,1 18-15,-9-28 16,8-27 0,1-18-16,0-10 15,0-9-15,-19-37 16</inkml:trace>
  <inkml:trace contextRef="#ctx0" brushRef="#br0" timeOffset="90537.83">13180 7162 0,'0'0'0,"0"0"0,0 0 16,0 0-1,0 0-15,0 0 16,0 0-16,-10 19 15,1-1 1,0 10-16,-1 9 16,1 18-1,9 10-15,9 9 16,10-10 0,0-8-16,0-20 15,-1-8-15,1 0 16,9-10-1,1-8-15,-1-1 16,10-9 0,-1-9-16,1-1 15,-1-8-15,1-10 16,-10-9 0,-9 10-16,0-10 15,-10 9 1,-9 0-16,0 1 15,-9-1-15,-1 0 16,-8 0 0,-1 1-16,-9-1 15,-10-9 1,10 10 0,0-1-16,-1 9 0,-8 1 15,-1 9 1,-9 9-16,-9 9 15,18 19 1,38-28 0</inkml:trace>
  <inkml:trace contextRef="#ctx0" brushRef="#br0" timeOffset="91210.18">16943 6285 0,'0'0'0,"0"0"15,0 0-15,0 10 16,0 8 0,0 19-16,0 37 15,9 74-15,1-1 16,8 10-1,1 0-15,-9-65 16,-1-36 0,0-10-16,1-18 15,-1-10 1,-9-18-16</inkml:trace>
  <inkml:trace contextRef="#ctx0" brushRef="#br0" timeOffset="91790.52">17347 6516 0,'0'0'0,"0"0"16,0 0-16,0-9 16,10-10-1,8-17-15,1-11 16,0 10-1,0 1-15,9-11 16,0 10 0,1 10-16,-1 18 15,0 9-15,0 9 16,-9 9 0,9 19-16,-9 0 15,0 9 1,-10 10-16,-9 36 15,-9 9 1,-10-18-16,0-9 16,0-18-16,1-10 15,8-9 1,10-10 0,0-8-16,19-10 15,19 0-15,46-27 16,123-47-1,-47 1-15,57-19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5-11-24T14:49:17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14995 1864 0,'0'0'0,"0"37"0,0 74 15,0 74-15,0-38 16,-9 19 0,9-36-16,9-38 15,1-37 1,-1-8-16,1-20 16,-10-27-16</inkml:trace>
  <inkml:trace contextRef="#ctx0" brushRef="#br0" timeOffset="707.39">15014 2049 0,'0'0'0,"0"0"15,0 0-15,0 0 16,0-9 0,0 0-16,0-10 15,10-9 1,18-18-16,0 9 16,10 0-16,18 10 15,1 17 1,-1 20-16,0 17 15,-8 20 1,-20-1-16,-9 28 16,-10-1-1,-18 1-15,-1-18 16,-9-20-16,1-8 16,-1 0-1,9-19-15,1 0 16,9 1-16,0-10 31,19 9-31,9 0 0,0 9 16,0 1-1,1 9-15,-1 18 16,-9 18 0,-19 1-16,-10-19 15,-18 0 1,-10 0-16,-9-9 15,0-9-15,10-9 16,8-10 0,11 0-1,18-9-15,0 0 0</inkml:trace>
  <inkml:trace contextRef="#ctx0" brushRef="#br0" timeOffset="2081.61">16435 2363 0,'0'0'0,"0"0"15,0-9 1,9-1-16,10-17 16,9-1-16,10 9 15,9 1 1,0 9-16,-9 9 16,-10 18-1,0 19 1,-19 0-16,-9 18 15,-9 1-15,-10 8 16,0-17 0,1-10-16,8-10 15,1-8 1,9-10-16,0-9 16,9-9-16,19-19 15,19-18 1,0-19-16,0-27 15,0 0-15,-18 27 16,-10 19 0,-10 18-16,-9 10 15,0 9-15,0 9 16,-19 27 0,0 29-1,0 8-15,19-8 16,10-20-16,18 1 15,76 10 1,27-29-16,-18-18 16,0-9-1,-113 9-15</inkml:trace>
  <inkml:trace contextRef="#ctx0" brushRef="#br0" timeOffset="9503.87">16002 2381 0,'0'0'0,"0"0"15,0 0-15,0 0 16,0 0-1,0 0-15,-9 9 16,-1 1-16,1-1 16,-1 0-1,-8 0-15,8 10 16,-9-10 0,1 10-16,-1 8 15,9 1 1,1 0-16,-1 9 15,1-1-15,9-8 32,0 0-32,0 0 0,9-1 15,1-8 1,-1-1-16,10 1 16,-9-1-16,8-9 15,1 1 1,0-1-16,-10 0 15,10 0 1,0 0-16,9-9 16,0 0-16,1 0 15,-1-9 1,0 0-16,0 0 16,1-10-1,-11 10-15,1-9 16,0-1-16,0 1 15,-10-1 1,1-8-16,-1 8 16,0 1-1,1-10-15,-10 9 16,9 1 0,-9 0-16,0-1 15,0 1 1,-9-1-16,-1 1 15,1-1-15,-10 1 16,0 9 0,-9-1-16,0 1 15,-10 0 1,1 0-16,-10 9 16,-19 0-1,-19 9-15,85-9 16</inkml:trace>
  <inkml:trace contextRef="#ctx0" brushRef="#br0" timeOffset="10712.05">14026 1615 0,'0'0'0,"0"0"16,0 0-1,0 0 1,0 0-16,0 0 16,0 0-16,0 0 15,0-9 1,0 9-16,0 0 15,0 0 1,0 0-16,0-9 16,0 9-16,0 0 15,0 0 1,0 0-16,0 0 16,0 0-1,0 0-15,0 0 16,0 0-16,0 0 15,0 0 1,0 0-16,0 0 16,0 0-1,0 0-15,0 0 16,0 0 0,0 0-16,0 0 15,0 0-15,0 0 16,0 0-1,0 0-15,0 9 16,0 19 0,-9 45-16,9 57 15,-9 36 1,-10 37-16,0-9 16,0 36-16,19-63 15,-9 73-15,9-74 16,-10 28-1,1-19-15,0-46 16,-1-18 0,-9-19-16,10-27 15,9-65 1</inkml:trace>
  <inkml:trace contextRef="#ctx0" brushRef="#br0" timeOffset="12354.7">13989 1560 0,'0'0'0,"0"0"0,0 0 16,9 0 0,10 0-16,9 9 15,0 0 1,1-9-16,18 10 16,28-1-1,38-9-15,-10 0 16,10-9-16,57-1 15,-20-8 1,-18 9-16,37-10 16,-18 1-1,-10-1-15,56 1 16,-37-1-16,19-8 16,0 8-1,-38 1-15,47-1 16,-19 10-1,-18 0-15,37 9 16,-28-9 0,19-1-16,-1 1 15,-27 0-15,46-10 16,-27 1 0,-1 9-16,38-1 15,-66 1 1,57 0-16,-29 0 15,-18 0 1,46-1-16,-56 1 16,38 9-16,0-9 15,-29 0 1,20 9-16,-1-10 16,-47 1-1,48 0-15,-10 0 16,-29-1-16,20 1 15,9 9 1,-38-18 0,19 9-16,0-1 15,-28 1-15,0 0 16,0 9 0,0 0-16,-29-9 15,-8-1-15,-10 1 16,9 0-1,0 0-15,-9-1 16,-10 10 0,-18 0-16,0 10 15,-10 8 1,0 1-16,-9 8 16,18 29-1,1 27-15,-10 28 16,-9 18-16,-9 46 15,-10 19 1,-10 18-16,1 0 16,-10 19-16,10-18 15,-1 17 1,-9-27-16,0 0 16,19 28-1,-18-9-15,-1-10 16,9-28-16,1 20 15,0-48 1,-1 20 0,1-1-16,-1 10 15,1 9-15,-10-28 16,10 37 0,-10-46-16,0-10 15,0 19 1,1-36-16,-1-1 15,9 37-15,-9-28 16,1 1 0,8 18-16,1-28 15,-10-27 1,0 27-16,0 28 16,10-47-1,0 20-15,-1 27 16,1-37-16,-1 0 15,1 18 1,0-9-16,-1-27 16,1 18-1,-1-10-15,1-36 16,0-28-16,9-46 16</inkml:trace>
  <inkml:trace contextRef="#ctx0" brushRef="#br0" timeOffset="15059.05">13914 3803 0,'0'0'0,"0"0"16,0 0-16,0 0 15,0 9 1,0 28-16,-10 27 16,1 29-1,-1-1-15,1 56 16,-10 27-1,10-27 1,-1 64-16,1-55 0,-1 27 16,1 20-1,-10-38-15,10 55 16,-1-64 0,1 83-16,0-55 15,-20 64 1,11-55-16,-1 27 15,9-64-15,1 9 16,-10 37 0,0-18-16,-9 36 15,0-55 1,0 19-16,-1-19 16,11-27-16,-11 27 15,11-19 1,-1-36-1,0 28-15,-9 8 16,9-36-16,0 9 16,0 19-16,0-29 15,1-36 1,-1 0 0,0 0-16,0 9 15,-9 0-15,0-9 16,0 0-1,-1-10-15,11-8 16,-11-1 0,10-9-16,10-18 15,0-1-15,-1-8 16,1-1 0,9-8-16,0-1 15,0 0 1,9-9-16,19 0 15,20 0-15,8-9 16,19 0 0,48-10-16,8-9 15,-8 1 1,46-1-16,0 0 16,-9 1-16,38-1 15,-29 0 1,10 1-16,18 8 15,-27 1 1,65-10-16,-66 19 16,48-10-16,-39 10 15,39 0 1,-20 0-16,-9-1 16,29-8-1,-48 0-15,38-1 16,-38-9-16,38 10 15,-28-10 1,-19 10-16,28 9 16,-28-10-1,19 10-15,9 0 16,-56-1 0,65-8-16,-27 9 15,-39-1-15,29 1 16,-19 0-1,-18 0-15,27 9 16,1-9 0,-39-1-16,20 1 15,19 0 1,-29 9-16,-19 0 16,10-9-16,10-1 15,-29 1 1,-10 9-16,-8-9 15,18 0 1,0 9-16,0-10 16,-28 10-1,0-9-15,-1 0 16,11 9 0,-1-9-16,-9 9 15,-19-9-15,-10 9 16,1 0-1,-10-10-15,10 10 16,0 0-16,-10 0 16,0 0-1,0 0-15,10 0 16,-10-9 0,0 9-16,1 0 15,-11 0 1,1-9-16,-9 9 15,-1 0 1,10 0-16,-10 0 16,10 0-16,0-9 15,-10 9 1,1 0-16,-1 0 16,0 0-16,-9 0 15,0 0 1,0 0-16,10 0 15,-1 0 1,-9 0-16,10 0 16,-10 0-1,0 0-15,0 0 16,0 0-16,9-10 16,1 1-1,-10-9-15,0-10 16,0 0-1,0 1 1,0-1-16,0-9 0,-10-28 16,1-27-1,9 9-15,-10 18 16,10 19 0,-9 0-16,-1 0 15,10 9-15,0-18 16,0-1-1,0 1-15,0 9 16,0 0 0,0 9-16,10 9 15,-1 0 1,-9 1-16,0 8 31,0 1-31,10-1 0,-10 1 16,0-10-1,9 0-15,1 1 16,-1-10-16,10-18 16,-19 55-1</inkml:trace>
  <inkml:trace contextRef="#ctx0" brushRef="#br0" timeOffset="16546.12">14008 3415 0,'9'0'0,"19"-9"15,10 0-15,18-10 16,57 1-16,10-1 15,-11 1 1,20-1-16,37-8 16,-37-1-1,0 9-15,37-8 16,-18-10-16,-1 0 16,20 9-1,-29 0-15,37 10 16,-8-10-1,-39 10-15,39 9 16,-1-10 0,-37 1-16,37-1 15,-9 1 1,-19-1-16,29-8 16,-20 17-16,-18-8 15,37 0 1,-18-1-16,-10 1 15,47-10 1,-56 9-16,18 1 16,29-19-16,-38 19 15,-9-10 1,46 0-16,-46 10 16,9 9-16,29-10 15,-20 1 1,-9 8-16,28-8 15,-37 9 1,0-10-16,37 10 16,-37 0-1,0-10-15,28 10 16,-29 0 0,-18 0-16,19-1 15,18 1-15,-37 0 16,0 0-1,0 9-15,0-10 16,-19 1-16,-28 0 16,9 9-1,-9-9-15,0 0 16,0 9 0,-10 0-16,-9 0 15,-9-10 1,-10 10-16,-19 0 15,1 0 1,-10 0-16</inkml:trace>
  <inkml:trace contextRef="#ctx0" brushRef="#br0" timeOffset="24949.96">14224 4135 0,'0'0'0,"0"0"0,0 0 0,0-9 16,0-19-16,9 0 16,1 1-1,-1-1-15,10 0 16,0 1 0,9 8-16,0 1 15,1-1 1,-1 10-1,-9 9-15,-1 0 16,1 9 0,0 0-16,9 10 15,-9-10-15,0 0 16,0 1-16,-1-10 16,11-10-1,-1 1-15,10-9 16,9-10-16,0 0 15,-10 10 1,-9 9-16,1-1 16,-29 10-16</inkml:trace>
  <inkml:trace contextRef="#ctx0" brushRef="#br0" timeOffset="27130.53">15353 3673 0,'0'0'0,"0"0"16,0 10 0,0 17-16,0 10 15,0 9 1,0 19-16,0-10 15,0-18 1,0-18-16,0-10 16,0-9-1,0 0-15,19-9 16,0-10-16,9 1 16,-9-1-1,-1 1-15,-8 9 16,-1 9-1,1 0-15,-1 9 16,10 9-16,9 10 16,0 0-1,0-10-15,1-9 16,-1-9-16,10-9 16,-1-9-1,1-10-15,-10 0 16,0 10-1,-9-1-15,-10 1 16,1 0 0,-1-1-16,-9 1 15,0-1-15,-9 1 16,-1 8 0,1 1-16,0 0 15,9 0 1,0 9-16,0 0 15,0-9 1,9-1-16,10-8 16,9-1-1,0 1-15,1-1 16,-1 1-16,-9 9 16,-10 0-1,10-1-15,-10 10 16,1 10-16,8 17 15,-8 10 1,-1 0-16,1 9 16,-1-9-1,-9-9 1,0-10-16,0-8 0,0-1 16,0-9-1</inkml:trace>
  <inkml:trace contextRef="#ctx0" brushRef="#br0" timeOffset="27284.55">15993 3369 0,'0'0'0,"0"0"15</inkml:trace>
  <inkml:trace contextRef="#ctx0" brushRef="#br0" timeOffset="27918.69">16548 3581 0,'0'0'0,"0"0"16,0 0-1,0 0-15,0 0 16,-10 9 0,-9 19-16,1 0 15,-1 9 1,0 9-16,10-9 16,-1-10-16,10-8 15,0-10 1,0 0-16,0-9 15,0 0-15,10-9 16,8-9 0,11-38-1,-1-27-15,-9-9 16,-1 0-16,-18-1 16,0 29-1,-9-1-15,0 28 16,-1 9-1,1 19-15,9 9 16,-10 9-16,1 19 16,0 9-1,9 46-15,0 19 16,9-19-16,0-19 16,10-18-1,-9-18-15,-1 0 16,0-10-1,10 1-15,-19-19 16</inkml:trace>
  <inkml:trace contextRef="#ctx0" brushRef="#br0" timeOffset="28226.74">16896 2889 0,'0'0'0,"0"18"0,0 56 16,0 46-16,0-18 15,-10 8 1,1 1-16,9-28 15,0-18 1,0-28-16,0 0 16,0-19-1,0 1-15,0-10 16,0 0-16,0-9 16</inkml:trace>
  <inkml:trace contextRef="#ctx0" brushRef="#br0" timeOffset="28608.76">17244 2917 0,'0'0'0,"0"18"0,0 56 16,9 37 0,-18-1-16,-1 1 15,-8 0 1,8-47 0,1-17-16,-1-20 0,10-17 15,0-1 1,0-9-16,0 0 15,0-9 1,10-19 0,9 0-16,-1 10 15,1-1-15,0 10 16,9 18-16,10 10 16,-38-19-1</inkml:trace>
  <inkml:trace contextRef="#ctx0" brushRef="#br0" timeOffset="28996.48">16755 3516 0,'0'0'0,"0"0"0,0 0 15,9 0 1,0 0-16,20 0 16,-1-9-16,9 0 31,11 0-31,8 0 16,10 9-16,-66 0 15</inkml:trace>
  <inkml:trace contextRef="#ctx0" brushRef="#br0" timeOffset="29249.7">17780 3240 0,'0'0'0,"0"0"16,0 0 0,0 0-16</inkml:trace>
  <inkml:trace contextRef="#ctx0" brushRef="#br0" timeOffset="29395.14">17818 3581 0,'0'0'0,"0"19"16,0-19-16</inkml:trace>
  <inkml:trace contextRef="#ctx0" brushRef="#br0" timeOffset="33196.08">18617 3258 0,'0'0'0,"0"0"16,-9 9-16,-19 10 15,-10 8 1,-9 20-16,0 26 16,-10 20-1,29-29-15,0-8 16,9-10-16,10-18 16,9-19-1,0 0-15,0-9 16,9 0-1,19-18-15,19-38 16,1-18-16,-11 0 16,10-27-1,-9-19-15,-19 9 16,-10 28 0,-9 19-16,-9 17 15,-1 10-15,1 10 16,-1 8-1,1 10-15,0 9 16,-1 0 0,1 9-16,-10 19 15,0 46-15,10 37 16,9-19 0,19-9-16,9 0 15,0-28 1,0-8-16,-9-20 15,9-18 1,-9-9-16,9-9 16,1-9-16,-1-10 15,9-18 1,1 0-16,-10-10 16,-9 20-1,-10 17 1,1 10-16,-10 9 0,0 0 15,0 9 1,-10 19-16,1 9 16,0 27-1,9-8-15,0-19 16,9-10-16,0-8 16,10-10-1,9-9-15,1-9 16,-1-10-1,0 1 1,-9-1-16,-10 10 16,-9 0-16,0 0 15,-9-1-15,-10 1 16,0 0 0,10 0-16,0 0 15,-1-1 1,10 10-16,0 0 15,0 0-15,10-9 16,8-9 0,11-1-16,-1 1 15,9-1 1,1-8-16,0 8 16,-1 1-1,-8 8-15,-1 1 16,-19 9-1,1 0-15,-1 0 16,0 9-16,-9 10 16,0 9-1,0 8-15,0 11 16,0-1 0,0-9-16,0-10 15,0-17-15,10-1 16,-10-9-1,9 0 1,1-9-16,18-10 16,-9-9-16,-1 1 15,1-1-15,-9 10 16,-1 8 0,-9 1-16,0 9 15,0 0 1,9 9-16,1 10 15,-1 9-15,10-1 16,0 1 0,0-19-16,-10-9 15,1 0 1,8-9-16,1-10 16,0-17-1,0-20-15,0-18 16,-1 10-1,-8-1-15,-1 19 16,-9 9-16,0 19 16,0-1-1,0 19 1,0 0-16,0 0 16,10 46-16,-1 28 15,0-9-15,1-1 16,-10-18-1,0-18-15,0-9 16,0-10 0,0-9-16,0 0 15,19-9 1,9-1-16,10-17 16,-10 8-16,0 1 15,-9 9 1,0 9-16,-10 9 15,0 9 1,1 10-16,-10 9 16,-19 9-1,0-9-15,-9 0 16,9-10-16,0-8 16,10-10-1,0-9-15,-1-9 16,1 0-16,9-1 15,0 1 1,9 0 0,10-9-16,9-10 15,10 0-15,18-9 16,-18 10 0,9-20-16,-9-17 15,-1-10 1,-9 0-16,-9 10 15,0 8-15,-10 1 16,-9 18 0,0 9-16,0 10 15,0 18 1,0 0-16,0 0 16,-9 9-16,0 19 15,-1 45 1,1 38-16,-1-28 15,10-27 1,10-19 0,-1-10-16,1-8 0,8-1 15,11-9 1,8 1-16,1-10 16,9-10-1,0-17-15,0-10 16,0-19-16,-19 10 15,-9 9 1,-9 10 0,-1 8-16,-9 10 15,0 9 1,0 0-16,-19 18 16,-9 29-16,9 8 15,19-9 1,19-9-16,19 9 15,56 0 1,56-18-16,-150-28 16</inkml:trace>
  <inkml:trace contextRef="#ctx0" brushRef="#br0" timeOffset="35357.57">14346 4836 0,'0'0'0,"0"0"16,0 0-1,0 0-15,10-18 16,9-1-1,9-18-15,19-9 16,0 9-16,0 1 16,-10 8-1,1 9 1,-10 19-16,10 10 16,9 17-16,9 10 15,-9-9-15,10 0 16,-10-10-1,-9-9-15,9-18 16,18-19 0,39-36-16,9-29 15,-28 10-15,-29 28 16,-9 18 0,-47 37-1</inkml:trace>
  <inkml:trace contextRef="#ctx0" brushRef="#br0" timeOffset="36993.22">15823 4209 0,'0'0'0,"0"0"15,0 0-15,0 18 32,0 47-32,0 27 0,-9 0 15,-1-18 1,10-18-16,0-19 16,0-10-1,0-8-15,0-10 16,0-9-16,10 0 15,9-9 1,9-1-16,0-8 16,-9 9-1,0 0 1,-10 9-16,1 9 16,8 0-16,1 19 15,9 9-15,1-10 16,-11-8-1,11-10-15,27-9 16,10-19 0,-10-8-16,-9-1 15,-9-9 1,-10 0-16,1-9 16,-11 9-16,-8 10 15,-1 8 1,-9 10-16,0 0 15,0 9 1,0 0-16,0 0 16,0 9-1,0 9-15,0 10 16,0 0 0,0-1-16,0-8 15,10-1-15,-1-8 16,0-1-1,1-9-15,-1 0 16,10 0-16,9-19 16,10-8-1,-1-10-15,-8 0 16,-10 0 0,-1 9-16,-8 10 15,-1-1-15,1 10 16,-1 0-1,-9 9-15,0 0 16,9 9 0,1 9-16,-1 10 15,1 0 1,-1-10 0,0 1-16,1-1 0,-10-18 15</inkml:trace>
  <inkml:trace contextRef="#ctx0" brushRef="#br0" timeOffset="37139.96">16736 3960 0,'0'0'0,"0"0"15,0 9-15,0 18 16,0-27-1</inkml:trace>
  <inkml:trace contextRef="#ctx0" brushRef="#br0" timeOffset="38389.78">16999 4246 0,'0'0'0,"0"0"15,0-10-15,0-8 16,0-1 0,0 10-16,-9 0 15,9 9-15,-10 0 16,1 9 0,-10 10-1,-9 8-15,0 20 16,9-1-1,9-9-15,10-10 16,0 1-16,10-19 16,-1 0-1,1-9-15,9 10 16,-1-1 0,11 9-16,-1 19 15,-9 9-15,-1 10 16,-8 18-1,-20 18-15,1-18 16,-10-19 0,10-18-16,-1-9 15,10-19-15,0 0 16,0-9 0,0 0-16,10-18 15,18-47 1,10-27-16,27-56 15,-8-46-15,-10 19 16,-9-10 0,-10 65-16,-19 47 15,1 17 1,-1 19-16,-9 19 16,0 18-16,0 0 15,0 9 1,-9 65-1,9 37-15,0-19 16,9-9-16,0-9 16,1-28-1,-1-18-15,-9-10 16,0-18 0,0 0-16,10-9 15,8-10-15,1 1 16,0 0-1,0 8-15,-10 10 16,1 10 0,-1 8-16,10 19 15,0 0-15,0-9 16,-1-10 0,-8-18-16,9-9 15,9-10 1,0-8-16,10-20 15,-1-26 1,-8-38-16,-11 9 16,-8 29-16,-1 8 15,-9 28 1,0 9-16,-9 10 16,9 9-1,0 9-15,0 0 16,-10 18-16,1 47 15,9 45 1,9-26-16,10-1 16,-9-10-1,8-8-15,-8-10 16,-1-18-16,1-9 16,-1-10-1,0-8 1,-9-10-16</inkml:trace>
  <inkml:trace contextRef="#ctx0" brushRef="#br0" timeOffset="38681.71">17658 4264 0,'0'0'0,"0"0"16,9 0-16,1 0 31,8 0-31,1 0 0,9-9 16,10 0-16,0-1 15,9-8 1,-10 9-16,1-1 15,-38 10 1</inkml:trace>
  <inkml:trace contextRef="#ctx0" brushRef="#br0" timeOffset="38916.17">18279 3913 0,'0'0'0,"0"0"0,0 19 15,0-19 1</inkml:trace>
  <inkml:trace contextRef="#ctx0" brushRef="#br0" timeOffset="39062.56">18260 4403 0,'0'0'15,"0"0"-15,0 0 0</inkml:trace>
  <inkml:trace contextRef="#ctx0" brushRef="#br0" timeOffset="39707.94">19596 4052 0,'0'0'0,"0"0"0,0 0 16,0 0-16,0 0 16,0 9-1,0 10-15,0 8 16,9 1-1,0 0-15,-9 8 16,10 1 0,-10-9-16,0 0 15,9-10-15,-9-18 16</inkml:trace>
  <inkml:trace contextRef="#ctx0" brushRef="#br0" timeOffset="39913.26">19746 3996 0,'0'0'0,"0"0"15,0 28-15,0 37 16,0 36-16,0-101 15</inkml:trace>
  <inkml:trace contextRef="#ctx0" brushRef="#br0" timeOffset="40786.41">14346 5907 0,'0'0'0,"0"0"16,0 0-1,0 0-15,0 0 16,19-18 0,9-19-16,10-10 15,0 11-15,-1 8 16,-9 9 0,-9 10-16,9 9 15,10 0 1,0 9-16,-1 1 15,20-1 1,-10-9-16,9-9 16,1-10-1,-1-18-15,1 0 16,-1 0-16,1-9 16,-10 9-1,0 10-15,-19 8 16,0 10-1,10 18-15,-38-9 16</inkml:trace>
  <inkml:trace contextRef="#ctx0" brushRef="#br0" timeOffset="42152.92">16397 5501 0,'0'0'0,"0"0"0,-9 0 16,-20 18 0,-18 10-16,-18 27 15,-1 28 1,0 10 0,19-29-16,19-8 15,9-19-15,9-19 16,1 1-1,9-10-15,0-9 16,0 0-16,9-9 16,20-28-1,18-37-15,9-18 16,1-19-16,-10-18 16,9-19-1,-28 46 1,-9 10-16,-10 27 15,-9 19-15,0 19 16,-9 17 0,-10 1-16,0 18 15,-9 10 1,0 18-16,0 37 16,9 18-1,10-9-15,9-9 16,9-10-16,0 1 15,10-19 1,0-9-16,0-9 16,9-10-16,0-9 15,0-9 1,1-9-16,-1-9 16,10-1-1,-1-8-15,-9-1 16,1-9-16,-1-9 15,-9 9 1,-10 9-16,-9 1 16,0 17-1,0 10-15,0 0 16,-9 10-16,-10 8 16,9 10-1,1 9-15,0 9 16,9-9-1,9-19-15,10-9 16,9 1 0,10-10-16,9-19 15,0-9-15,-10 1 16,1-19 0,-10-1-16,0 11 15,-9 17 1,0 1-16,-9 8 15,-1 20 1,0 17-16,10 29 16,0 27-16,-10 37 15,1-9 1,-10-38-16,0-17 16,0-19-1,0-10-15,0-17 16,0-10-16,0 0 15,0 0 1,0-10-16,0-36 16,9-46-1,-9 0-15,10 9 16,-1-19-16,10 10 16,-10 27-1,10 10 1,-10 27-16,10 0 15,9 10-15,1 9 16,-1 9 0,0 18-16,0 10 15,-9 18 1,-9-9-16,-10 9 16,-10-9-16,-9 9 15,1-9-15,-1 0 16,19-37-1</inkml:trace>
  <inkml:trace contextRef="#ctx0" brushRef="#br0" timeOffset="42446.63">17460 4652 0,'0'0'0,"0"0"16,0 0-16,10 18 15,-1 47 1,-9 46 0,0-1-1,0-8-15,0 9 0,-9-19 16,-1-27-1,10-29-15,0-8 16,0-9 0,0-1-16,0-9 15,0-9 1</inkml:trace>
  <inkml:trace contextRef="#ctx0" brushRef="#br0" timeOffset="42902.12">17771 4633 0,'0'0'0,"0"0"16,0 0-16,0 0 16,0 0-1,9 10-15,10 36 16,-10 46-1,1 9-15,-1-17 16,-9-1 0,0-28-16,0-9 15,0-18-15,0-10 16,0-8 0,0-1-16,0-9 15,0 0-15,0-9 16,9-19-1,10-18-15,0 9 16,9 0 0,-9 9-16,0 19 15,0 9-15,9 18 16,0 1 0,0 9-16,1-1 15,-1 1 1,0-10-16,-9 1 15,-19-19 1</inkml:trace>
  <inkml:trace contextRef="#ctx0" brushRef="#br0" timeOffset="43353.24">17385 5058 0,'0'0'0,"0"0"15,0 0-15,0 0 16,0 0 0,9 0-16,20-9 15,18-10 1,0 10-16,-47 9 16</inkml:trace>
  <inkml:trace contextRef="#ctx0" brushRef="#br0" timeOffset="44513.31">16303 5510 0,'0'0'0,"0"0"0,0 0 16,0 0-16,0 0 16,0 0-1,0 0-15,0 0 16,0 0-1,-9 0-15,-1 0 16,1 0 0,-1 0-16,-8 0 15,8 0-15,1 0 16,-1 0 0,1 0-16,0 0 15,-1 0 1,1 0-16,-1 0 15,1 9 1,0-9-16,-1 0 16,1 0-16,-1 10 15,10-10 1,-9 9-16,9-9 16,-10 9-1,1 0-15,9-9 16,-9 9-16,-1 1 15,10-1 1,-9 0-16,9-9 16,0 9-1,-10 1-15,1-1 16,0 9-16,9-8 16,-10 8-1,10-9-15,0 0 16,0 10-1,0-1-15,0 1 16,0 9 0,0-10-16,0 0 15,0 1-15,0-10 16,10 0 0,-1 1-16,19-10 15,-28 0 1</inkml:trace>
  <inkml:trace contextRef="#ctx0" brushRef="#br0" timeOffset="45415.7">18354 4901 0,'0'0'0,"0"0"15,0 0 1,0 9-16,0 10 15,0-19-15</inkml:trace>
  <inkml:trace contextRef="#ctx0" brushRef="#br0" timeOffset="45578.64">18335 5427 0,'0'0'0,"0"0"15,0 0-15</inkml:trace>
  <inkml:trace contextRef="#ctx0" brushRef="#br0" timeOffset="46101.49">19577 4744 0,'0'0'0,"0"0"15,0 0 1,0 18-16,-10 19 16,10 0-1,0 9-15,0-9 16,0-9-1,0-9-15,0-1 16,0-9-16,0 0 16,0 1-1,0-1-15,0 0 16,0-9 0</inkml:trace>
  <inkml:trace contextRef="#ctx0" brushRef="#br0" timeOffset="46362.14">19812 4670 0,'0'0'0,"0"0"16,0 0-16,0 9 15,-9 47 1,-20 64-16,29-120 16</inkml:trace>
  <inkml:trace contextRef="#ctx0" brushRef="#br0" timeOffset="47683.89">13707 6710 0,'0'0'0,"0"0"16,0 0 0,0 0-16,0 0 15,9 0-15,10 0 16,18 0-1,20 0-15,37 0 16,-9 0 0,-1 0-16,29-9 15,28-1 1,-9 1-16,0-9 16,37-10-1,-18-9-15,18 0 16,0 10-16,-18-1 15,27 9 1,11-8-16,-29 8 16,56 1-16,-66-1 15,29 1 1,0-1-16,-19 1 16,37-10-1,-27 1 1,8-1-16,1 0 15,-28 1-15,46-1 16,-37 9 0,-9-8-16,37-1 15,-38 10-15,10-1 16,28 1 0,-56 8-16,38-8 15,-1 0-15,-37-1 16,46 1-1,-8-1-15,-48 1 16,47-1 0,-28 1-16,-18-1 15,27-8 1,10-1-16,-47 0 16,9 1-16,10 8 15,-19 1 1,-19-1-16,0 1 15,19 8 1,-19 1-16,0-9 16,-19 9-16,1-1 15,8-8 1,-8 9-16,-11-1 16,-18 1-1,-9 9-15,-10 0 16,-9 0-1,-10 0-15,1 0 16,-10 0 0</inkml:trace>
  <inkml:trace contextRef="#ctx0" brushRef="#br0" timeOffset="50984.85">14544 6959 0,'0'0'0,"0"0"0,0 9 0,-10 28 15,-8 37 1,8 0-16,-9 28 31,1 8-31,-1-17 0,9-20 16,1-26-16,0-20 15,-1-8 1,10-1-16,0-18 16</inkml:trace>
  <inkml:trace contextRef="#ctx0" brushRef="#br0" timeOffset="51550.68">14450 6895 0,'0'0'0,"9"-10"0,19-8 16,1 9 0,-1-1-16,0 10 15,-9 10 1,0-1-16,9 9 16,-9 10-1,0 0-15,-10 9 16,0 0-16,-9 9 15,0 0 1,-9-9 0,9-10-16,0-8 0,0-10 15,0-9 1,0 0-16,9 9 16,10 1-1,9-1-15,1 9 16,-1 1-1,-9 8-15,-10 10 16,-9 0-16,-9 9 16,-10 1-1,0-1-15,-9 0 16,0-18 0,-1-10-16,1 0 15,0-8 1,9-1-16,10-9 15,-1 0 1,10 0-16,0 0 16</inkml:trace>
  <inkml:trace contextRef="#ctx0" brushRef="#br0" timeOffset="52114.76">15127 7181 0,'0'0'0,"0"0"15,0 0-15,0 0 16,0 0-1,0 0-15,-9 9 16,-1 0-16,1 10 16,-10 8-1,10 1-15,-1 0 16,1-1 0,-1 1-16,10 0 15,0-10 1,0 1-16,10-10 15,-1 0-15,1-9 16,-1 0 0,0 0-16,10-9 15,0 0 1,-9-10-16,8 1 16,-8-1-16,-1 1 15,-9 9 1,0-10-16,0 10 15,-9-10 1,-1 10-16,-8 0 16,-1 0-1,0 0-15,0 9 16,0 0-16,19 0 16</inkml:trace>
  <inkml:trace contextRef="#ctx0" brushRef="#br0" timeOffset="52682.98">15362 7098 0,'0'0'0,"0"0"0,0 0 16,10 9-1,-1 0-15,10 0 16,-10 1 0,1-1-16,-1 0 15,1 0 1,-1 10-16,0-1 16,1 1-16,-1-1 15,1 1 1,-10-1-1,0 0-15,0 1 16,0-10-16,0 0 16,0-9-1,0 0-15,0 0 16,0 0-16,9-9 16,10-28-1,0 0-15,-1-18 16,1-10-1,-9 19-15,-1 9 16,-9 10 0,0 17-16,0 1 15,0 9-15,0 0 16,0 0-16,-9 28 16,-1 18-1,10-9-15,0 0 16,10-10-1,8-8-15,30-1 16,27-8 0,-75-10-16</inkml:trace>
  <inkml:trace contextRef="#ctx0" brushRef="#br0" timeOffset="53145.8">16096 6664 0,'0'0'0,"0"0"0,0 0 16,-9 18-1,-1 1-15,-9 8 16,1 10-1,-1 0 1,0 19-16,0 8 16,10 1-16,9 9 15,9-19-15,1-18 16,8 0 0,1-9-1,19-1-15,9 1 16,-47-28-16</inkml:trace>
  <inkml:trace contextRef="#ctx0" brushRef="#br0" timeOffset="53402.38">16425 6488 0,'0'0'0,"0"0"16,10 0-1,18 19-15,19 27 16,9 37-16,-9 28 16,-37 0-1,-10-1-15,-38 10 16,1-18-1,37-102-15</inkml:trace>
  <inkml:trace contextRef="#ctx0" brushRef="#br0" timeOffset="53810.29">15099 7762 0,'0'0'0,"0"0"0,0 0 15,9 9 1,-9-9-16</inkml:trace>
  <inkml:trace contextRef="#ctx0" brushRef="#br0" timeOffset="53953.72">15174 7873 0,'0'0'0,"0"9"0,0 28 16,0 9-1,0-46 1</inkml:trace>
  <inkml:trace contextRef="#ctx0" brushRef="#br0" timeOffset="54127.5">15127 8122 0,'0'0'0,"0"0"16,10 19-1,-10-19-15</inkml:trace>
  <inkml:trace contextRef="#ctx0" brushRef="#br0" timeOffset="55155.33">14422 8510 0,'0'0'0,"0"0"16,0 0-16,0 0 31,0 9-31,9 19 0,0 27 16,1 19-1,9 18-15,-10 0 16,0-27 0,1-28-16,-10 0 15,0-9 1,9-10-16,1 1 15,-10-19-15</inkml:trace>
  <inkml:trace contextRef="#ctx0" brushRef="#br0" timeOffset="56261.21">14544 8593 0,'0'0'0,"0"0"16,9-9-16,1-1 16,-1-8-1,10-10-15,0 1 16,0 8-1,-1 10-15,1 9 16,9 9-16,-9 0 16,0 10-1,0-1-15,-10 1 16,-9-1 0,0 1-16,0-10 15,0 0 1,0 0-16,0-9 15,0 0-15,10 9 16,-1 1 0,10-1-16,0 9 15,9 19 1,-9 0-16,-10-9 16,10 9-16,-10-9 15,-9-1 1,0 1-16,-9 9 15,-10 0 1,-9 0-16,0-10 16,-1 1-16,11-9 15,-11-1 1,11-9-16,-1 0 16,9-9-1,10 0-15,0 0 16,0 0-1,0 0-15,10-18 16,18-10 0,10-18-16,18-9 15,1-1-15,-10 10 16,0 0 0,-10 9-16,-9 9 15,-9 10-15,0 0 16,-10-1-1,1 10-15,-1 0 16,-9 9 0,0 0-16,0 0 15,0 0-15,0 0 16,0 0 0,0 18-16,0 10 15,0-1 1,0 1-16,10 0 15,-10-10-15,9 1 16,1-10 0,8 0-1,1-9-15,9-9 16,1 0-16,-1-10 16,0-8-1,0-1-15,-9 0 16,-10 1-1,-9-1-15,0 0 16,-9 10-16,-10-1 16,0 1-1,1 9-15,-11 9 16,1 0 0,9 9-16,1 0 15,18-9-15</inkml:trace>
  <inkml:trace contextRef="#ctx0" brushRef="#br0" timeOffset="56990.59">15532 8501 0,'0'0'0,"0"0"16,9-10 0,0 1-1,10 0-15,0 0 16,-10-1-16,1 10 16,-1 0-1,10 10-15,-9 8 16,-1 1-1,-9 8-15,0 1 16,0 0-16,-9-10 16,9 0-1,0-8-15,0-1 16,0-9 0,0 0-16,0 0 15,9-9 1,10-10-16,9-18 15,10-9-15,-1-9 16,-9-1 0,-9 10-16,-9 9 15,-1 19-15,0-1 16,-9 10 0,0 9-16,0 0 15,0 0 1,-9 9-16,-10 28 15,0 19-15,10-1 32,9-18-32,9 0 0,10-9 15,0-10 1,9-9-16,10 1 16,0-10-16,-10 0 15,0-10 1,10 1-16,-10 0 15,-9 9 1,-1 0-16,-8 0 16,-10 0-1,0 0-15,0 0 16,0 0-16,0 0 16,0 0-1</inkml:trace>
  <inkml:trace contextRef="#ctx0" brushRef="#br0" timeOffset="57369.2">16200 8048 0,'0'0'0,"0"0"16,0 0 0,0 0-16,-10 9 15,1 1-15,-1 8 16,1 1 0,0-1-1,-10 10-15,9-1 16,1 29-1,9 18-15,9-10 16,1-18-16,9-9 16,-1-9-1,11 0-15,-1-10 16,9-9 0,1 1-16,0-10 15,-38 0-15</inkml:trace>
  <inkml:trace contextRef="#ctx0" brushRef="#br0" timeOffset="57685.69">16557 7799 0,'0'0'0,"0"0"0,0 0 16,0 0 0,9 9-16,1 1 15,18 8 1,0 19-16,19 18 16,0 10-1,-9-1-15,-10-8 16,-9 8-16,-19 10 15,-9 0 1,-10 9-16,-9-9 16,28-74-1</inkml:trace>
  <inkml:trace contextRef="#ctx0" brushRef="#br0" timeOffset="68591.89">14610 9590 0,'0'0'0,"0"0"16,0 0-16,0 0 16,0 0-16,0 0 15,0 0 1,0 0-16,0 0 15,0 0 1,0 0-16,0 0 16,0 0-1,0 0-15,0 0 16,0 0-16,0 0 16,0 0-1,0 0-15,0 0 16,0 0-1,0 9-15,9 19 16,10 18 0,0 9-16,0-9 15,-1-9-15,-8-18 16,-1-1 0,1-9-16,-1 0 15,10 1 1,0-1-16,-1-9 15,1 0 1,9-9-16,10-19 16,9-27-16,10-10 15,-20 19 1,-37 46-16</inkml:trace>
  <inkml:trace contextRef="#ctx0" brushRef="#br0" timeOffset="69226.12">15541 9590 0,'0'0'0,"0"0"15,0 0-15,0 0 16,0 0 0,-9 0-16,-1 0 15,-18 0 1,-10 9-16,1 9 16,-10 28-16,0 10 15,18-10 1,20-9-16,0 0 15,9-10 1,0 1-16,9-9 16,10-10-1,9 0-15,0-9 16,10 0 0,-10-18-16,0-1 15,1-9-15,-11-8 16,1-11-1,-9 11-15,-10-1 16,-10 9 0,1 0-16,-1 10 15,1 9-15,0-1 16,9 10 0</inkml:trace>
  <inkml:trace contextRef="#ctx0" brushRef="#br0" timeOffset="69612.34">15635 9128 0,'0'0'0,"0"0"0,0 0 16,0 0 0,0 0-16,0 0 15,0 9 1,-9 10-16,-1 18 16,1 27-1,9 10-15,0-9 16,9 9-1,1 9-15,-1-9 16,1-10 0,-1-27-16,0-9 15,1-10-15,-1-9 16,1 1 0,-10-10-16</inkml:trace>
  <inkml:trace contextRef="#ctx0" brushRef="#br0" timeOffset="70240.2">15861 9414 0,'0'0'0,"0"0"0,0 0 16,0 0-1,0 9-15,0 10 16,0 18-16,0 18 16,0 19-1,9 0-15,1-19 16,-1-18 0,1-9-16,-1-10 15,0-8-15,-9-10 16,10 0-1,9-10-15,-1-8 16,1-10 0,9-18-16,-9 9 15,0 9-15,-10 1 16,1 8 0,-10 1-1,0 9-15,0 9 16,0 0-16,0 0 15,0 0 1,0 0-16,9 18 16,10 1-16,0 8 15,9 1 1,0 0-16,10-1 16,-38-27-1</inkml:trace>
  <inkml:trace contextRef="#ctx0" brushRef="#br0" timeOffset="70936.02">16463 9350 0,'0'0'0,"0"0"16,0 9-1,0 19 1,9-1-16,-9 10 16,10 19-16,-10-1 15,9-9-15,-9-9 16,10-9 0,-10-10-1,0-9-15,0-9 16,0 0-16,0 0 15,9-18 1,0-1-16,1-8 16,-1-1-1,1 10-15,-1-1 16,0 10-16,-9 0 16,0 9-1,0 0-15,0 0 16,10 9-16,-1 0 15,1 0 1,-1 1 0,0-1-16,1 0 15,-1 0-15,1-9 16,9 0-16,-1-9 16,1 0-1,0 0-15,0-10 16,0 1-1,-10 8-15,0 1 16,1 0-16,-1 0 16,-9 9-1,0 0-15,10 0 32,-1 0-32,0 0 0,1 9 15,9 9 1,-1 1-16,1-1 15,10 1 1,-1-10-16,0 0 16,-28-9-16</inkml:trace>
  <inkml:trace contextRef="#ctx0" brushRef="#br0" timeOffset="71667.86">17103 9368 0,'0'0'0,"0"0"0,0 0 16,0-9 0,0 9-16,0 0 15,0 0 1,0 0-16,9 9 16,0 0-16,1 10 15,-1 8 1,1-8-16,-1-1 15,1 1 1,-1-1-16,-9-8 16,9-1-16,1 0 15,-1 0 1,1 0 0,-1 1-16,-9-10 15,9 0-15,1 0 16,-1-10-1,1 1-15,8-9 16,1-19-16,0 9 16,-10-9-1,1 0-15,-1 10 16,1 8 0,-10 10-16,0 0 15,0 9 1,0 0-16,0 0 15,0 0 1,0 0-16</inkml:trace>
  <inkml:trace contextRef="#ctx0" brushRef="#br0" timeOffset="72501.88">17150 9700 0,'0'0'0,"0"0"16,0 0-1,0 0-15,0 0 16,9-9 0,1 0-16,8-10 15,1 1-15,0-10 16,0 10-1,0-10 1,9 0-16,-9-8 16,9-11-1,-9 10-15,-1-9 16,-8 19-16,-10-1 16,0 9-1,0 1-15,0 9 16,0 0-16,-10-1 15,1 1 1,0 9-16,-1 0 16,-9 0-1,1 0-15,-1 9 16,0 1-16,0 8 16,-9 0-1,0 19-15,9 0 16,10-9-1,-1 0-15,1-1 16,9 1-16,0 0 16,9-1-1,1 1-15,-1-9 16,0 8 0,1-8-16,9-1 15,-1-9 1,1 1-1,9-1-15,1-9 0,-1-9 16,9-1 0,1 1-16,9-9 15,-9 9 1,-10-1 0,0 1-16,0 0 0,-28 9 15</inkml:trace>
  <inkml:trace contextRef="#ctx0" brushRef="#br0" timeOffset="72774.12">17780 9082 0,'0'0'0,"0"0"0,0 0 16,0 0-1,0 0-15</inkml:trace>
  <inkml:trace contextRef="#ctx0" brushRef="#br0" timeOffset="72906.03">17780 9543 0,'0'0'0,"9"10"15,-9-10 1</inkml:trace>
  <inkml:trace contextRef="#ctx0" brushRef="#br0" timeOffset="73877.8">17855 8971 0,'0'0'0,"0"0"0,0 0 15,-9 9 1,-1 1-16,1 8 16,0 1-16,-1-1 15,1-9-15,-1 19 16,1 9 0,0 9-1,-1 0-15,10 10 16,0-20-1,10 1-15,-1 0 16,0 0-16,1 0 16,-1 0-1,10 0-15,0-9 16,0-1 0,9 1-16,0-9 15,10-10-15,-38-9 16</inkml:trace>
  <inkml:trace contextRef="#ctx0" brushRef="#br0" timeOffset="74262.59">18147 8962 0,'0'0'0,"0"0"0,0 0 15,0 0 1,9 9-16,10 0 16,0 10-16,0-1 15,9 10 1,10 18-16,-10 19 15,0 9 1,-9-19-16,-19 0 16,0-8-16,-10-1 15,-8 9 1,-1 10 0,-9 9-16,9-19 15,9-9-15,10-46 16</inkml:trace>
  <inkml:trace contextRef="#ctx0" brushRef="#br0" timeOffset="74518.74">18702 8990 0,'0'0'0,"0"0"0,0 0 16,0 0 0,0 0-16,0 9 15,0-9 1</inkml:trace>
  <inkml:trace contextRef="#ctx0" brushRef="#br0" timeOffset="74679.64">18674 9507 0,'0'0'0,"0"0"16,0 0 0</inkml:trace>
  <inkml:trace contextRef="#ctx0" brushRef="#br0" timeOffset="75556.2">19492 9045 0,'0'0'0,"0"0"0,0 0 16,-9 0-1,-19 19-15,-10 8 16,-19 38 0,1 55-1,9-28-15,19-18 0,9-19 16,10-9 0,9-18-16,0 0 15,0-19 1,0-9-1,9 0-15,19-9 0,10-19 16,-1-27 0,10-47-16,0-9 15,-18-18 1,-10-28-16,-19 37 16,0 37-1,-10 19-15,-9 18 16,0 18-16,1 9 15,-1 10 1,9 9-16,1 9 16,0 19-16,-1 37 15,10 27 1,19-9-16,0 0 16,9 9-1,0-18-15,1-9 16,-1-19-1,-9-9-15,-1-9 16,1-10 0,-19-18-16</inkml:trace>
  <inkml:trace contextRef="#ctx0" brushRef="#br0" timeOffset="80451.5">19756 9073 0,'0'0'0,"0"0"16,0 0-16,0 0 16,0 0-1,0 0 1,0 0-16,0 0 16,-10 9-1,1 19-15,-10 27 16,0 10-16,0-1 15,10-18-15,9-9 16,0-9 0,0-10-16,0 1 15,9-1 1,10-8-16,0-1 16,0 0-16,9 0 15,0-9 1,0-9-16,-9 0 15,0-10 1,9-8 0,-9-10-16,0-19 15,-10 10-15,-9 9 16,-9 0 0,-1 10-16,-8 8 15,-11 1-15,1 9 16,0-1-1,9 10-15,0 0 16,10 0 0,9 0-16,0 0 15,0 0-15,0 0 16,0 0 0,28-9-16,10 0 15,9-10 1,-10 10-16,1-9 15,-10-1 1,1 1-16,-11 9 16,1-1-16,-9 1 15,-1 0 1,-9 9-16,0 0 16,0 0-1,0 0-15,0 9 16,0 10-1,9 27-15,1 28 16,-1-1-16,1-8 16,-10-19-16,9-18 15,-9 0 1,9-10-16,1-9 16,-1 0-1,1-9-15,8 0 16,1-9-1,10-9-15,-1-19 16,-9 0 0,9-9-16,-9 0 15,-10 9-15,0 9 16,-9 10 0,0 8-16,0 1 15,0 9 1,0 0-16,-9 19 15,0 18-15,9 9 16,9-9 0,0-10-16,10 1 15,0-19 1,0 0-16,0-9 16,9-18-1,10-19-15,-10-9 16,0-9-16,0-29 15,0-26 1,-18 8 0,-10 28-16,0 19 15,0 9-15,0 18 16,0 10 0,0 8-16,0 10 15,-10 0-15,1 37 16,-10 56-1,10 8-15,9-27 16,9-9-16,1-19 16,-1-9-1,0-10 1,-9-8-16,10-10 16,-10-9-16,0 0 15,9-9 1,19-10-16,10-18 15,0-9 1,-1 9-16,-8 10 16,-11 8-16,1 10 15,-9 9 1,8 9-16,-8 10 16,-1 8-1,1 20-15,-10 8 16,0 0-16,-10 1 15,1-19 1,-1-10-16,1 1 16,0-10-1,9-8-15,0-10 16,0 0-16,0 0 16,0 0-1,9-10 1,0-8-16,10-19 15,0-9-15,9-9 16,0-29 0,-9-17-16,0-1 15,0 29 1,-10 17-16,1 10 16,-1 0-16,1 9 15,-10 18 1,0 10-16,0 9 15,0 0 1,0 0-16,0 28 16,0 37-16,-10 45 15,1-36 1,9-18 0,0-20-16,0 1 15,9-9-15,1 0 16,-1-10-1,0 1-15,1-10 16,-1 0-16,1 0 16,-1-9-1,10 0-15,-10 0 16,10 0 0,-10 0-16,10-9 15,0 0 1,-10 0-16,1-1 15,-1 1-15,1 0 16,-1 9 0,-9 0-16,10 0 15,-10 0-15,0 0 16,9 0 0,-9 0-16,9-9 15,-9 0 1,0-1-16,10 1 15,-10 0-15,0 0 16,0-1 0,0 1-16,0 0 15,0 0 1,0 9-16,0 0 16,0 0-1,0-10-15,0 10 16,0 0-16,0 0 15,0 0 1,0-9-16,0 9 16,0 0-1,0 0-15,0 0 16,0 0 0,0 0-16,-10-9 15,10 9-15,0 0 16,-9 0-1,0 0-15,-1 0 16,1 9 0,-1 0-16,1 1 15,-1 8 1,1 1-16,9-1 16,0 10-1,9-1-15,10-8 16,0-1-16,9 1 15,1-10 1,8-9-16,29-9 16,38-19-16,-104 28 15</inkml:trace>
  <inkml:trace contextRef="#ctx0" brushRef="#br0" timeOffset="81345.94">20800 9322 0,'0'0'16,"0"0"-16,0 0 15,0 0-15,0 0 16,0 0 0,0 0-16,0 0 15,0 0 1,0 0-16,0 0 15,0 0 1,0 0-16,0 0 16,-10 0-16,1 9 15,0-9 1,-1 0-16,10 0 16,-9 0-16,-1 0 15,1 0 1,0 0-16,-1-9 15,-9 0 1,0-10-16,1-8 16,-1-1-16,19 28 15</inkml:trace>
  <inkml:trace contextRef="#ctx0" brushRef="#br0" timeOffset="87573.51">13594 10079 0,'0'0'0,"0"0"0,0 0 15,0 0-15,0-19 16,9 1-1,10-10-15,0 10 16,0-1 0,-1 1-16,1 9 15,0-1-15,19 10 16,-1 0 0,10 0-16,0 0 15,0 0 1,0-9-16,10-28 15,9-27 1,9-10-16,19 9 16,-94 65-16</inkml:trace>
  <inkml:trace contextRef="#ctx0" brushRef="#br0" timeOffset="122308.37">18645 10116 0,'0'0'0,"0"0"16,0 0 0,0 0-16,0 0 15,0 0-15,-9 18 16,0 10-1,-20 18-15,-8 19 16,-20 27 0,-18 65-16,9-28 15,19-27-15,19-38 16,0-8 0,9-20-16,0-8 15,10-9-15,-1-10 16,10-9-1,0 0-15,0 0 16</inkml:trace>
  <inkml:trace contextRef="#ctx0" brushRef="#br0" timeOffset="122908.03">18664 10070 0,'0'0'0,"0"0"0,0 0 15,0 0-15,0 0 16,0 0 0,10 0-16,-1 0 15,10 18 1,0 19-16,0 18 16,9 10-16,0-19 15,10 9 1,-1 1-16,1-10 15,0 0 1,-1 9-16,-9-8 16,1-10-1,-1-1-15,-9-8 16,-1-9-16,-8-1 16,-1 1-1,1-10-15,-1 0 16,0 9-1,-9-18-15</inkml:trace>
  <inkml:trace contextRef="#ctx0" brushRef="#br0" timeOffset="123536.15">18222 11094 0,'0'0'0,"0"0"16,0 0-1,0 0-15,0 0 16,0 0-16,0 0 15,0 0 1,0 0 0,10-9-16,-1 0 15,10-1-15,9 1 16,19-9 0,9-1-16,10 1 15,0 9 1,-9-10-16,8 10 15,11 0-15,18-1 16,-19 1 0,-9 0-16,-10 0 15,-9-1-15,10 1 16,-10 0 0,-9 9-1,-10 0-15,0 0 16,-19 0-16,1 9 15,-10-9 1</inkml:trace>
  <inkml:trace contextRef="#ctx0" brushRef="#br0" timeOffset="123951.42">18693 11002 0,'0'0'0,"0"0"0,0 0 16,0 9-1,0 19-15,0 27 16,0 19-16,-10 55 15,1 28 1,-1-55-16,1-29 16,9-26-1,0-11-15,0-36 16</inkml:trace>
  <inkml:trace contextRef="#ctx0" brushRef="#br0" timeOffset="126449.22">13707 12248 0,'0'0'0,"0"0"15,9 0-15,10 0 16,47 0-1,37 0-15,1-9 16,9-1 0,37-8-16,1 9 15,-20-1-15,39-8 16,-20 9 0,-18-1-16,75 1 15,-57 0 1,20-9-16,37 8 15,-38-8-15,28-1 16,-46 10 0,-10-9-16,28-1 15,-37 10 1,0 0-16,47 0 16,-38-1-1,-10 1-15,29-9 16,-28 8-1,-19-8-15,0-1 16,19 10-16,-20 0 16,-18-9-1,1 8-15,17 1 16,1 0-16,-37 0 16,-11-1-1,11 1-15,18 0 16,0 0-1,-9-1 1,-20 10-16,11-9 0,8 0 16,10 0-1,0 0 1,-28 9-16,0-10 16,0 1-16,0 9 15,28-9 1,-19 0-16,0-1 15,-9 10-15,0-9 16,9 0 0,19 0-16,-9 0 15,-19-1 1,9 1-16,10-9 16,9-1-1,9 1-15,-8-1 16,-20 10-16,19-9 15,0-1 1,0 1 0,-19-1-16,-9 10 15,9-10-15,19 1 16,10 9 0,-19-10-16,-20 10 15,-8 0-15,9 0 16,-10-1-1,1 10-15,-10-9 16,0 9 0,-10-9-16,1 0 15,0 9-15,-1 0 16,-9-10 0,1 10-16,-10 0 15,-10 0 1,0 0-16,1 0 15,-1 0-15,10 0 16,-10 0 0,1 0-16,9 0 15,-1 10 1,1 8-16,9 28 16,-9 28-1,-9 37-15,-10 37 16,0 8-16,-10-26 15,1 36 1,-1-9-16,-8-28 16,-1 74-1,0-37 1,0 0-16,-9 0 0,9-36 16,0 17-1,1 10-15,8-46 16,1 0-1,-10 18-15,0-18 16,0-19 0,0 0-16,1 10 15,-1 9 1,0-19-16,10-9 16,-1-9-1,-9 18-15,1 0 16,-1 1-16,9-10 15,1-9 1,0 18-16,-1 9 16,-9-8-16,10-19 15,-1-1 1,1 29-16,-10-1 16,10 1-1,-1-19-15,1 9 16,0 1-16,-10 27 15,0-28 1,0-9-16,-9 9 16,0-18-1,28-74-15</inkml:trace>
  <inkml:trace contextRef="#ctx0" brushRef="#br0" timeOffset="127564.91">13509 12257 0,'0'0'0,"0"0"16,0 0 0,0 0-16,0 0 15,0 0-15,0 0 16,0 0-1,0 18-15,9 38 16,1 36 0,-1 0-16,1 38 15,8 8 1,1-27-16,0 18 16,0 28-1,0-46-15,-10 18 16,10 28-1,0-19-15,0-27 16,-1 27-16,1 10 16,-9-37-1,-1 18-15,0 10 16,-9-19 0,10-28-16,-1 9 15,1 29-15,-10-20 16,9-17-1,-9 36-15,0 9 16,0-27 0,0 0-16,0 9 15,0 9-15,0-37 16,0 1 0,0 36-16,0 18 15,0-36 1,0 28-16,-9 18 15,9-47-15,0 1 16,0 9 0,0-9-16,9-28 15,0 0 1,-9 18-16,0 19 16,10-27-16,-10-19 15,0-10 1,0 1-16,0 9 15,0-28 1,0-9-16,0-28 16,0-9-16</inkml:trace>
  <inkml:trace contextRef="#ctx0" brushRef="#br0" timeOffset="128311.03">13622 12386 0,'0'0'0,"0"0"15,0 0-15,0 0 16,0 0-1,0 0-15,0 0 16,0 0-16,0 0 16,0 0-1,0 0 1,0 0-16,0 0 16,0 0-16,0 0 15,9-9-15,20-9 16,55-10-1,-84 28 1</inkml:trace>
  <inkml:trace contextRef="#ctx0" brushRef="#br0" timeOffset="136081.7">15165 12488 0,'0'0'0,"0"0"0,0 0 16,0 9 0,0 28-16,9 55 15,-9 74 1,0-46-16,0 9 15,0-18-15,0-37 16,0-19 0,0-27-16,0 0 15,0-28 1</inkml:trace>
  <inkml:trace contextRef="#ctx0" brushRef="#br0" timeOffset="136680.44">15108 12654 0,'0'0'0,"0"0"16,0 0-1,0-9-15,10-10 16,9-27-16,9-19 16,0 10-1,10 0-15,9 9 16,9 18 0,-18 19-16,-1 18 15,10 37-15,-9 19 16,-19-19-1,-10 0-15,-9 0 16,0 0 0,0 0-1,0-18-15,0-10 16,0-8-16,0-10 16,0 0-1,10 0-15,18 9 16,19 9-1,0 19-15,0 9 16,-9 10-16,-10-1 16,-28-18-1,-19 9-15,-19 19 16,-9-1 0,-19 1-16,1-10 15,-1-8-15,0-10 16,19-19-1,9 0-15,10-8 16,19-10 0,9 0-16</inkml:trace>
  <inkml:trace contextRef="#ctx0" brushRef="#br0" timeOffset="137228.45">16058 12691 0,'0'0'0,"0"0"0,0 0 15,0 0 1,0 0-16,0 0 15,0 0 1,0 0-16,0 0 16,0 0-1,-9 9-15,-10 9 16,-9 29-16,9 8 16,0 0-1,1 10 1,8-10-16,1-9 0,9-9 15,9-9 1,1-9-16,-1-10 16,10-9-1,9 0-15,0-9 16,0-10 0,1 1-16,-11-1 15,-8-9 1,-1-8-16,-9-1 15,-9-9-15,-10-10 16,0 19 0,0 10-16,1 8 15,-1 10 1,9 9-16,10 0 16</inkml:trace>
  <inkml:trace contextRef="#ctx0" brushRef="#br0" timeOffset="137860.67">16378 12617 0,'0'0'16,"0"0"-16,0 0 15,10 0-15,9 0 16,-1 0 0,1 0-16,9 0 15,1 0-15,-1 9 16,0 10 0,0 8-16,-9 19 15,-10 10-15,-9-1 16,-9-9-1,-10-9 1,10-9-16,-1-10 16,1-8-16,0-1 15,9-9 1,0 0-16,0 0 16,9-9-1,10-19-15,18-18 16,11-19-16,-1 1 15,-10 8 1,1 1-16,-10-1 16,-9 1-1,-10 18-15,-9 9 16,0 10-16,0 9 16,0 9-1,-9 9 1,-10 19-16,0 9 15,0 36-15,10 1 16,18 0-16,10-18 16,0-10-1,9-19-15,10-8 16,56-1 0,-94-18-16</inkml:trace>
  <inkml:trace contextRef="#ctx0" brushRef="#br0" timeOffset="138599.14">17394 12165 0,'0'0'0,"0"0"15,0 0-15,0 0 16,0 0-1,0 0-15,0 46 16,0 74 0,0 9-16,0 19 15,0-10-15,0-46 16,0-36 0,0-19-16,0-10 15,0-17 1,0-1-16,0-9 15,0 0-15,19-19 16,9-27 0,10-9-16,-10 0 15,0 18-15,-9 18 16,0 1 0,9 8-16,-9 20 15,9 8 1,1 10-16,-1 0 15,0-10 1,0 0-16,0-8 16,10-10-1,9-10-15,10-17 16,-1-10-16,-9 0 16,0-9-1,-9-10-15,-1-36 16,-18 0-16,-9 27 15,-1 19 1,-9 9-16,0 0 16,0 10-1,0 8-15,0 10 16,0 9-16</inkml:trace>
  <inkml:trace contextRef="#ctx0" brushRef="#br0" timeOffset="139312.89">18429 12820 0,'0'0'0,"0"9"16,0 0-16,0 1 15,0-10 1,0 0-16,0 0 16,0 0-16,10-19 15,8-8 1,1-20 0,0 1-16,9-9 15,-9-10-15,-10 19 16,1 0-1,-10 9-15,0 0 16,-10 9-16,1 10 16,-10 9-1,-9 9-15,0 9 16,-10 28 0,0 9-16,10 0 15,9-9 1,10 0-16,9 0 15,0-9-15,9-1 16,10-8 0,9-1-16,10-18 15,9 0 1,0-18-16,0-1 16,-9 1-16,-1-10 15,-8 0 1,-1-18-16,-9 0 15,0 0 1,-10 9-16,0 9 16,-9 1-1,0 18-15,0 9 16,0 0-16,10 9 16,-1 18-1,10 10-15,19 9 16,-1 1-16,1-10 15,-10-10 1,0-8-16,-9-10 16,-19-9-1</inkml:trace>
  <inkml:trace contextRef="#ctx0" brushRef="#br0" timeOffset="139539.7">18852 12072 0,'0'0'0,"0"0"0,0 0 16,10 10-16,-10-10 15</inkml:trace>
  <inkml:trace contextRef="#ctx0" brushRef="#br0" timeOffset="140263.82">19332 12248 0,'0'0'0,"0"0"15,0 0-15,0 0 16,0 0 0,-9 0-16,-10 0 15,-9 0-15,-10 18 16,-28 38-1,0 8-15,19 1 32,10-19-32,18-9 0,10-9 15,-1-10 1,10-9-16,0-9 16,10 9-1,8-9-15,11 0 16,-1-9-1,0-9-15,10-10 16,-1 0-16,-8 1 16,-11 17-1,1 1-15,-9 9 16,-1 19 0,10 8-16,0 29 15,-1 18-15,-8 18 16,-10-9-1,-19-18 1,0-10-16,-9 0 16,0-9-16,0-18 15,-10 0-15,10-10 16,9-8 0,0-1-16,10-9 15,9 0 1,0 0-16,0 0 15</inkml:trace>
  <inkml:trace contextRef="#ctx0" brushRef="#br0" timeOffset="141107.91">19596 11759 0,'0'0'0,"0"0"16,0 0-16,0 9 16,9 9-16,0 19 15,1 9 1,-1 28-16,-9 0 16,0 28-1,-9 54-15,-1-26 16,1-47-1,9-19-15,0 1 16,0-19 0,0-9-16,0-19 15,0 1-15,0-10 16,0-9 0,0 0-16,0-9 15,0-10 1,9-8-16,1-1 15,9-9-15,-1 0 16,11-18 0,-1 18-1,-9 9-15,0 10 16,-1 9-16,1 9 16,9 18-1,1 0-15,-1 10 16,0 0-16,0 0 15,-9-1 1,0-8-16,0-10 16,0-9-1,9 0-15,9-28 16,29-46 0,-9-36-16,-10-1 15,-10-28 1,-8 10-16,-11 18 15,1 28 1,-19 10-16,0 17 16,0 19-16,0 19 15,0 18-15,-9 9 16,-10 10 0,-9 36-1,0 65-15,18-9 16,1-1-16,9 1 15,9 0 1,10-28-16,-10-28 16,10-9-16,0-9 15,0-18 1,9-1-16,0 1 16,-28-19-1</inkml:trace>
  <inkml:trace contextRef="#ctx0" brushRef="#br0" timeOffset="141323.18">20094 12229 0,'0'0'15,"0"0"-15,10 0 0,55 10 16,39-1 0,-10-9-16,19 9 15,-113-9 1</inkml:trace>
  <inkml:trace contextRef="#ctx0" brushRef="#br0" timeOffset="142712.59">13791 13891 0,'0'0'0,"0"0"16,0 0-1,0 0-15,0 0 16,0 0-16,0 0 16,19 0-1,38 9-15,37-9 16,0 0-16,47-19 15,28 10 1,-47 0-16,20-10 16,27 10-1,-28-9-15,-9 9 16,37-1-16,-37-8 16,37-10-1,0 0-15,-37 1 16,0 8-1,18 1 1,-27-1-16,-11 10 0,20 0 16,9 0-1,-28 0-15,19-1 16,28-8 0,-28-1-16,-20 10 15,30-9 1,-1 8-16,-19 1 15,28-9 1,20-1-16,-48 10 16,38-9-16,0 8 15,-38 1 1,10-9-16,18-1 16,-27 10-1,-1-9-15,29-1 16,-10 1-1,-19-1-15,28 1 16,-18-1-16,-19 10 16,9-9-1,19-1-15,-9 1 16,-19-1 0,19 10-16,-1 0 15,-27-10 1,-10 10-16,10 0 15,8 0-15,-18-1 16,-9 1 0,-10 0-16,19 0 15,-18-1-15,-1 1 16,-9 0 0,-10 0-16,1 9 31,-1-10-31,19 1 0,1 9 15,-20-9-15,-9 9 16,-9 0 0,-10 0-16,-9 0 15,-19 0 1</inkml:trace>
  <inkml:trace contextRef="#ctx0" brushRef="#br0" timeOffset="154110.26">14224 14740 0,'0'0'0,"0"0"0,9-19 16,1 1-16,9-10 15,-1 10 1,1 8-16,0 1 16,9 0-1,10 9-15,0 0 16,-1 9-16,-9 0 15,1 1 1,-11-1-16,1 0 16,0 0-16,0 1 15,-10-10 1,10 0 0,9-10-16,1 1 15,8-9-15,1-1 16,-10 1-1,0-1-15,0 1 16,1-1-16,-1 1 16,0-1-1,-9-8-15,-19 27 16</inkml:trace>
  <inkml:trace contextRef="#ctx0" brushRef="#br0" timeOffset="155028.23">15362 14343 0,'0'0'0,"0"0"0,0 0 16,0 0 0,0 0-16,0 0 15,0 9 1,0 28-16,0 28 15,0 18 1,10-9-16,-10-19 16,9-9-1,-9-18-15,0-10 16,0-9-16,0-9 16,0 0-1,0 0-15,0 0 16,10-9-16,-1-9 15,0 9 1,1-1-16,-1 1 16,1 9-1,8 0-15,1 9 16,0 1 0,9-1-16,0 0 15,-9-9-15,9 0 16,1-9-1,-1-10-15,0 1 16,0-10-16,1 0 16,-11-8-1,-8-11-15,-10 10 16,0 1 0,0 8-16,0 9 15,0 10 1,0-9-16,0 8 15,0 10 1</inkml:trace>
  <inkml:trace contextRef="#ctx0" brushRef="#br0" timeOffset="155786.38">16096 14740 0,'0'0'0,"0"0"0,0 0 16,0 0 0,0 0-16,0-9 15,0-1-15,0-8 16,0-10-16,0-9 15,0 0 1,9 0 0,1 10-16,-10-1 15,0 0-15,0 10 16,0-10 0,0 10-16,0-1 15,0 10 1,-10 0-16,10 9 15,0 0 1,-9 0-16,0 9 16,-1 9-16,1 19 15,9 10 1,0-1-16,0-19 16,9 1-1,1-9-15,8-1 16,11-9-16,8-9 15,1-18 1,0-1-16,-1-8 16,1-10-1,-10 9-15,-9 0 16,0 1-16,0-1 16,-10 9-1,0 1-15,1 0 16,-10 8-1,0 1-15,0 9 16,0 0-16,0 0 16,0 0-1,9 9 1,10 1-16,0-1 16,0 9-1,-1-9-15,11 1 16,-1-1-16,-28-9 15</inkml:trace>
  <inkml:trace contextRef="#ctx0" brushRef="#br0" timeOffset="155939.22">16642 13780 0,'0'0'0,"0"0"16,0 0-16,9 9 16,-9-9-16</inkml:trace>
  <inkml:trace contextRef="#ctx0" brushRef="#br0" timeOffset="157263.53">16990 14288 0,'0'0'0,"0"0"0,0 0 16,0-10-16,-10-8 15,1-1 1,0 1-16,-1 9 15,1-1 1,-10 10-16,0 10 16,-9 8-1,-10 10-15,10 9 16,9-10 0,0 10-16,10-9 15,9-10-15,0 1 16,9-10-16,1-9 15,9 0 1,-1 0-16,1 0 16,0 0-1,0 0-15,0 9 16,0 28 0,-1 28-16,-18 9 15,0-10-15,0-8 16,-9-10-1,0-9 1,-1-9-16,10-19 16,0 0-16,0-9 15,0 0 1,0 0-16,10-28 16,18-46-1,0-64-15,0 9 16,0-47-16,-9 20 15,-9 45 1,8 9-16,-8 28 16,-1 19-1,1 27-15,-10 10 16,0 18-16,0 0 16,18 37-1,11 74-15,8 36 16,1-27-16,-29-46 15,10-9 1,-9-19-16,-1-19 16,-9-17-1,0-1-15,0-9 16,0 0-16,9-9 16,1-10-1,-1-8 1,1 8-16,-1 10 15,0 9 1,1 0-16,18 9 16,0 10-16,10-1 15,-10-9-15,10-9 16,-1-9 0,10-19-1,-9-9-15,0-27 16,-1-28-16,-8 8 15,-11-26 1,-8-1-16,-1 46 16,-9 28-16,0 10 15,0 17 1,0 10 0,0 0-16,0 37 15,0 19-15,0 36 16,0 10-1,10-10-15,8-18 16,-8-28-16,9 0 16,-10-9-1,10-9-15,-10-10 16,10 1 0,0-10-16,0 0 15,-10-9-15,-9 0 16</inkml:trace>
  <inkml:trace contextRef="#ctx0" brushRef="#br0" timeOffset="157595.1">17535 14168 0,'0'0'0,"0"0"15,0 0 1,0 0-16,0 0 16,10-10-16,18-8 15,0-1 1,10 1-16,0-1 16,-10 1-1,0 0-15,10-1 16,9 1-1,-10 8-15,1 1 16,0 0 0,-10 0-16,-9 9 15,9 0-15,-28 0 16</inkml:trace>
  <inkml:trace contextRef="#ctx0" brushRef="#br0" timeOffset="157792.47">18269 13974 0,'0'0'0,"0"0"0,0 0 15,0 0 1,0 0-16,10 9 15,-10-9 1</inkml:trace>
  <inkml:trace contextRef="#ctx0" brushRef="#br0" timeOffset="157912.03">18269 14094 0,'0'0'15,"0"0"-15,0 0 16</inkml:trace>
  <inkml:trace contextRef="#ctx0" brushRef="#br0" timeOffset="159613.82">19069 13937 0,'0'0'0,"0"0"15,0 0 1,-10-9-16,1-1 16,0 10-1,-10 0-15,-9 10 16,-19 8-16,-1 19 16,1 37-1,10 0-15,18-1 16,10-26-1,9-20-15,0-8 16,0-10-16,9 0 16,0-9-1,20-9 1,18-9-16,0-19 16,0-28-16,-10-9 15,-8-46 1,-11-46-16,-18 46 15,0 28-15,-9 27 16,0 19 0,-1 18-16,1 19 15,9 9 1,0 0-16,-10 37 16,10 92-1,19 19-15,9-19 16,10-9-16,-10-37 15,-9-27 1,0-10-16,-10-28 16,1 1-1,-1-10-15,19-9 16,-28 0-16</inkml:trace>
  <inkml:trace contextRef="#ctx0" brushRef="#br0" timeOffset="160471.18">19426 13780 0,'0'0'0,"0"0"15,0 0-15,0 0 16,0 0 0,0 0-16,0 9 15,-9 10 1,-1 17-16,1 11 15,9 8-15,0-9 16,0 0 0,9-18-16,-9-10 15,10 1 1,-1-10-16,1-9 16,9-9-1,-1 0-15,1-10 16,-9 1-16,-1-1 15,-9 1 1,0 9-16,0-1 16,-9-8-16,-1 9 15,1-1 1,-1 1-16,1 0 16,0 0-1,-1 9-15,10 0 16,-9-9-1,9 9-15,0 0 16,0 0-16,0 0 16,9-10-1,10 1-15,0-9 16,9-1 0,0 1-16,0-1 15,-9 1 1,0 9-16,-10-1 15,1 1 1,-1 9-16,-9 0 16,10 9-1,-1 10-15,0 8 16,1 1-16,-1 0 16,1 0-16,-1-10 15,1 0 1,-1-8-16,10-1 15,9-9 1,0 0-16,-9-9 16,9-10-1,-9 1-15,0-10 16,-10 10-16,1 8 16,-1 1-1,-9 9-15,0 0 16,9 9-1,1 10-15,9 9 16,0-1 0,-1 1-16,1-19 15,0-9-15,-19 0 16</inkml:trace>
  <inkml:trace contextRef="#ctx0" brushRef="#br0" timeOffset="161429.81">20141 13438 0,'0'0'0,"0"-9"0,0 0 16,0 9 0,0 0-16,0 0 15,0 9 1,10 19-16,-1 55 16,0 37-1,1-28-15,-1-36 16,1-20-16,-10-8 15,0-19 1,0 1-16,0-10 16,9 0-1,10-19-15,9-18 16,10-9 0,-10 18-16,-9 10 15,0 9-15,-1 18 16,1 9-1,0 19-15,-10 0 16,1-9-16,-10 0 16,-10-1-1,1-8-15,-10-1 16,0 1 0,10-10-16,0 0 15,-1 0 1,10-9-16,0 0 15,0 0 1,10 0-16,18-9 16,0 0-16,10-10 15,-1-8 1,10-38-16,0-9 16,-9 0-1,-10 1-15,0-1 16,-9 9-16,-9 10 15,-10 9 1,0 18-16,0 0 16,0 19-1,0 9-15,0 0 16,0 9-16,0 10 16,0 18-1,9 18 1,1 10-16,8-1 15,1-8-15,0-1 16,0-18 0,0-19-1,-1 1-15,1-10 0,0-9 16,0 0 0,9-18-16,0-10 15,1-9 1,-11 0-16,1 0 15,0 0-15,-10 10 16,-9-1 0,0 9-16,0 10 15,0 9 1,0 0-16,-9 9 16,0 19-1,-1 18-15,10 0 16,28 10-16,48-10 15,37-9 1,46-37 0,67 0-16</inkml:trace>
  <inkml:trace contextRef="#ctx0" brushRef="#br0" timeOffset="163282.76">14064 15367 0,'0'0'0,"0"0"15,0 0 1,-9-9-16,-1 0 16,1 0-1,9 9-15,0 0 16,0 0-16,0 0 15,0 0 1,0 0-16,9 0 16,19-10-1,20 1-15,27 0 16,47 0 0,-9 0-1,-19-1-15,28 1 0,10 0 16,-10 0-1,-9-1-15,47-8 16,-19 9-16,-18-1 16,36-8-1,-17 0 1,-30-1-16,20 1 16,9-10-16,-18 9 15,-11 1 1,20 0-16,9-10 15,-28 9-15,0 1 16,19-10 0,-1 1-16,-27 8 15,28 1 1,9-1-16,-28 10 16,0 0-16,18 0 15,1-1 1,-19 1-16,19-9 15,9-1 1,-10 1-16,-18-1 16,19 1-1,0-1-15,-10 10 16,-9-9-16,28-10 31,-19 0-31,-18 10 0,18-1 16,10 1-1,-19-1-15,-10 1 16,1-1 0,8 10-16,1-9 15,-19 9-15,-9-1 16,28 1 0,0 0-16,-19 0 15,-9-1 1,-1 1-16,10 0 15,0 0 1,-28-1-16,0 1 16,0 0-1,0 0-15,0 0 16,0-1-16,9 1 16,-19 9-1,-18 0-15,0 0 16,-10 0-16,-9 0 15,9-9 1,0 0-16,0-1 16,0 10-1,1 0-15,-1 0 16,-9 0 0,9 0-16,-9 0 15,0 0 1,-1 0-16,1 0 15,0 0-15,-10 0 16,1 0 0,-1 0-16,1 0 15,-10 0-15,9 0 16,0 0 0,-9 0-16,0 0 15,0 0 1,0 0-16,0 0 15</inkml:trace>
  <inkml:trace contextRef="#ctx0" brushRef="#br0" timeOffset="177117.78">21900 16429 0,'0'0'0,"0"0"0,0 0 16,0 0 0,0 0-16,0 0 15</inkml:trace>
  <inkml:trace contextRef="#ctx0" brushRef="#br0" timeOffset="178491.57">21825 16401 0,'0'0'0,"0"0"0,0 0 16,0 0 0,0 0-16,0 0 15,0 9 1,0 28-16,0 0 15,0 9 1,0 19-16,0 0 16,0-10-16,0-18 15,0 0 1,0-10-16,0-8 16,0-10-1,0 0-15,0 1 31,0-1-31,0 0 0,0 0 16,0 0-16,0-9 16,0 10-1,0-10-15,0 0 16,0 0 0,0 0-16,0 0 15,-9 9 1,9-9-16,-10 9 15,1-9 1,0 9-16,-10-9 16,-9 10-16,-10-1 15,-9 0 1,-10 0-16,1-9 16,-19 10-16,-38-1 31,0 0-31,19 0 0,0-9 15,-38 9 1,-9 1-16,37-1 16,-37 0-16,-19 10 15,29-10 1,-1 9-16,-37 1 16,37-10-1,-9 9-15,-28 1 16,37-1-1,0 1-15,-28-1 16,19 1-16,-9 8 16,-10-8-1,19 9 1,-1-1-16,-27-8 16,28-1-1,9 10-15,-37-10 0,37 1 16,19-10-1,-37 0-15,18 0 16,19 1 0,0-1-16,-37 9 15,18-8 1,19-1-16,-9 0 16,-10 10-1,29-10-15,18 0 16,-9 0-16,-9 10 15,8-10 1,11-9-16,9 9 31,-1-9-31,-18 9 0,0 1 16,19-1 0,9-9-16,0 0 15,10 0-15,-1 0 16,-9 0-1,1 0-15,8 0 16,1 0 0,9 0-16,0-9 15,0 9-15,0 0 16,0 0 0,-1 0-16,-8 0 15,9 0 1,-9 0-16,9 0 15,9 9 1,0 0-16,1 0 16,-1 1-16,0-10 15,1 9 1,-1-9-16,0 0 16,1 0-16,-1 0 15,1 0 1,8 0-16,1 0 15,9 0 1,1 0-16,-1 0 16,9 0-1,1 0-15,-1 0 16,10 0-16,0 0 16,0 0-1</inkml:trace>
  <inkml:trace contextRef="#ctx0" brushRef="#br0" timeOffset="184632.17">14563 16124 0,'0'0'0,"0"0"0,0 0 16,0 0-1,0 0 1,9 9-16,10 74 15,9 56-15,-9 18 16,-10 55 0,-9-101-16,0-47 15,0-8-15,0-19 16,0-10 0,0-17-16,10-10 15,-10 0 1</inkml:trace>
  <inkml:trace contextRef="#ctx0" brushRef="#br0" timeOffset="185161.47">14619 16207 0,'0'0'0,"0"0"15,0 0-15,10-18 16,8-19 0,11-18-16,8-1 0,10 10 15,0 28 1,0 18-16,-9 18 16,0 10-1,-10 18-15,0 9 16,-19 19-1,-9-9 1,0-10-16,-9-18 16,9-9-16,0-19 15,0 0 1,0 0-16,9 1 16,10-1-16,9 9 15,10 10 1,9 0-16,-9 9 15,-19-10 1,-1 19-16,-18 10 16,-18 18-16,-11-1 15,1-17 1,-19-1-16,0-9 16,0-9-16,9-9 15,10-19 1,9 0-1,19-9-15,0 0 16</inkml:trace>
  <inkml:trace contextRef="#ctx0" brushRef="#br0" timeOffset="185670.54">15503 16456 0,'0'0'0,"0"0"15,0 0 1,0 0-16,0 0 16,0 0-16,0 0 15,0 0 1,0 0-16,-9 10 15,-10 8-15,0 10 16,1 18 0,-1 9-16,9 19 15,10-9 1,0-19-16,10-9 16,-1-9-1,1-10-15,8-9 16,1 0-16,0-9 15,9-18 1,0-10-16,-9-9 16,-9 1-16,-1-1 15,-9 0 1,-9 0 0,-1 9-16,1 10 15,-1-1-15,-8 1 16,-1 8-1,0 1-15,10 9 16,9 0 0</inkml:trace>
  <inkml:trace contextRef="#ctx0" brushRef="#br0" timeOffset="186273.27">15701 16235 0,'0'0'0,"0"0"16,9 0-16,20 9 15,-1 0 1,9 10-16,10 18 16,-9 18-1,-10 1-15,-9-1 16,-9-9-1,-10 0-15,0 0 16,-10-9-16,1-9 16,9-10-1,0-8-15,0-1 16,0-9 0,0 0-16,0 0 15,0-19-15,9-8 16,10-19-1,0-10-15,0-8 16,-1 8-16,1 10 16,-9 9-1,-10 9-15,0 10 16,0 9 0,0 0-16,0 9 15,0 0 1,0 9-16,0 28 15,9 18-15,10 0 16,0 1 0,18-10-16,10-9 15,10-9 1,-1-19-16,-9-9 16,10-9-1,-1-10-15,-9 1 16,-47 18-16</inkml:trace>
  <inkml:trace contextRef="#ctx0" brushRef="#br0" timeOffset="189053.84">16510 15783 0,'0'0'0,"0"0"16,0 0-1,0-10-15,0 1 16,0 9 0,0 0-16,0 0 15,0 9-15,0 84 16,0 27-1,0 37 1,0-10-16,0-54 16,0-38-16,0-18 15,0-19 1,0-8-16,0-1 16,0-9-1,0 0-15,9-19 16,10-27-16,0 0 15,0 18 1,-10 10-16,1 9 16,8 9-16,11 18 15,8 10 1,1 0-16,-10-1 16,0-8-1,-9-10-15,0-9 16,9-9-1,19-28-15,-9-9 16,0-1-16,-1 1 16,-9 0-1,-18 9-15,-1-9 16,-9-9 0,-9-1-16,-10 1 15,0 9-15,0 18 16,10 0-1,0 10-15,-1 9 16,10 9 0</inkml:trace>
  <inkml:trace contextRef="#ctx0" brushRef="#br0" timeOffset="189945.78">17366 16456 0,'0'0'0,"0"0"0,0 0 16,0 0 0,9-9-16,1 0 15,-1-19-15,1 1 16,-1-10-1,1 0-15,-1 0 16,0 0 0,1 9-16,-10-9 15,0 10-15,0 8 32,0 1-32,0 9 0,-10-1 15,10 10 1,-9 10-16,-10 8 15,0 10 1,-9 18-16,0 18 16,9-8-16,10-1 15,9-18 1,0-9-16,0-10 16,9-9-1,0 1 1,1-1-16,9-9 0,9-9 15,19-10 1,0 1-16,9-10 16,-9 0-1,0-9-15,-18 10 16,-1-1-16,-9 10 16,0-1-1,-10 1-15,0-1 16,1 1-1,-1-1-15,-9 10 16,0 0 0,0 0-16,0 9 15,0 0-15,0 0 16,0 0 0,10 0-1,8 9-15,1 0 16,0 0-16,9 10 15,-9-10-15,9 0 16,-9 0 0,0-9-16,-19 0 15</inkml:trace>
  <inkml:trace contextRef="#ctx0" brushRef="#br0" timeOffset="190156.63">17733 15681 0,'0'0'0,"0"0"16,0 0-16,0 0 15,0 0-15,0 0 16</inkml:trace>
  <inkml:trace contextRef="#ctx0" brushRef="#br0" timeOffset="191949.62">18297 16004 0,'0'0'0,"0"0"15,0 0 1,0-9 0,-9-9-16,9 8 0,-9-8 15,-1 9 1,1-1 0,-1 10-16,-8 0 15,-11 10-15,1-1 16,-10 9-1,1 1-15,9-1 16,-1 1 0,11-1-16,-1 1 15,9-1-15,1 1 16,9-1 0,0 0-16,0-8 15,9-1 1,1 0-16,9 0 15,-1-9-15,1 0 16,0 0 0,-10 0-1,10-9-15,-9 0 16,8 0-16,-8-10 16,-1 1-1,1-1-15,-1 1 16,1 9-16,-1-1 15,-9 10 1,0 0-16,0 0 16,0 0-1,0 0-15,19 10 16,0 8 0,-1 19-16,11 28 15,-1 27-15,-19-18 16,1-10-1,-10-8-15,-10-19 16,-9 9 0,-9 0-16,0-9 15,0-9 1,-10-1-16,10-8 16,9-10-16,0 0 15,10-9-15,9 0 16,0 0-1,9-18 1,29-19-16,18-28 16,20-46-16,18-27 15,-10-1 1,-8-54-16,-20 45 16,-28-9-16,-9 19 15,-10 36 1,1 38-1,-10 8-15,0 10 16,-10 9 0,10 9-16,0 19 15,0 0-15,0 9 16,-9 9-16,0 10 16,-1 54-1,10 38-15,0-18 16,10 17-1,-1 29-15,0-29 16,1-36 0,-10-9-16,0-19 15,0-9 1,0-19-16,0-8 16,0-1-16,0-9 15,0 0 1,0-9-16,9-28 15,1-19 1,-1 19-16,1 1 16,-1 17-16,-9 10 15,0 9-15,9 9 16,10 10 0,0 8-1,0 1-15,0 0 16,-1-10-16,-8-9 15,9 1 1,-10-10 0,10 0-16,9-10 15,0-8-15,10-10 16,0-18 0,-10-19-16,0 1 15,-9-1-15,0-36 16,-10-19-1,0 27-15,-9 29 16,0 8 0,0 19-16,0 1 15,0 8-15,0 9 16,0 10 0,0 9-16,0 0 15,-9 9 1,0 38-16,-1 36 15,10 18-15,0-27 16,0 0 0,10 0-16,-1 9 15,-9 9 1,9-27-16,-9-19 16,10-9-1,-10 0-15,9 0 16,-9-10-16,0-8 15,0-10 1,10 0 0,-10-9-16,9 9 15,-9-9-15</inkml:trace>
  <inkml:trace contextRef="#ctx0" brushRef="#br0" timeOffset="192303.43">18890 15940 0,'0'0'0,"0"0"15,0 0-15,0 0 16,9-10 0,10-8-16,10-10 15,8 1 1,10-1-16,-9 9 16,-10 10-1,0 0-15,0 0 16,-9 9-16,0 0 15,9 0 1,-28 0-16</inkml:trace>
  <inkml:trace contextRef="#ctx0" brushRef="#br0" timeOffset="193247.61">19596 15303 0,'0'0'0,"0"0"15,0 0-15,0 0 16,0 0 0,0 0-16,0 0 15,0 0 1,0 0-16,0 0 16,-29 27-1,-8 47-15,9 9 16,9-9-16,9 9 15,10-9 1,10 18-16,9-27 16,-1-10-1,1-8-15,0-20 16,9 1 0,10-10-16,9 1 15,-47-19 1</inkml:trace>
  <inkml:trace contextRef="#ctx0" brushRef="#br0" timeOffset="193550.03">19887 15183 0,'0'0'0,"0"0"0,10 0 16,8 0 0,11 0-16,8 9 15,20 19 1,18 36-16,0 47 16,-18 9-16,-38-28 15,-29 38 1,-37-1-16,-9-28 15,-38 19 1,94-120-16</inkml:trace>
  <inkml:trace contextRef="#ctx0" brushRef="#br0" timeOffset="197181.31">5146 7790 0,'0'0'0,"-10"-9"0,-18-10 0,0 1 16,0-1-1,9 10-15,10 0 16,9 9-16,0 0 15,9 27 1,38 47-16,9 46 16,-9-37-16,10-18 31,-10-28-31,0-19 0,0-8 16,9-29-1,1-46-15,-1-36 16,-18-10-1,-19-55-15,-19 18 16,-28-9 0,-19-9-1,0 56-15,9 36 0,10 28 16,-1 18 0,11 9-16,-1 10 15,0 0 1,10 9-16,-1 0 15,10 0-15,0 0 16</inkml:trace>
  <inkml:trace contextRef="#ctx0" brushRef="#br0" timeOffset="197809.08">5541 6728 0,'0'0'0,"0"-18"0,9-1 16,-9 10-16,10 0 15,-1 9 1,10 18 0,9 38-16,19 45 15,19 29-15,-9-20 16,-10-45-1,-19-19-15,-9-27 16,-10-1 0,0-9-16,-9-9 15,0 0-15,-18-46 16,-29-37 0,0-9-16,0-28 15,9 18 1,19 47-16,10 27 15,9 19-15,0 9 16,9 9 0,38 28-16,19 9 15,9-18 1,-18-10-16,-20-18 16,-8-9-1,-1-46-15,-9-28 16,-1 9-16,-8-28 15,-10-18 1,0 37-16,9 37 16,1 28-16,-1 18 15,19 27 1,38 38-16,38 64 16,8 47-1,-27-56 1,0-19-16,-10-36 15,-19-38-15,-27-27 16,-1-18 0,-28 18-16</inkml:trace>
  <inkml:trace contextRef="#ctx0" brushRef="#br0" timeOffset="198087.98">6613 5639 0,'0'-9'16,"-9"-28"-16,0 0 15,-1 19-15,10 9 16,0 9 0,0 0-16,0 0 15,28 55-15,29 65 16,9 18 0,18 47-1,-27-47-15,-20-73 16,-8-28-1,-11-28-15,20-27 16,66-102-16,27-83 16,-27 37-1,-38 73-15,-66 93 16</inkml:trace>
  <inkml:trace contextRef="#ctx0" brushRef="#br0" timeOffset="198575.11">5597 9165 0,'0'0'0,"0"0"16,0 0-16,10-9 16,9-10-16,37-36 15,66-83 1,10-10-1,28-74-15,66-45 16,0-84 0,93-64-16,-74 73 15,9 38-15,38-1 16,-123 120-16,57-27 16,-95 111-1,-18 8-15,10 1 16,-39 37-1,-27 18-15,-10 9 16,-19 10 0,0-1-16,-28 19 15</inkml:trace>
  <inkml:trace contextRef="#ctx0" brushRef="#br0" timeOffset="20237">24205 11177 0,'0'0'0,"0"0"0,0 0 16,0 28-16,10 46 16,-10 92-1,0 0-15,9 111 16,-9-74 0,-9 74-16,9-74 15,-10 37 1,10-65-16,0 56 15,0-37 1,0 83-16,0-56 16,10 38-16,-10-1 15,0-37 1,18 47-16,-8-65 16,-1 56-1,10-56-15,9 27 16,-9-36-1,0 0-15,-10-19 16,1-64 0,-1 0-16,1-19 15,-10-36-15,0-38 16,0-18 0,0 0-16</inkml:trace>
  <inkml:trace contextRef="#ctx0" brushRef="#br0" timeOffset="21975.46">24337 11279 0,'0'0'0,"0"0"16,0 0-16,0 0 15,0 0 1,0 0-16,9 0 16,20 0-1,8 9-15,20 0 16,37-9 0,37 0-16,1 0 15,0-9-15,84-10 16,-75 1-1,47-10-15,-18 10 16,-1-10 0,29 0-16,-29 1 15,10-10 1,0 9-16,-10 0 16,28 1-16,-37 8 15,10 1 1,18-1-16,-38 1 15,38 9 1,-18-1-16,-29-8 16,47 0-16,-28-1 15,0 1 1,19-1-16,-57 10 16,47-10-1,1 10-15,-48 0 16,10-9-1,28-1-15,-38 10 16,0 0-16,19-10 16,-9 10-1,-29 0-15,1-1 16,18 1 0,1 0-16,-29 0 15,9 0-15,1-1 16,-10 10-1,-10-9-15,-8 0 16,-11 9 0,1 0-16,10 0 15,-1 0 1,-9-9-16,-10 9 16,-9 0-16,-9 0 15,-10 0 1,0 0-16,0 0 15,1 0 1,-1 9-16,0 9 16,0 1-1,1 8-15,-1 10 16,0 10-16,0 26 16,-9 38-1,0 0-15,0 18 16,-1 46-1,1-8 1,-9-1-16,-1 0 0,0-37 16,-9 19-1,10 36-15,-10-45 16,0 27 0,0 9-16,-10-45 15,10 36 1,0 0-16,0-37 15,0 19-15,0-10 16,0-9 0,0 19-16,0-10 15,-9-8 1,0-1-16,-1 37 16,1-46-1,-1-9-15,10 27 16,-9-9-16,0-36 15,9-1 1,-10 28-16,10-9 16,0-19-16,0-18 15,0 9 1,0 9-16,0 1 16,0-20-1,0-8-15,0-10 16,0 10-1,10 0-15,-1-1 16,0 1 0,-9-10-16,10 1 15,-10-10-15,9-9 16,-9 0 0,0 9-16,10 18 15,-1-8 1,0-1-16,-9-9 15,0-9-15,0 0 16,0 0 0,0-9-16,0-19 15,0-9 1,0 0-16</inkml:trace>
  <inkml:trace contextRef="#ctx0" brushRef="#br0" timeOffset="23704.61">26529 11020 0,'0'0'0,"0"0"0,0 0 16,0 0-1,0 0-15,0 0 16,0 0 0,0 0-1,0 0-15,0 0 16,0 0-16,0 0 15,0 0 1,0-9-16,0 9 16,0 0-1,0 0-15,0-9 16,0 0-16,-10-1 16,1-8-1,-10-1-15,0-8 16,-9-1-1,-19-18-15,-28-28 16,-19-18-16,0 9 16,19 18-1,9 0-15,-10-8 16,-27-10 0,-1 9-16,10 0 15,19 18-15,-19-8 16,-19-1-1,19 1-15,0-1 16,0 0 0,-10 1-16,-8 8 15,27 10-15,0 0 16,-18 0 0,-10 0-16,19 0 15,9-10 1,0 1-16,10 9 15,-19 0-15,9 0 16,10 9 0,19 0-16,-1 0 15,-9-9 1,-9-1-16,9 11 16,0-1-16,10 0 15,0 0 1,9 9-16,0 0 15,-1 1 1,-8-1-16,0 0 16,-1 1-1,10 8-15,9 10 16,10 0-16,0-1 16,0 1-1,0 0-15,9 0 16,0 0-1,0-1-15,10 1 16,-1 0 0,1 0-16,0-1 15,-1 1-15,1 9 16,9 0 0,-10 0-16,10 0 15,0 0-15,0 0 16,0 0-1,-9 0-15,9 0 16,0 0 0,0 0-1,0 0-15,0 0 16,0 0-16,0 0 16,0 0-1,0 0-15,0 0 16,0 0-1,0 0-15,0 0 16,0 0 0,0 0-16,0 0 0,0 0 15</inkml:trace>
  <inkml:trace contextRef="#ctx0" brushRef="#br0" timeOffset="25311.8">22324 8427 0,'0'0'0,"0"0"16,0 0-1,0 0-15,0 0 16,0 0 0,0 0-16,0 0 15,0 0-15,0 0 16,0 0-1,0 0-15,0 0 16,0 0 0,0 0-16,0 0 15,0 0 1,0 0-16,0 0 16,0 9-1,0 19-15,0-1 16,9 10-16,1 19 15,-1 17 1,0 1 0,1 9-16,-10-18 0,9-19 15,-9 0 1,10 0 0,-1-9-16,0 0 15,1 0-15,-10 0 16,0-9-1,9-1-15,1-8 16,-1-1-16,-9 1 16,9-1-1,-9-9-15,0 1 16,10-1 0,-10 0-16,9 0 15,-9-9 1,0 0-16,0 0 15,10 0-15,9-18 16,9-10 0,9-18-16,1-18 15,0-20 1,9-17-16,-10-1 16,-8 29-1,8-1-15,1-19 16,-1-8-1,1 18-15,-10 18 16,0 1 0,1-1-16,-1 10 0,-9 8 15,0 1 1,-1 9-16,-8 0 16,-1 10-1,1 8-15,-1 1 16,-9 9-16,0-1 15,0 1 1,0 9 0,0 0-16,0 0 15,0 0 1,0 0-16,0 0 0,0 0 16,0 0-1,-9 9-15,-10 1 16,-9 17-1,-19 1 1,9 0-16,0-1 16,1 1-16,8-9 15,-8 8 1,-10 1-16,0 0 16,-10-1-16,10 1 15,0 0 1,10-10-16,8 1 15,1-1 1,0 1-16,9-1 16,0 0-16,0 1 15,1-1 1,8 1-16,1-1 16,-1-8-1,1-1-15,0 0 16,-1 0-1,1 0-15,9-9 16,0 0-16,0 0 16</inkml:trace>
  <inkml:trace contextRef="#ctx0" brushRef="#br0" timeOffset="28314.67">24281 12682 0,'0'0'0,"0"0"16,0 0 0,0 0-16,0 0 15,0 0 1,0 0-16,9 0 16,10 0-1,18 0-15,10 0 16,19 0-16,47 0 15,28 0 1,-9-10-16,0 1 16,37 0-16,-37 0 15,9-10 1,47 10 0,-47 0-16,38-1 15,9 1-15,-47 0 16,85 9-1,-57-9-15,19 0 16,10-10-16,-29 10 16,38-10-1,-37 1-15,27-1 16,-18 1 0,0 0-16,28 8 15,-38 1 1,28-9-16,-27 8 15,-1 1 1,29 0-16,-38 0 16,18 0-16,-8-1 15,-10 1 1,9 9-16,-19-9 16,20 0-16,8-1 15,-36 1 1,18 0-16,-1-10 15,-36 10 1,-10 0-16,18 0 16,-8 0-1,-29-1-15,-10 10 16,10 0-16,10 0 16,-10-9-1,-28 9-15,-10 0 16,-9 0-1,-9 0-15,-19 0 16,-10 0-16,-9 0 16</inkml:trace>
  <inkml:trace contextRef="#ctx0" brushRef="#br0" timeOffset="29171.77">25334 11602 0,'0'0'0,"0"0"16,-9-10-16,-1 1 15,1 0 1,0 9-16,-20 0 16,-8 18-1,-20 29-15,1 17 16,-1 47-1,1 9-15,18-28 16,10-9-16,28 0 16,19 10-1,0-19-15,9-10 16,10-18 0,27-9-16,11-9 15,8-19-15,-8-9 16,-1-9-1,-75 9-15</inkml:trace>
  <inkml:trace contextRef="#ctx0" brushRef="#br0" timeOffset="29611.61">25805 11897 0,'0'0'0,"0"0"16,0 0 0,0 0-1,0 0-15,0 9 16,-10 10-16,-18 18 16,-10 18-1,1 10-15,-1 8 16,10 11-1,18-20-15,10-8 16,10-20-16,-1-8 16,1-9-1,18-10-15,9-9 16,10-28 0,1-9-16,-11-9 15,-9 0-15,-9-9 16,-9-1-1,-10 10-15,0 0 16,-19 18 0,0 10-16,-19 8 15,-9 20 1,47-10-16</inkml:trace>
  <inkml:trace contextRef="#ctx0" brushRef="#br0" timeOffset="29913.27">26049 11389 0,'0'0'0,"0"0"0,0 0 15,0 0 1,0 0-16,0 0 15,0 10 1,0 36-16,0 46 16,0 28-1,0 37-15,0-37 16,0-28-16,10-27 16,-1-1-1,0 1-15,1-10 16,9-18-1,-19-37-15</inkml:trace>
  <inkml:trace contextRef="#ctx0" brushRef="#br0" timeOffset="30373.76">26529 11722 0,'0'0'0,"0"0"0,0 0 16,0 0-16,0 0 15,-10 18 1,-8 19-16,-11 28 16,11 18-1,-1-19-15,9 1 16,1 0-16,9-10 15,9-18 1,1 0-16,-1-19 16,10 1-1,0-10-15,9-9 16,10-9 0,9-19-16,-10 0 15,-8-18-15,-1-18 16,-9 8-1,-19 1-15,-10 9 16,-9 9 0,1 9-16,-1 10 15,-19-1-15,10 19 16,0 0 0,9 9-16,19-9 15</inkml:trace>
  <inkml:trace contextRef="#ctx0" brushRef="#br0" timeOffset="30751.29">26773 11740 0,'0'0'0,"0"0"0,0 0 15,10 0 1,-1 0-16,20 9 15,-1 19 1,9 27-16,-8 19 16,-1 0-1,-9-19 1,-1 1-16,-8-19 0,-1-10 16,-9-8-1,0-10 1,0 0-16,0 1 15,0-10-15,0 0 16,0 0 0,0 0-16,19-19 15,9-36 1,10-19-16,9 0 16,-9 9-16,-38 65 15</inkml:trace>
  <inkml:trace contextRef="#ctx0" brushRef="#br0" timeOffset="31154.22">27686 11297 0,'0'0'0,"0"0"0,0 0 16,0 9-1,9 47-15,-9 73 16,0 46 0,-9 56-16,0-102 15,9-36-15,-10-10 16,10-28 0,0-18-16,0-9 15,0-19 1,0-9-16,0 0 15</inkml:trace>
  <inkml:trace contextRef="#ctx0" brushRef="#br0" timeOffset="31607.22">27695 11362 0,'0'0'0,"0"0"0,10-10 15,-1 1 1,19 0-16,38-9 16,10-1-16,-11 10 15,-18 18 1,-18 10-16,-1 36 16,-9 28-1,-19-9-15,0-19 16,-10-18-1,10 0-15,0-9 16,0-10-16,10 1 16,-1-1-1,10-9 1,9 10-16,-9 8 16,9 20-1,-9 17-15,-10 10 0,-18-9 16,-10-10-1,-9 0-15,-19-8 16,-10-1 0,10-19-1,0-8-15,19-19 16,0-9-16,19-1 16,9 10-16</inkml:trace>
  <inkml:trace contextRef="#ctx0" brushRef="#br0" timeOffset="32035.01">28570 11602 0,'0'0'0,"0"0"15,0 0-15,0 0 16,0 0-16,-9 18 15,-10 1 1,-9 8 0,-10 19-16,1 10 15,-1 8-15,19-8 16,10-1 0,18-18-16,10 0 15,9-9-15,0-10 16,10-9-1,0-9-15,-10-9 16,10-28 0,-1-18-16,-9-1 15,-18 10-15,-10 0 16,0 9 0,-10 0-16,1 19 15,-10-1 1,-9 10-16,28 9 15</inkml:trace>
  <inkml:trace contextRef="#ctx0" brushRef="#br0" timeOffset="32541.12">28721 11380 0,'0'0'0,"0"0"0,19 0 16,28 0-1,9 9-15,10 19 16,-10 9-16,-9 28 16,-9 8-1,-19 1-15,-10 0 16,-9 18 0,-9-27-16,-1-28 15,1-9-15,0-10 16,-1 1-1,1-10-15,9-9 16,0 0 0,0 0-16,9-9 15,10-28 1,9-10-16,10-8 16,9 0-16,0-1 15,-9-8 1,-1-10-16,-18 28 15,-10 18 1,-9 10-16,-9 8 16,0 10-1,-20 19-15,1 27 16,9 0 0,19 10-16,38 8 15,56 19-15,47 0 16,66-46-1,-47-46-15,66-10 16</inkml:trace>
  <inkml:trace contextRef="#ctx0" brushRef="#br0" timeOffset="33559.87">26745 11842 0,'0'0'0,"0"0"16,0 0-16,0 0 15,10 0 1,-1 0-16,0 0 16,10 0-1,10 9-15,-1 0 16,19 19 0,0 9-16,0 9 15,-10 0-15,-8 0 16,-10-9-16,-1 0 15,-8-9 1,-1-1 0,-9-8-16,0-10 15,0 0-15,0-9 16,0 0 0,0 0-16,0 0 15,0-18 1,10-10-16,8-27 15,11-19 1,-1 0-16,0 9 16,-28 65-16</inkml:trace>
  <inkml:trace contextRef="#ctx0" brushRef="#br0" timeOffset="35026.35">27027 12054 0,'0'0'0,"0"0"0,0 0 16,0 0-1,0 0-15,0 0 16,0 0 0,0 0-16,0 0 15,0 0 1,0 0-16,0 0 15,10-9-15,9-10 16,0-8 0,-1-1-16,11 0 15,-1 10 1,-9-10-16,-1 10 16,1-1-16,0 10 15,0 0 1,0-1-16,-10 1 15,0 0 1,1 0-16,-1 9 16,1 0-1,-1 0-15,1 0 16,-10 0 0,0 0-16,9 0 15,0 0-15,1 9 16,-10-9-1</inkml:trace>
  <inkml:trace contextRef="#ctx0" brushRef="#br0" timeOffset="150221.81">24393 13817 0,'0'0'0,"0"0"0,0 0 16,0-19-1,0-8-15,10-1 16,-1-9-16,10 0 16,0 9-1,0 1-15,9-1 16,0 0 0,0 10-16,-9 9 15,9-1 1,1 10-16,-1 10 15,0 8-15,10 10 16,-10 0 0,0-10-16,0 0 15,1-8 1,-1-10-16,9-10 16,1-8-16,0-10 15,9-9 1,-10 10-1,1-10-15,-10 9 16,-9 10-16,-10 8 16,1 1-16,-1 0 15,1 9 1,-10 0 0</inkml:trace>
  <inkml:trace contextRef="#ctx0" brushRef="#br0" timeOffset="151144.45">25729 13088 0,'0'0'0,"0"0"16,0 0-16,0 0 15,0 0 1,0 0-16,0 0 15,0 0 1,0 0-16,0 0 16,0 0-16,-9-10 15,-1 1 1,1-9-16,0-1 16,9 1-1,-10 9-15,10 9 16,-9 0-16,-10 9 15,-9 37 1,-10 46-16,1 10 16,18-38-1,9-17-15,10-11 16,0-8 0,10-9-16,-1-10 15,19 0-15,10-9 16,9-9-1,9-19-15,-9-9 16,1-9 0,-11 0-16,-18 18 15,0 10 1,-10-1-16,-9 19 16,0 0-16,10 28 15,-10 18 1,0 0-16,9 0 15,0-9-15,1-9 16,-1-9 0,10-10-16,9 0 15,0-9 1,10-9-16,-10-10 16,1-8-1,-11-20-15,-8 1 16,-10 0-1,-10 9-15,-8 10 16,-11 8 0,11 10-16,-1 0 15,0 9-15,9 0 16,1 0 0,9 0-16,0 0 15,47-19 1,-47 19-16</inkml:trace>
  <inkml:trace contextRef="#ctx0" brushRef="#br0" timeOffset="151830.17">26331 12635 0,'0'0'0,"0"0"16,0 0-16,0 0 15,0 0 1,0 28-16,0 55 16,0 28-1,0 9-15,0 28 16,0-38-16,10-36 15,-1-18 1,1-20-16,-1 1 16,-9-9-1,9-9-15,-9-19 16</inkml:trace>
  <inkml:trace contextRef="#ctx0" brushRef="#br0" timeOffset="152249.01">26651 13051 0,'0'0'0,"0"0"0,0 0 16,0 0 0,0 0-16,0 9 15,-9 19-15,-1 27 16,1 19-1,9-10 1,0-8-16,9-19 31,1-10-31,-1-8 0,10-1 16,0-8 0,0-10-16,-1 0 15,1-10-15,0-17 16,0-19-16,0-10 15,-10 10 1,-9 18-16,-9 1 16,-1 8-1,-9 10-15,1 0 16,-11 9 0,11 0-16,18 0 15</inkml:trace>
  <inkml:trace contextRef="#ctx0" brushRef="#br0" timeOffset="152582.34">26839 13023 0,'0'0'0,"0"0"15,0 0 1,10 9-16,9 10 15,9-1-15,9 10 16,1 9 0,-10 0-16,-9 0 15,0 0 1,-10-19-16,1-9 16,-10 0-1,0-9-15,0 0 16,0 0-16,0-18 15,0-10 1,9-9-16,29-18 16,-1 9-16,10 0 15,-47 46 1</inkml:trace>
  <inkml:trace contextRef="#ctx0" brushRef="#br0" timeOffset="153642.24">27733 12848 0,'0'0'0,"0"0"0,0 0 16,0 0-16,0 0 16,0 0-1,0 0 1,0 0-16</inkml:trace>
  <inkml:trace contextRef="#ctx0" brushRef="#br0" timeOffset="153810.5">27742 13143 0,'0'0'0,"0"0"0,0 9 15,0-9 1</inkml:trace>
  <inkml:trace contextRef="#ctx0" brushRef="#br0" timeOffset="156802.08">28457 12949 0,'0'0'0,"0"0"0,0 0 0,10 19 15,-1 8 1,1 10-16,-10 0 16,9 0-16,-9 0 15,9 0 1,-9-9-16,0-10 15,10 1 1,-10-19-16</inkml:trace>
  <inkml:trace contextRef="#ctx0" brushRef="#br0" timeOffset="157033.23">28448 12765 0,'0'0'0,"0"0"16,0 0-16,0 0 15,0 0 1,0 0-16</inkml:trace>
  <inkml:trace contextRef="#ctx0" brushRef="#br0" timeOffset="157802.58">28740 12958 0,'0'0'0,"0"0"16,0 0-16,0 0 16,0 0-1,0 0-15,9 10 16,0 8-1,-9 10-15,10-10 16,-10 1-16,0-10 16,9 0-1,-9-9-15,10 0 16,-1-9 0,10-10-16,0-8 15,9-1 1,-9 10-16,0 8 15,-1 10 1,1 10-16,0 8 16,0 1-16,0-1 15,-1 0 1,1 1-16,-9-10 16,8 0-16,11-9 15,8-9 1,1-9-16,0-1 15,9-18 1,-10 0-16,1-18 16,-10-10-1,-9 1-15,-10 8 16,-9 1-16,0 0 16,-9 9-1,0 9-15,-1 9 16,1 9-1,-1 10-15,10 9 16,-9 19 0,-10 18-16,10 27 15,9 38 1,9-1-16,10-27 16,0-18-16,0-10 15,-1-9 1,1-10-16,-9-8 15,-1-10 1,10 0-16,-19-9 16</inkml:trace>
  <inkml:trace contextRef="#ctx0" brushRef="#br0" timeOffset="158007.56">29257 12885 0,'0'0'0,"0"0"16,0 0-16,0 0 16,0 0-16,38-10 15,37-8 1,28-10-16,29 1 16,-10 17-1,-122 10-15</inkml:trace>
  <inkml:trace contextRef="#ctx0" brushRef="#br0" timeOffset="165015.64">24290 14491 0,'0'0'0,"0"0"0,0 0 16,0 0 0,0 0-16,0 0 15,0 0-15,0 0 16,0 0-1,0 0-15,19 0 16,28-10-16,9 1 16,19 0-1,48 0 1,18-10-16,-28 10 16,37-10-16,29 1 15,-38 9-15,66 0 16,-28-1-1,9-8-15,28 9 16,-46-10 0,55 1-16,-55 9 15,46-1-15,-46 1 16,18 0 0,28-10-16,-47 10 15,38 0 1,-47-10-16,0 10 15,0 0 1,-28 0-16,18 0 16,10-1-16,-28 1 15,0 0 1,18 0-16,-18-1 16,-29 1-1,38 9-15,-9-9 16,-19 0-1,0-1-15,19 1 16,-29 9 0,-9-9-16,0 0 15,29 0-15,-1 9 16,-28-10 0,-19 1-16,19 9 15,0 0-15,-9-9 16,-10 9-1,-9-9-15,0 9 16,9 0 0,1 0-1,-1-10-15,-9 1 16,-29 9-16,1 0 16,-19 0-16,-10 0 15,-9 0 1</inkml:trace>
  <inkml:trace contextRef="#ctx0" brushRef="#br0" timeOffset="167445.93">24864 15349 0,'0'0'0,"0"0"0,0 0 16,0 0-1,9 9-15,1-9 16,-1 0 0,0 0-16,1 0 15,9-9 1,-1-10-16,1-8 16,-9-10-1,-1 0-15,0 0 16,-9 9-16,0 19 15,0 9 1,-18 9-16,-20 28 16,-28 65-16,-18 64 15,46-46 1,10 18 0,18-27-16,10-19 15,10-36-15,8-19 31,1-10-31,10 1 0,8-19 16,1-9 0,18-9-16,10-28 15,0-27-15,0-1 16,0-9 0,-10 9-16,-18 19 15,-19 19 1,-1 8-16,-8 10 15,-10 9-15,0 0 16,0 18 0,0 29-16,9 45 15,1-18 1,8-19-16,1-18 16,-9-9-16,8-10 15,1-9 1,9-9-16,10-18 15,0-10 1,-10-9-16,-9-18 16,-10 18-1,-9 9-15,-9 1 16,-1 8-16,-8 1 16,-1 8-1,9 1-15,1 0 16,-1 9-1,1 0-15,9 0 16,0 0 0,9-18-16,39-29 15,27-17-15,9-19 16,-18 9 0,-19 9-16,-9-18 15,0-28 1,-20 19-16,-8 28 15,-10 17-15,0 10 16,0 10 0,0 8-16,0 10 15,0 9 1,0 0-16,0 9 16,0 56-16,9 27 15,1 37 1,8 28-16,1-55 15,-9-28 1,-1-19-16,0-9 16,1-9-1,-1-9-15,1-10 16,-1-8 0,1-1-16,-1-9 15,19-9-15,0-10 16,10-27-1,0-19-15,-10 1 16,-9 18-16,-1-1 16,-8 11-1,-10 17-15,9 1 16,-9 8 0,0 10-16,0 0 15,0 0 1,0 28-16,0 27 15,10 1-15,-1-1 16,1-18 0,-1-9-16,0-1 15,1-17 1,-1-1-16,1 0 16,-1-9-16,10-9 15,0-10 1,-1-17-16,-8-20 15,-10 10 1,0 0-16,-10 18 16,1 10-1,0-1-15,-10 10 16,0 0-16,0 9 16,0 0-1,10 9-15,9-9 16,0 0-1,0 0-15,0 0 16,0-9 0,9 0-16,1-1 15,-1-8-15,1 9 16,8-1 0,1 1-1,0 0-15,9 9 16,10 18-16,9 29 15,0 17-15,0 10 16,-19-28 0,-9-9-16,-10-9 15,1-10 1,-10-9-16,0-9 16,0 0-1,0 0-15,9-18 16,1-28-16,8-9 15,1-10 1,9 10-16,10 8 16,-38 47-1</inkml:trace>
  <inkml:trace contextRef="#ctx0" brushRef="#br0" timeOffset="167899.51">27009 15063 0,'0'0'0,"0"-9"0,0-1 15,0 10 1,0 0-1,0 0-15,18 28 16,1 27 0,10 38-16,-11 27 0,1-10 15,-9-45 1,-1-19-16,0-18 16,-9-19-1,0-9-15,0 0 16</inkml:trace>
  <inkml:trace contextRef="#ctx0" brushRef="#br0" timeOffset="168271.51">27112 14924 0,'0'0'0,"0"0"16,0 0 0,0 0-16,0 0 15,10-9 1,8 0-16,11 0 15,8-1-15,-9 20 16,-9-1 0,0 9-1,-10 10-15,1 0 16,-10-1-16,0-8 16,0-1-16,9-8 15,1-1 1,18 9-16,10 1 15,9 8 1,-10 10-16,-9 0 16,-18 9-1,-10 28-15,-28 0 16,-1 0-16,-8-19 16,9-18-1,9-9-15,0-10 16,19-18-1</inkml:trace>
  <inkml:trace contextRef="#ctx0" brushRef="#br0" timeOffset="168787.78">27818 15109 0,'0'0'0,"0"0"15,0 0 1,0 0-16,0 0 16,0 0-1,0 0-15,0 0 16,0 0-16,0 0 15,0 0 1,-10 18-16,-9 10 16,1 9-1,8 9-15,1 10 16,9-20 0,0 1-16,9-18 15,1-10 1,8-9-16,11 0 15,8-18-15,-8-1 16,-1-18-16,0-18 16,-19-1-1,-9 1-15,-9 9 16,-10 18 0,0 10-16,1 9 15,-1 9-15,19 0 16</inkml:trace>
  <inkml:trace contextRef="#ctx0" brushRef="#br0" timeOffset="169333.55">27978 14887 0,'0'0'0,"9"0"0,10 0 16,9 10-16,0-1 15,1 19-15,8 18 16,-9 18 0,-18 1-16,-1-10 15,-9-9 1,0 1-16,-9-20 16,9-8-1,0-1-15,0-18 16,0 0-1,0 0-15,0 0 16,0-9-16,9-19 16,10-18-1,9-18-15,0-10 16,1 18 0,-11 10-16,-8 18 15,-1 1-15,1 8 16,-10 10-1,0 9 1,0 0-16,-10 9 16,-9 37-16,10 19 15,9 0 1,19-10-16,19 0 16,18-8-16,10-10 15,-10-19 1,1-9-16,-10-9 15,-10 0 1,-8 0-16,-11 0 16,-8 0-16,-10 0 15</inkml:trace>
  <inkml:trace contextRef="#ctx0" brushRef="#br0" timeOffset="170718.74">29191 14675 0,'0'0'0,"0"-9"15,0-10-15,0 1 32,0 9-32,-9 0 15,-1-1-15,1 10 16,-19 19-16,-10 27 16,-9 19-1,-9 18-15,18 9 16,19 0-1,10-18-15,18-9 16,19-10-16,10 0 16,9 10-1,10-19-15,37-9 16,-94-37 0</inkml:trace>
  <inkml:trace contextRef="#ctx0" brushRef="#br0" timeOffset="171030.18">29473 14527 0,'0'0'0,"0"0"16,0 0-16,0 0 15,0 0-15,10 0 16,9 10 0,28 17-1,19 38-15,-1 27 16,-18 47 0,-47 27-16,-47-18 15,-18 27-15,-58-18 16,-46-19-16,-10 19 15</inkml:trace>
  <inkml:trace contextRef="#ctx0" brushRef="#br0" timeOffset="172576.08">24553 16715 0,'0'0'0,"0"0"0,0 0 16,0 0-1,0 0-15,0 0 16,0 0 0,0 0-16,0 0 15,0 0-15,0 0 16,0 0 0,0 0-16,0 0 15,0 0 1,0 0-1,0 0-15,0 0 0,-9 0 16,0-9 0,-1-1-1,10 10-15,-9-9 16,9 9 0,0 0-16,0 0 15,-10 37-15,10 55 16,10 19-1,-1 65 1,1-47-16,-1-55 0,0-19 16,-9-9-1,0-18-15,0-10 16,0-9 0,0 1-16,0-1 15,0-9 1,0 0-16,0 0 15,10 9-15,-1-9 16,10 9 0,28 1-16,38-10 15,18-10 1,10 1-16,85-19 16,-38 1-16,65-19 15,-37 9 1,66-19-16,-18 10 15,46 0 1,-56 9-16,65 0 16,-74 19-16,46-10 15,-56 10 1,47-1 0,-38 1-16,29-1 15,-10-8-15,-9 8 16,-10-9-1,-9-9-15,-37 10 16,55-10-16,-65 9 16,10 1-1,-1 8-15,-37 10 16,37 0 0,-28-1-16,-19 1 15,1 9 1,8 0-16,-27 0 15,-19 0-15,-10 0 16,38-9 0,0 0-16,-29-1 15,-18 1 1,-9 9-16,-10-9 16,-10 9-1,1 0-15,-1 0 16,1-9-1,-10 9-15,-9 0 16,0 0-16,-10 0 16,-9 0-16</inkml:trace>
  <inkml:trace contextRef="#ctx0" brushRef="#br0" timeOffset="-157361.22">13754 14694 0,'0'0'0,"0"0"0,0 0 16,-19 9 0,-38 28-16,-56 27 15,-28 47 1,-103 83-16,46-37 15,-84 92-15,113-120 16,-48 47 0,67-47-16,46-37 15,-9 0 1,38-36-16,19-19 16,27-19-1,20-9-15,9-9 16</inkml:trace>
  <inkml:trace contextRef="#ctx0" brushRef="#br0" timeOffset="-156678.67">12926 14777 0,'0'0'0,"0"0"0,0 0 15,0 0-15,0 0 16,0 0 0,0 0-16,0 0 15,0 0 1,0 0-16,9 0 15,19 0 1,10 0-16,18-10 16,10 1-1,0 0-15,9 0 16,1-10 0,18 1-16,-28-1 15,-10 10-15,-9 0 16,-19 0-1,1-1-15,-11 10 16,-8 0-16,-1 0 16,1 0-1,-10 0-15,0 0 16,9 10 0,-9 27-1,-19 27-15,-28 84 0,-28 9 16,0-10-1,9 10 1,38-37-16,28-120 16</inkml:trace>
  <inkml:trace contextRef="#ctx0" brushRef="#br0" timeOffset="-155176.98">24168 13844 0,'0'0'16,"0"0"-16,0 0 15,0-9-15,9-9 16,0-1 0,-9 10-16,0 0 15,0 0 1,0 9-16,0 0 16,-9 9-16,-10 28 15,-47 55 1,-56 102-1,-19 18-15,-19 84 16,-28-1-16,66-101 16,28-28-16,-19-18 15,0-19 1,28-55-16,10-1 16,9 1-1,10-18-15,18-10 16,10-19-1,9-8-15,9-10 16,10 0-16,0-9 16,0 0-1</inkml:trace>
  <inkml:trace contextRef="#ctx0" brushRef="#br0" timeOffset="-154570.07">23678 14020 0,'0'0'0,"0"0"16,0 0-16,0-9 15,0-1 1,0 1-16,0 0 16,0 9-1,0 0-15,0 0 16,0 0-16,0 0 31,0 0-31,10-9 0,-1-1 16,19-8-1,20-10-15,8 1 16,0-1-16,1 0 16,-20 1-1,-8 8 1,-1 1-16,0-1 15,-9 10-15,0 0 16,0-1-16,-10 10 16,0 0-1,1 10-15,-1 17 16,1 20 0,-10 36-16,-10 55 15,-9-18 1,1-46-16,8-28 15,10-9-15,0-37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5-11-24T15:04:12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18015 3230 0,'0'10'0,"0"45"16,-9 157-16,-1 74 31,-8 65-31,-11 92 0,11 0 15,8-18 1,1-38-16,28-64 16,-1-138-1,1 27-15,0-46 16,-19 1 0,0-11-16,0-45 15,0-18-15,0-20 16,0-73-1</inkml:trace>
  <inkml:trace contextRef="#ctx0" brushRef="#br0" timeOffset="1423.87">17846 3286 0,'0'0'0,"0"0"0,0 0 15,9-9 1,29-19-16,56-9 16,38-9-1,103-28-15,0 9 16,85 1-1,0 8-15,18 1 16,20-10-16,-38-18 16,-10 9-1,-37 10 1,37-1-16,-84 19 16,0 18-16,-57 1 15,57-10 1,-57 9-16,10 10 15,-9-1-15,-48 19 16,-9 0 0,9 0-16,-19 0 15,-27 0 1,-1 0-16,-9 0 16,9 0-1,0 0-15,-9 9 16,-9 10-1,-1 9-15,-9 8 16,28 103-16,-9 92 16,-19 184-16,-18-9 15,-1-18 1,9-38-16,-8-63 16,-11 8-1,1-64-15,0-37 16,9-28-16,0 18 15,-9-36 1,-9 18 0,-1 0-16,1-37 15,-1 1-15,0-1 16,-9-37 0,-9-27-1,0-19-15,-10-9 16,-10 0-16,-8 0 15,-10-10-15,-10 1 16,-18 0 0,-19-10-16,-47 1 15,9-10 1,-37 9-16,-10 1 16,38-1-16,-66 10 15,19 0 1,-19-1-16,-19 10 15,0 0 1,1 9-16,46-9 16,-47 9-16,57-9 15,-95 19 1,67-1-16,-29-9 16,57-9-1,-38 0 1,37 0-16,20-9 15,-29-1-15,47-17 16,20-1 0,-20 9-16,0-9 15,38 1 1,19-1-16,-10 0 16,-9 0-16,19 1 15,9 8 1,19-9-16,9 1 15,1-1 1,8 0-16,1 0 16,0 0-16,9 1 15,0-10 1,10 0-16,0 0 16,-1 0-1,10 0-15,0 0 16,-9-10-16,-1-8 15,-8-28 1,-20-93-16,0-27 16,-18-55-1</inkml:trace>
  <inkml:trace contextRef="#ctx0" brushRef="#br0" timeOffset="4750.62">24836 4061 0,'0'0'0,"0"0"0,0 0 0,0 0 15,0 9 1,0 19-16,-10 9 15,10 18-15,0 56 16,0 37 0,0-19-16,10 37 15,8-37 1,-8-36-16,-1-1 16,1-28-1,-1-17-15,0-20 16,-9-27-16</inkml:trace>
  <inkml:trace contextRef="#ctx0" brushRef="#br0" timeOffset="5676.77">24807 4264 0,'0'0'0,"10"-9"0,-1-10 16,19-18-1,19-18-15,10 0 16,-1 9 0,10 18-16,0 19 15,-19 18 1,-9 28-16,-10 9 15,-19 28 1,-18 27-16,-10-18 16,10-27-16,-1-19 15,10-19 1,10 1-16,27-1 16,10-9-16,19 1 15,-9-1 1,8 18-16,-17 10 15,-30 0 1,-18 37-16,-28 37 16,-19 0-1,-38-10-15,-9-18 16,10-18-16,27-19 16,29-18-1,9-19-15,10-9 16,9 0-1,0-9-15,19-10 16,28-18-16,18-9 16,1-9-1,19-19-15,9-9 16,0 9 0,0 0-16,-28 10 15,-9-1-15,-20 0 16,-9 1-1,-9 18-15,-9 18 16,-1 0 0,-9 19-16,0 9 15,0 0 1,-9 9-16,-10 19 16,-9 37-1,-1 8-15,11 10 16,8-18-16,20-10 15,-1-8 1,10-20-16,0-18 16,9-9-16,9-18 15,10-10 1,0-18-16,-9 0 16,-10-37-1,-18 9-15,-20 0 16,-8 28-1,-1 9-15,0 19 16,9 9 0,10 9-16</inkml:trace>
  <inkml:trace contextRef="#ctx0" brushRef="#br0" timeOffset="6225.04">26369 4190 0,'0'0'0,"0"0"16,0 0-16,9 9 15,1 1 1,9 8-16,-1 1 16,1-1-16,-9 10 15,-1-1 1,0 20-16,1 8 15,-10 10 1,-10-10-16,1-9 16,-10 0-1,10-9-15,-1-9 16,1-10-16,0-8 16,9-10-1,0 0-15,0 0 16,9-19-1,29-36-15,27-38 16,1 1-16,-9 18 16,-20 28-1,-8 9-15,-11 10 16,-8 8 0,-1 1-16,-9 18 15,0 0 1,-9 9-1,-29 28-15,-9 55 16,19-9-16,19-18 16,18-10-16,19-18 15,10 0 1,9-19-16,19 1 16,-66-19-1</inkml:trace>
  <inkml:trace contextRef="#ctx0" brushRef="#br0" timeOffset="7024.09">27357 3526 0,'0'0'0,"0"0"15,0 0-15,0 0 16,0 0-1,0 18-15,-10 10 16,1 18 0,0 9-16,-1 47 15,-9 64 1,0-37-16,1 10 16,-1 8-16,19-45 15,9-47 1,-9-18-16,10-9 15,-1-10 1,0-8 0,1-10-16,18-10 15,29-45-15,8-19 16,1-9-16,-19 28 16,-18 27-1,-11 10-15,-8 8 16,-10 10-1,0 0-15,9 19 16,10 18 0,0 9-16,9-9 15,0-10-15,10-8 16,-1-10 0,20-9-16,-1-18 15,1-10 1,-1-9-16,-9-9 15,0-19-15,10-55 16,-29 0 0,-9 10-16,-19-10 15,-10 0-15,-8 27 16,-1 29 0,-9 18-1,9 9-15,0 9 16,0 10-16,0 8 15,10 10 1,9 0-16</inkml:trace>
  <inkml:trace contextRef="#ctx0" brushRef="#br0" timeOffset="7840.2">28363 4329 0,'0'0'0,"0"0"0,0 0 16,10 0-1,-1 0 1,10-10-16,0 1 16,18-9-16,-8-1 15,8-8 1,1-20-16,0 1 15,-10-9 1,-9 9-16,-1 9 16,-8 9-1,-10 10-15,0-1 16,0 10-16,-10 0 16,1 9-1,-19 18-15,-10 28 16,0 10-16,10-1 15,19-18 1,-1 9-16,10-9 16,10 0-1,9-9-15,-1-10 16,1-9 0,19-9-16,0-9 15,9-9 1,9-10-16,0-9 15,1-18-15,-19-1 16,-1 10 0,-9 0-16,-9 18 15,-9 10 1,-1 0-16,0 8 16,-9 10-16,0 0 15,10 10 1,9 17-16,-1 19 15,1-9-15,-9-9 16,9 0 0,-10-10-1,0-9-15,1 1 16,9-1-16,-19-9 16</inkml:trace>
  <inkml:trace contextRef="#ctx0" brushRef="#br0" timeOffset="7988">29078 3323 0,'0'0'0,"0"0"0,0 0 15,0 0-15</inkml:trace>
  <inkml:trace contextRef="#ctx0" brushRef="#br0" timeOffset="9619.15">29633 4015 0,'0'0'0,"0"-9"16,0-10-16,10-8 15,-10-1 1,0 0-16,0 10 16,0-1-1,0 1-15,0 9 16,-10-1 0,1 1-16,0 0 15,-1 9-15,-9 0 16,-9 9-1,-10 10-15,1 8 16,-20 29 0,20-10-16,9 0 15,18-18-15,10-10 16,0-9 0,10 1-16,8-1 15,1-9 1,9 0-16,1-9 15,-1-1-15,0 1 16,-9 9 15,0 0-31,-1 9 0,1 10 16,10 27-16,-11 18 16,1 29-1,-19-1 1,-9-18-16,-1-19 0,-8-9 15,-11-9 1,1-9 0,0-9-16,-10-1 15,10-9-15,9-9 16,10 0-16,9 0 16,0-9-1,19-37-15,28-56 16,28-18-1,47-92-15,-9 27 16,-28-8 0,-29-1-16,-18 46 15,-10-18 1,0 18-16,-9 38 16,-10 17-16,1 19 15,-10 19 1,9 18-16,-9 19 15,0 8 1,0 10-16,0 0 16,0 37-16,10 56 15,-10 73 1,0-19-16,0 20 16,0 17-1,0-45-15,9-1 16,1-18-16,8-37 31,1-27-31,0-20 0,0-17 16,9-10-1,0-9-15,0-9 16,10-28 0,19-37-16,-10 19 15,-10 9-15,-18 27 16,0 1-1,0 18-15,-1 9 16,11 19 0,8 18-16,1 0 15,0-18 1,-1-10-16,1-18 16,9-18-16,19-19 15,-10-19 1,1-8-16,-10-10 15,9-28 1,-18-8-16,-10 8 16,-9-27-16,-19-19 15,-10 37 1,-8 10-16,-1-1 16,9 19-1,1 28-15,-1 18 16,1 9-1,0 1-15,-1 8 16,1 10-16,-1 0 16,1-1-1,9 10-15,0 0 16,-9 10 0,-1 27-16,1 36 15,9 57-15,-10 73 16,-8-19-1,-11 47-15,20-83 16,18-28 0,10-28-16,9-18 15,-9-19-15,0-18 16,0-9 0,0-10-16,-1-8 15,-18-10 1</inkml:trace>
  <inkml:trace contextRef="#ctx0" brushRef="#br0" timeOffset="9867.67">30678 3526 0,'0'0'0,"0"0"16,18 0-16,58 0 16,149-19-1,20-8-15,47 8 16,-67 1 0,-55 8-16,-86 1 15,-37 9-15,-47 0 16</inkml:trace>
  <inkml:trace contextRef="#ctx0" brushRef="#br0" timeOffset="17966.91">6105 6230 0,'0'0'0,"0"-9"0,0 0 15,0-1 1,0 10-16,0 0 16,0 19-16,10 45 15,9 84-15,28 92 16,28 37-1,0-65-15,19 47 16,-47-130 0,-9-28-16,0-27 15,-10-9 1,-9-28-16,9-19 16,-28-18-1</inkml:trace>
  <inkml:trace contextRef="#ctx0" brushRef="#br0" timeOffset="18872.22">6096 6304 0,'0'0'16,"9"-19"-16,29-36 16,56-37-16,28-28 15,29-37 1,28 0-16,-29 37 15,-9 9 1,-9 10-16,-29 27 16,-18 18-16,-19 20 15,9-1 1,1 18-16,-1 10 16,0 9-1,0 28-15,29 64 16,18 65-1,38 83-15,-38-37 16,1 37-16,-11-74 16,-17-28-16,-30-36 15,-18-28 1,-9-19 0,0 0-16,-10-18 15,-9-9-15,0-9 16,-10-1-1,0-9-15,1 0 16,-10 1-16,0-1 16,-10 9-1,-8 10 1,-20 9-16,-28 28 16,-19-10-16,-18 10 15,-1-10 1,-27 10-16,8-10 15,29 0-15,0 10 16,-19 9 0,1 0-16,-1-1 15,28-8 1,-9 0-16,0-10 16,19-9-1,-1-9-15,10 0 16,10-18-16,9-1 15,-9 0 1,8-8-16,11-1 16,-1 0-1,10-9-15,9 0 16,10 0-16,-1 0 16,10 0-1,0 0-15</inkml:trace>
  <inkml:trace contextRef="#ctx0" brushRef="#br0" timeOffset="20552.89">5042 5722 0,'0'0'0,"0"0"15,0-9 1,0 0-16,-9-10 16,9 10-1,0 9-15,0 0 16,0 0-1,0 0-15,9 9 16,10 10-16,19 36 16,-1 1-1,1-10-15,-10-9 16,1-10 0,-11-8-16,-8-10 15,-1-9 1,1 0-16,-1-9 15,0-19-15,1-18 16,-1 0 0,1 9-16,-1 9 15,0 10 1,1 9-16,18 9 16,10 0-1,-1 9-15,-8-9 16,-1 0-16,-9 0 15,-1-9 1,1-10-16,0-9 16,-10 1-16,1-1 15,-10 0 1,-10-9 0,-8-18-16,-11 9 15,11 9-15,-1 9 16,0 10-1,0-1-15,10 10 16,-1 0-16,10 0 16,0 9-1</inkml:trace>
  <inkml:trace contextRef="#ctx0" brushRef="#br0" timeOffset="21319.73">6011 5565 0,'0'0'0,"0"0"15,0 0 1,0 0-16,0 0 16,0 0-16,0 0 15,0 0 1,0-9-16,0-18 16,-9-10-1,0-19 1,-1-8-16,1 8 15,-10 1-15,0 18 16,0 9-16,0 10 16,10-1-1,0 10-15,-1 9 16,1 0 0,-1 9-16,1 19 15,9 27-15,9 1 16,10-10-1,0-9-15,0-9 16,0-10 0,-1 0-16,1-8 15,10-10-15,-11 0 16,11-10 0,-1-17-1,0-19-15,0 0 16,-9-1-16,-10 10 15,1 1 1,-10 8-16,0-9 16,0 0-1,-10 0-15,10 9 16,0 19-16,0 0 16,0 0-1,0 9-15,0 0 16,10 9-1,9 0-15,9 0 16,0 1-16,10-1 16,-10 0-1,0-9-15,-28 0 16</inkml:trace>
  <inkml:trace contextRef="#ctx0" brushRef="#br0" timeOffset="21503.96">6002 4403 0,'0'0'0,"0"0"0,0 0 15,0 0 1,0 0-16</inkml:trace>
  <inkml:trace contextRef="#ctx0" brushRef="#br0" timeOffset="23157.91">6623 4716 0,'0'0'0,"0"0"0,0 0 16,0 0-1,0 0 1,-10-9-16,10 9 16,-9-9-1,0 0-15,9 9 16,-10 0-16,10 0 15,-9 0-15,-1 0 16,10 0 0,-9 9-1,0 9-15,9 10 16,0 0-16,0-10 16,0 1-16,0-10 15,0 0 1,9 0-16,-9-9 15,0 0 1,9 0-16,1 0 16,-1-9-1,1 0-15,-1 0 16,-9-1-16,0-8 16,0 9-1,0-1-15,0 1 16,0 0-1,0 9-15,0 0 16,0 0 0,9 0-16,20 9 15,27 19 1,10 27-16,-10 10 16,-18-19-1,0 0-15,-20-18 16,-8 0-16,-1-1 15,-9 10-15,0-9 16,-9-10 0,-1 1-16,1-10 15,0 0 1,9-9-16,0 0 16,0 0-1,0-9-15,9-19 16,10-45-16,0-29 15,-10 0 1,-9-27-16,-9-55 16,-20 18-1,-8-19 1,-10 28-16,9 56 0,10 36 16,9 19-1,0 18-15,10 10 16,-1-1-1,1 10-15,9 9 16,0 0 0,0 9-16,0 28 15,19 55 1,19 19-16,9-9 16,0 8-1,0-8-15,-10-28 16,-9-10-16,-9-27 15,0-9 1,-9-10-16,-1-8 16,-9-10-1,0 0-15,0-19 16,-9-27-16,9 9 16,0 9-1,0 10-15,0 18 16,9 0-1,19 18-15,10 10 16,-1 0-16,10 0 16,-18-10-1,-1-9-15,-9-9 16,0-18-16,-1-10 16,1-27-1,-9-10-15,-20-27 16,-18-65-1,-19 28-15,0-1 16,0 1 0,9 28-16,10 36 15,9 28 1,0 9-16,1 10 16,8 9-16,1 9 15,-1 9 1,10 28-16,10 28 15,18-1-15,19 10 16,28 18 0,-9-9-16,9 0 15,-18-27 1,-10-10-16,-10-18 16,1-1-1,-10-8-15,-9-10 16,-9 0-1,-1 0-15,-9-9 16,0 0-16</inkml:trace>
  <inkml:trace contextRef="#ctx0" brushRef="#br0" timeOffset="23475.35">7197 4246 0,'0'0'0,"0"0"0,0 0 16,0 0 0,0 0-16,9-10 15,10-8 1,9-19-16,10 0 15,-1 0-15,1-9 16,-19 18 0,0 1-1,-1-1-15,1 10 16,0-1-16,-10 10 16,-9 9-1</inkml:trace>
  <inkml:trace contextRef="#ctx0" brushRef="#br0" timeOffset="24002.44">7441 3424 0,'0'0'0,"0"-9"15,-9 0-15,9 0 16,0 9-16,0 0 16,0 0-1,0 0-15,9 36 16,19 38-1,10 9-15,9 19 16,0-28 0,0-10-16,-19-18 15,-9-18-15,0-9 16,-10-10 0,1 0-16,-10-9 15,9-9 1,1-10-16,-1-18 15,1-9 1,8 9-16,-8 10 16,9 8-1,-10 10-15,0 9 16,10 9-16,0 0 16,0 19-16,0 9 15,-10 9 1,-9 0-16,0 1 15,-9-1 1,-1-9-16,1-10 16,-10-8-1,0-1-15,0-9 16,1-9-16,-1 0 31,0-9-31,10 0 0,-1 0 16,10 9-1</inkml:trace>
  <inkml:trace contextRef="#ctx0" brushRef="#br0" timeOffset="25181.52">8043 3756 0,'0'0'0,"0"0"16,0 0-16,0 0 16,0 0-1,0-9-15,10-9 16,-1-1-16,-9-8 16,0 8-1,10 1-15,-10 8 16,0 1-1,0 0-15,0 9 16,0 0 0,0 0-16,0 9 15,0 19-15,0 9 16,9 27 0,19-8-16,0-1 15,1-9 1,8-18-16,-9-9 15,1-10-15,-1-9 32,0-19-32,-9-8 0,0-1 15,-10-9 1,1 0-16,-20-28 16,1 10-1,-19 9 1,-1 18-16,1 10 0,-10 9 15,1 9 1,9 9-16,9-9 16,9 0-16,1 0 15,9 0 1,0 0-16,9-9 16,10-19-1,28-18-15,-9 0 16,0-1-1,9 1-15,-10 9 16,-9 19 0,-9 9-16,9-1 15,1 20 1,-1 8-16,0 10 16,0 18-1,-9 9-15,0-9 16,-10-9-16,1-9 15,-10-9-15,0-10 16,0-9 0,0 0-16,0 0 15,9-37 1,1-9-16,-1-10 16,-9-8-1,0-1-15,0 10 16,0 18-1,0 9-15,0 19 16,0 9-16,0 0 16,0 9-1,0 19-15,0 27 16,9 10-16,20-1 16,-1-17-1,9-11-15,11-17 16,17-28-1,20-19-15,-10-9 16,-18 0 0,-1 0-16,-56 37 15</inkml:trace>
  <inkml:trace contextRef="#ctx0" brushRef="#br0" timeOffset="26704.38">9708 6036 0,'0'0'0,"19"-9"16,57-19-1,46-18-15,19-18 16,75-38-16,-28 19 16,95-9-1,-29 9-15,75-28 16,0 0 0,-37 28-16,28 9 15,47 0-15,-1 0 16,-17 1-1,-48-1-15,47 9 16,-10 19 0,-65 18-1,19 1-15,-1 8 0,-93 10 16,75-9 0,-85 18-16,19-10 15,-38 10 1,-28-9-16,10 0 15,-19-10 1,-38 10-16,0 0 16,-10-10-16,10 1 15,-18 9 1,-76 9 0</inkml:trace>
  <inkml:trace contextRef="#ctx0" brushRef="#br0" timeOffset="27592.59">16867 4190 0,'0'0'0,"0"0"0,0 0 16,57 83 0,-57-83-16,0 0 15,9 0 1,10 10 0,19-1-16,-1 0 15,10 0-15,-9 0 16,0 1-1,-10-1-15,0 0 16,-9 0 0,0 1-16,-10-1 15,1 0-15,-10 0 16,0 1 0,0-1-16,-10 9 15,-9 10 1,-9 18-16,-19 0 15,-9 10-15,-1 17 16,-9 29 0,10-19-16,-1-9 15,10-19 1,10-18-16,9-9 16,9-10-16,0-8 15,10-1 1,-1-9-16,10 0 15,0 0 1,0 0-16,0-9 16,0-10-16,0-18 15,10-27 1,-1-10-16,10-9 16,9-19-1,0 1-15,0 18 16,-9 27-1,-9 19-15,-1 10 16,-9 8 0,0 1-16,0 8 15,0 10-15,0 0 16,0 0 0,0 0-16,0 0 15</inkml:trace>
  <inkml:trace contextRef="#ctx0" brushRef="#br0" timeOffset="29440.25">9784 6101 0,'0'0'0</inkml:trace>
  <inkml:trace contextRef="#ctx0" brushRef="#br0" timeOffset="31023.26">9953 5999 0,'0'0'0,"0"0"0,0 0 16,0 0 0,-9 0-16,-10 10 15,0-1 1,-9 0-16,-10 9 15,1 1-15,-11 9 16,1-1 0,-9 10-1,-19 0-15,18-9 16,1 9-16,9-10 16,0 1-16,9-9 15,-9 8 1,9-8-16,1-1 15,-1 1 1,1-1-16,8-9 16,1 1-1,0-1-15,9 0 16,0-9-16,10 0 16,-1 0-1,1 0-15,0 0 16,9 0-1,0 0-15</inkml:trace>
  <inkml:trace contextRef="#ctx0" brushRef="#br0" timeOffset="35826.11">16792 4126 0,'0'0'0,"0"0"0,0 0 15,0 0 1,0 0-16,0 0 16,0 0-16,0 9 15,-9 9 1,-1 10-16,1 9 15,0 18 1,-1 10-16,1 0 16,-1-1-1,1 1-15,0-10 16,-1 1-16,1-10 16,-1 0-1,1 0-15,0-9 16,-1 0-1,1 0-15,-1 0 16,1-10-16,-1 1 16,1-10-1,0 1-15,9-10 16,-10 0 0,10 1-16,0-10 15,0 0-15,0 0 16,0 0-1,0 9-15,0 0 16,0-9 0,0 0-16,0 0 15,0 0-15,0 0 16,10 0 0,-1 0-16,19-9 15,1 0 1,8-19-1,10-9-15,0-9 0,0 0 16,10 0 0,9-10-1,-1 1-15,-8 9 16,-1 0-16,-9 9 16,0-10-1,-9 20-15,-10-1 16,0 10-1,-9-1-15,0 10 16,-10 0-16,1-1 16,-1 1-1,1 0-15,-1 0 16,-9 9 0,10-9-16,-10 9 15,0 0 1,0 0-16,0 0 15,0-10-15,0 1 16,-10 0 0,1 0-16,-10-10 15,-9 1 1,-19-1-16,-10 1 16,-9-1-1,0 10-15,19 0 16,0 9-16,10 0 15,-1-9-15,1 9 16,8 0 0,1 0-1,0 9 1,28-9-16</inkml:trace>
  <inkml:trace contextRef="#ctx0" brushRef="#br0" timeOffset="46743.84">23246 7550 0,'0'0'0,"0"0"15,0 9-15,9 28 16,1 9-1,-1 10-15,10-10 16,0-19 0,9-8-16,38-28 15,37-38 1,66-109-16,-37 45 16,-19 18-16,-38 29 15,-75 64 1</inkml:trace>
  <inkml:trace contextRef="#ctx0" brushRef="#br0" timeOffset="47041.86">23650 7587 0,'0'0'0,"0"0"0,0 0 16,0 9 0,10 19-16,-1-1 15,10 1-15,37 0 16,67-28-1,112-93-15,113-100 16,-160 91 0</inkml:trace>
  <inkml:trace contextRef="#ctx0" brushRef="#br0" timeOffset="66287.81">19464 12395 0,'0'0'0,"0"0"0,0 0 16,0 0-1,0 0-15,0 10 16,0 45 0,9 74-1,20 130-15,8 82 16,-9 10-16,1 0 15,-1-10 1,9 28-16,-8-73 16,-1-66-1,10 29-15,-20-93 16,1 28-16,0-28 16,-10-46-1,1-19-15,-1-8 16,1-56-16,-1-19 15,-9-18 1,0 0-16</inkml:trace>
  <inkml:trace contextRef="#ctx0" brushRef="#br0" timeOffset="67774.02">19426 12386 0,'0'0'0,"0"0"0,0 0 16,0 0-16,10 0 15,27 9 1,39-18-16,102-28 16,10 0-1,95-18-15,-58 9 16,77-28 0,-1-18-16,18-28 15,39 0 1,18 9-16,-103 19 15,-10-1-15,10 10 16,-75 37 0,65-9-16,-75 9 15,66-10 1,-94 10-16,66 0 16,-66 0-16,-38 9 15,19 0 1,-37 0-16,-10 9 15,-28 10 1,-10-1-16,1 10 16,9 0-16,-10 0 15,0 0 1,-9 9-16,-18 0 16,-1 0-1,0 0-15,0 18 16,10 37-1,-10 65-15,-9 93 16,-10 100-16,-18 38 16,0 0-1,18-74-15,10 18 16,0-18 0,-1-83-16,-8 27 15,-1-55-15,1-27 16,8 27-1,-8-46-15,-1-37 16,1-9 0,-10 9-16,0-18 15,-10 8-15,1-17 16,-1-19 0,1 0-16,0-10 15,-10 1 1,0 0-16,-28-1 15,-19 1 1,-19 0-16,-18 9 16,-48 0-16,-37 0 15,10-1 1,-48 11-16,47-1 16,-84 18-1,93-8-15,-102-1 16,93 10-1,-75 18-15,56-9 16,-28 9-16,57-19 16,-10 1-1,-18 0-15,65-19 16,-37 18 0,-1-8-16,39-1 15,-1-9-15,-9-9 16,37-9-1,-8 0-15,-1-1 16,0-8 0,38-10-16,9 9 15,9-8 1,-9-1 0,10 9-16,-10-9 15,19 1-15,9-1 16,1 0-16,9 0 15,-1-9 1,11 0-16,-1 10 16,0-1-1,9-9-15,-8 9 16,8-9-16,-9 9 16,1 1-1,-1-1-15,0 0 16,0 0-1,10-9-15,-1 0 16,10 0-16</inkml:trace>
  <inkml:trace contextRef="#ctx0" brushRef="#br0" timeOffset="68542.94">26444 11814 0,'0'0'0,"0"0"0,0 0 16,0 0-1,0 0 1,10 55-16,8 56 16,11 148-16,-20-1 15,-18 83 1,18-156-16,0-56 15,1-55-15,-1-19 16,1-18 0,-10-37-1</inkml:trace>
  <inkml:trace contextRef="#ctx0" brushRef="#br0" timeOffset="69072.23">26397 12100 0,'0'0'0,"10"-18"16,8-19-16,48-28 15,38-18 1,-29 37-16,-9 18 15,0 19-15,-10 18 16,-9 19-16,-9 18 16,-19 19-1,-10-1-15,-18 1 16,-1-28 0,1 0-16,9 0 15,0-19 1,19 1-16,9-1 15,28 10 1,1-1-16,-1 29 16,-9 8-1,-19 1-15,-9 9 16,-9 37-16,-29-10 16,-9-27-1,-48 0-15,-18-10 16,19-18-1,0-9-15,-10 0 16,19-18 0,19-10-16,19 0 15,9 0-15,19-9 16</inkml:trace>
  <inkml:trace contextRef="#ctx0" brushRef="#br0" timeOffset="69631.39">27780 12349 0,'0'0'0,"0"0"16,0-9 0,-9-9-16,9 8 15,0 1 1,-10 0-16,1 0 31,9 9-31,-19 9 0,-9 28 16,-10 46-1,10 9-15,9 19 16,10 0 0,18-37-16,1-19 15,8-18-15,1-9 16,0-10 0,9-9-16,10-18 15,18-19-15,10-18 16,-9-9-1,-10-1-15,-19-8 16,-19-29 0,-18 1-16,-19 18 15,-1 28-15,-8 9 16,-1 19 0,10 9-1,-10 9-15,10 9 16,28-9-16</inkml:trace>
  <inkml:trace contextRef="#ctx0" brushRef="#br0" timeOffset="70206.14">28147 12035 0,'0'0'0,"0"0"16,19 0-1,9 10-15,10 17 16,9 20-16,9 36 16,-18 18-1,-10-9-15,-28 1 16,-19-19 0,0-1-16,1-26 15,-1-11-15,9-17 16,1-10-1,-1 0-15,10-9 16,0 0 0,0-18-1,10-19-15,28-18 0,27-38 16,-8 10 0,-10 9-1,-19 19-15,0 0 16,1-1-16,-11-8 15,-8 8 1,-1 1-16,-9 18 16,0 9-16,0 19 15,-9 0 1,-1 9-16,-8 28 16,-11 18-1,10 28-15,1 27 16,18 10-16,18-28 15,11-28 1,8-9-16,67 1 16,37-29-1,56-18-15,10-28 16,29 1 0</inkml:trace>
  <inkml:trace contextRef="#ctx0" brushRef="#br0" timeOffset="71481.1">9567 14407 0,'0'0'0,"0"0"16,0 0-16,19 56 15,28 101 1,19 138-1,19 19-15,-1-28 16,-18-83-16,-19-55 16,-19-47-1,-18-18-15,-1-18 16,-9-28-16,0-9 16,10-10-1,-10-18 1</inkml:trace>
  <inkml:trace contextRef="#ctx0" brushRef="#br0" timeOffset="72371.64">9614 14472 0,'0'0'0,"0"0"15,10-9 1,18-19 0,66-36-16,75-56 15,-27 18-15,74-9 16,-56 37-16,28-9 15,-9 0 1,-57 28 0,-9 9-16,-10 9 15,-18 9-15,-10 10 16,-18 9-16,9 18 16,-1 9-1,30 47 1,17 64-16,20 111 15,-38 18-15,-9 38 16,-10-56-16,-9-83 16,-19-56-1,0-27 1,-9 9-16,-10-18 16,0-1-16,-18-18 15,-1 1 1,-9-20-16,0 1 15,0 0 1,-9-10-16,-10 10 16,-19-1-16,-28 1 15,-9 0-15,-10 0 16,-46 18 0,-29 9-1,9 0-15,-56 10 16,38-10-16,0 1 15,-20-10 1,58-9-16,-39 18 16,29-9-1,19 10-15,9-10 16,19-18 0,9-10-16,29-9 15,18 1-15,10-10 16,0 0-1,18 0-15,1 0 16,9 0-16,0 0 16,0 0-1,0 0-15,0 0 16,9-19 0,1-9-16,9-18 15,-1-28-15,-18 74 16</inkml:trace>
  <inkml:trace contextRef="#ctx0" brushRef="#br0" timeOffset="73496.39">6689 15026 0,'0'0'0,"-10"-9"15,1-1 1,-1 1-16,10 9 15,0 0 1,19 37-16,47 46 16,19 46-1,9 47-15,-38-65 16,-27-47-16,-1 1 16,-9-19-1,-10-18-15,0-10 16,-9-18-1</inkml:trace>
  <inkml:trace contextRef="#ctx0" brushRef="#br0" timeOffset="73894.28">6529 15072 0,'0'0'0,"0"-9"0,0-10 16,9-8-16,10-20 15,19 1 1,37 0-16,19 28 16,-19 18-16,-9 27 15,0 38 1,-28 9 0,-20-19-16,-18-9 15,0-9-15,0-9 16,0-10-1,0-8-15,0-10 16</inkml:trace>
  <inkml:trace contextRef="#ctx0" brushRef="#br0" timeOffset="74240">6745 14020 0,'0'0'0,"0"0"0,0 0 16,10 0 0,18 28-16,28 45 15,10 20 1,0 8-1,9 47-15,0-28 16,-18-37-16,-1-9 16,-9-19-16,-18-18 15,-1-18 1,0-10-16,0-9 16,19-19-1,10-18-15,-57 37 16</inkml:trace>
  <inkml:trace contextRef="#ctx0" brushRef="#br0" timeOffset="74933.22">7771 14278 0,'0'0'0,"0"-18"15,-10-10-15,1 0 16,-10 1 0,0 8-16,0 10 15,0 0 1,1 0-16,-1 9 15,-9 9 1,9 19-16,0 8 16,0 11-16,10 17 15,9 1 1,9 9-16,10-19 16,0-18-16,0-9 15,-10-19 1,10 0-16,0-9 15,-1-9 1,1-19-16,0 0 16,0-8-16,-10-11 31,1 1-31,-10 0 0,0 0 16,0 9-1,0 9-15,0 10 16,0 9-1,0-1-15,0 10 16,0 0 0,9 10-16,10-1 15,9 0-15,0 0 16,1 1 0,-11-10-16,11 0 15,-1-10 1,0-17-16,-9-10 15,0-9-15,-10 9 16,-9-9 0,0-1-16,0 10 15,0 10 1,0 8-16,0 10 16,10 0-16,-1 9 15,10 0 1,18 9-1,10 10-15,0-1 16,-9-9-16,-10 0 16,-28-9-16</inkml:trace>
  <inkml:trace contextRef="#ctx0" brushRef="#br0" timeOffset="75111.58">7771 13457 0,'0'0'0,"0"0"16,0 0 0,0 0-16</inkml:trace>
  <inkml:trace contextRef="#ctx0" brushRef="#br0" timeOffset="75523.72">8184 13374 0,'0'0'0,"0"0"0,10 9 15,9 19 1,9 18-16,10 28 16,9 27-16,-10-27 15,-9-19 1,-9-18-16,-9-18 16,-1-10-1,-9-9-15,0 0 16,0 0-16,0-18 15,0-29 1,0-8-16,0 0 16,0 9-1,0 18-15,0 0 16,9 19-16,10 0 16,9 9-1,20 0-15,-1 9 16,9 0-1,0 0-15,-56-9 16</inkml:trace>
  <inkml:trace contextRef="#ctx0" brushRef="#br0" timeOffset="76047.03">8533 12617 0,'0'0'0,"0"0"0,9 9 15,29 19 1,27 36-16,11 38 16,-10-10-1,-1 28 1,-8-27-16,-20-38 0,-18-18 15,0-9 1,-10-19-16,1 0 16,-10-9-16,0 0 31,9-28-31,10-18 16,0-18-16,0 17 15,0 10-15,-1 10 16,1 8-1,0 19 1,9 0-16,0 10 16,10 8-16,-10 0 15,-9 10-15,-9 9 16,-10 9 0,-10 0-16,-9 10 15,-9-19 1,0-10-16,-10 1 15,10-9-15,0-10 16,9 0 0,19-9-1</inkml:trace>
  <inkml:trace contextRef="#ctx0" brushRef="#br0" timeOffset="77108.53">9661 12598 0,'0'0'0,"0"0"16,0 0-1,0 0-15,0 0 16,-9 10-16,0-1 16,-1 9-1,-9 19-15,10 19 16,0 8 0,9-8-16,9-10 15,10 0 1,0-18-16,-1-1 15,-8-8-15,9-10 16,-10-9 0,10 0-16,0-9 15,-1-10 1,1-8-16,-9-10 16,-10-19-16,-10 1 15,-9 9 1,1 18-16,-1 0 15,-19 10 1,1 9-16,-1 0 16,10-1-1,9 10-15,10 0 16,-1 0-16,10 0 16,0 0-1,10-18-15,18-19 16,0 0-1,10-18-15,9-1 16,0 10 0,0 9-16,9 10 15,1 8-15,-10 19 16,-10 9 0,1 19-16,0 18 15,-20 0 1,-8 0-16,-1 10 15,-9-1-15,0-18 32,0-9-32,0-10 0,0-9 15,0-9 1,0 0-16,0-9 16,0-18-16,10-29 31,8-45-31,-8-10 0,-1 37 15,1 9 1,-1 1-16,-9-1 16,0 10-1,0 27-15,0 10 16,0 18-16,0 0 16,0 9-1,-9 19-15,9 36 16,18 19-1,1 0-15,19-18 16,18-19 0,20-9-16,-11-28 15,29-27-15,38-28 16,0-28 0,-19 18-16,0-8 15,-113 64 1</inkml:trace>
  <inkml:trace contextRef="#ctx0" brushRef="#br0" timeOffset="196293.03">20169 5399 0,'0'0'0,"0"0"0,19 28 16,10 9-16,8 9 16,10 9-16,-9-18 15,-1-18 1,20-28-1,65-47-15,76-82 16,-67 18-16,-27 28 16,-104 92-1</inkml:trace>
  <inkml:trace contextRef="#ctx0" brushRef="#br0" timeOffset="196659.51">20518 5279 0,'0'0'0,"9"19"15,0 36 1,10 19-16,9 0 16,10-19-16,0-27 31,28-19-31,56-64 0,198-157 15,-38 36 1,47-18-16,-141 84 16</inkml:trace>
  <inkml:trace contextRef="#ctx0" brushRef="#br0" timeOffset="206563.66">19981 5122 0,'0'0'0,"0"0"0,0 19 16,0 64 0,19 28-16,0-37 15,0-19-15,0-18 16,-1-19 0,29-18-16,76-55 15,37-83 1,37-38-16,1-8 15,-95 91 1,-27 38-16,-20 18 16,-9 18-16,-47 19 15</inkml:trace>
  <inkml:trace contextRef="#ctx0" brushRef="#br0" timeOffset="206884.57">20555 5030 0,'0'0'0,"0"19"0,19 54 16,9 47-1,10-18 1,-1-37-16,11-29 16,27-26-16,104-84 15,122-111 1,75-55-16,-207 130 15</inkml:trace>
  <inkml:trace contextRef="#ctx0" brushRef="#br0" timeOffset="208043.13">16999 2723 0,'0'-9'0,"0"-10"0,-9-9 16,9 1 0,0 8-16,0 10 15,0 9 1,0 9-16,19 65 16,18 74-1,20 64 1,-10-83-16,0-27 15,0-10-15,-19-37 16,0-8-16,-28-47 16</inkml:trace>
  <inkml:trace contextRef="#ctx0" brushRef="#br0" timeOffset="209226.53">17498 2427 0,'0'0'0,"0"0"0,0 0 15,-10 19 1,1 9-16,0 27 15,-1 10 1,1 8-16,9-17 16,0-10-16,0-9 15,9 0 1,1-10 0,-1-8-16,0-1 15,10-8-15,0-1 16,9-9-16,0-9 15,1-1 1,-1-8-16,-9-1 16,0-17-1,-1-1 1,-8 0-16,-1 0 0,-9 0 16,-9 0-1,-10 9-15,-9 1 16,-10 8-1,0 1 1,10 8-16,0 1 16,9 9-16,10 0 15,-1-9-15,10 9 16,0-9 0,19-10-1,28-18-15,10-9 16,9 0-16,-19 9 15,0 0 1,-10 9-16,-18 19 16,-10 0-16,1 9 15,-1 9 1,1 10-16,-1 18 16,0 18-1,1 19-15,-1-10 16,1-8-1,9-19-15,-10-10 16,0-8-16,10-10 16,0-9-1,9-18-15,0-10 16,-9 0 0,0-9-16,-10 0 15,-9-9-15,-18 0 16,-11 9-1,-8 10-15,-1 8 16,1 10 0,-1 9-16,10 0 15,9 0 1,9-9 0,1-1-16,9-27 15,28-18-15,48-37 16,27-19-16,-18 0 15,-29 28 1,-9 9-16,-9 28 16,-19 9-16,-10 10 15,0 8 1,1 10 0,-10 9-16,0 0 15,0 0-15,0 0 16,9 55-1,10 56-15,28 9 16,0-9-16,0 0 16,-9-28-1,-10-37-15,0 0 16,-9-18-16,0-10 16,-19-18-1</inkml:trace>
  <inkml:trace contextRef="#ctx0" brushRef="#br0" timeOffset="210893.13">6538 6572 0,'0'0'0,"0"9"0,10 37 16,8 28-1,20 46-15,28 64 16,9-36 0,-9-28-16,-10-19 15,-18-36-15,-10-19 16,-9-27-1,-19-19-15</inkml:trace>
  <inkml:trace contextRef="#ctx0" brushRef="#br0" timeOffset="211802.21">6980 6525 0,'0'0'0,"0"0"16,0 28-1,0 37-15,10-1 16,-1 1-16,10 18 15,9 0 1,0-18-16,1-19 16,-1-19-1,-19-17-15,1-1 16,-1-9-16,0-9 16,1-10-1,-1-8-15,-9-10 16,0-10-1,-9-8-15,-10 9 16,0 9-16,0 9 16,1 10-1,-1 9-15,-19 9 16,10 9 0,0 0-16,9 0 15,0-9 1,10 0-16,9 0 15,0-9-15,9-28 16,10-27 0,9 8-16,0 1 15,10-1-15,-10 10 16,0 9 0,-9 10-1,0 8-15,-10 10 16,1 9-1,-1 0-15,10 9 16,0 19-16,19 18 16,-1 9-1,1 19-15,-10-9 16,-9-28-16,0-10 16,-1-8-1,1-10-15,0-9 16,0-18-1,0-10-15,-10-18 16,-9 0 0,0-10-16,-9-8 15,-10 8-15,-9 19 16,-10 19 0,-18 18-16,-1 9 15,1 10 1,9-1-16,18 1 15,11-1-15,8-9 16,10 1 0,0-10-16</inkml:trace>
  <inkml:trace contextRef="#ctx0" brushRef="#br0" timeOffset="212156.58">7422 5778 0,'0'0'0,"0"0"16,0 0-16,0 9 15,10 19 1,9 18-16,9 28 16,28 46-1,-9-10-15,-9-27 16,-10-18 0,0-19-16,-9 0 15,-9-18-15,-1 0 16,0-10-1,-9-18-15</inkml:trace>
  <inkml:trace contextRef="#ctx0" brushRef="#br0" timeOffset="-213225.28">10179 14980 0,'0'0'0,"0"0"15,0 0-15,0 0 16,0 0-16,0 0 15,0 0 1,19 27-16,46 56 16,30 56-1,17 64-15,-55-92 16,-19-37-16,-1-1 16,-9-8-1,1-19-15,-11-9 16,1-18-1,0-10-15,-19-9 16</inkml:trace>
  <inkml:trace contextRef="#ctx0" brushRef="#br0" timeOffset="-212200.1">10574 14860 0,'0'0'0,"0"0"16,0 0-16,0 0 16,0 0-1,0 0-15,0 0 16,0 18-16,0 28 15,19 37 1,9-9-16,10 0 16,9-9-16,0-1 31,0-18-31,0-9 0,-10-9 16,-8-9-1,-1-10-15,-9-9 16,-1 0-1,1-19-15,0 1 16,0-10-16,0-18 16,0-9-1,-10 8-15,-9-8 16,0 0 0,0 9-16,-9 9 15,-1 9 1,-9 0-16,0 1 15,-9 8 1,-9 1-16,-10-1 16,9 10-16,0 0 15,1 9 1,8 0-16,11 0 16,8 0-16,1 0 15,9 0 1,0 0-16,0 0 15,9-19 1,19-8-16,10-20 16,0 1-1,-10 9-15,0 0 16,-9 10-16,0 8 16,-10 10-1,1 9-15,-1 0 16,0 19-1,10 17-15,0 11 16,9 8 0,1 10-16,-1-1 15,0-8-15,0-20 16,-9-8 0,0-9-16,0-10 15,-1-9 1,1-9-16,-9-1 15,-1-17-15,-9-1 16,-9-9 0,-10-18-1,-9-19-15,-10 9 16,10 19-16,0 9 16,-1 19-1,-8 9-15,-1 9 16,0 9-1,1 9-15,9 1 16,9 8-16,19 1 16,0-28-1</inkml:trace>
  <inkml:trace contextRef="#ctx0" brushRef="#br0" timeOffset="-211858.77">11176 14075 0,'0'0'0,"0"0"0,0 0 16,0 0-1,0 0-15,0 0 16,0 9 0,28 38-16,29 45 15,27 46 1,1 28-16,-29-73 16,1-19-16,-10-19 15,-9-18 1,-10-9-1,0-10-15,-28-18 16</inkml:trace>
  <inkml:trace contextRef="#ctx0" brushRef="#br0" timeOffset="-191314.23">11938 13614 0,'0'0'0,"0"0"0,0 0 16,0 0-16,-9 9 15,9 0 1,-10 0-16,10 1 16,0-1-1,0 0-15,0 0 16,0-9-16,0 0 15,0 0 1,19-18-16,9-19 16,29-28-1,37-45-15,19-29 16,-38 38 0,10-10-16,27-46 15,11 0 1,-20 19-16,10-29 15,19 11-15,9-20 16,-28 19 0,0 19-16,28-37 15,-9 8-15,-1 10 16,29-27 0,-28 36-16,-29 28 15,10-18 1,10-1-16,-20 19 15,10-27-15,0 8 16,0 10 0,0 9-16,-10-9 15,-9 9 1,10 18-16,-1 1 16,-9-10-1,-9 9-15,9 1 16,28-19-1,-9-9-15,0 18 16,9 9 0,1-8-16,-29 8 15,-10 10-15,-8 9 16,27-9 0,10-19-16,-19 9 15,-19 10 1,-9 9-16,19 0 15,9-9-15,-19 8 16,-18 20-16,-10 8 16,-10 1-1,1 9-15,9-9 16,0 8 0,0 1-1,-9 0-15,-1 9 16,1-9-16,-10 18 15,-9 10-15,0-1 16,-10 10 0,1 0-16,-1 0 15,-9 9 1,0 0-16,0 0 16,0 0-1,-9-9-15,-10 9 16,-10 0-1,-18 0-15,0 0 16,-9 0-16,-10 0 16,-19 9-1,-18 0-15,28-9 16,18 0 0,20 0-16,8 0 15,11 0 1,-1 0-16,9 0 15,10 0 1,0 0-16,0 0 16,0 0-16,0 0 15,0 9 1,0 0-16,10 10 16,9 18-16,-1 9 15,11 9 1,-1 10-1,0 18-15,0 19 0,-9-19 16,0-10 0,0 1-16,-10-9 15,1 9 1,8-10-16,-8-17 16,-1-11-1,1 1-15,-1-9 16,0-10-1,1 1-15,-10-10 16,0 0 0,9 1-16,-9-10 15,0 0-15,0 0 16,10 0 0,8-19-16,1-18 15,9-18 1,1 0-16,-1-10 15,10-9-15,-1-9 16,1 9 0,-1-9-16,-8 18 15,-1 1 1,0-1-16,0 1 16,-9-1-1,0 10-15,0 9 16,0 9-16,-10 9 15,0 9 1,1 10-16,-10 9 16,0 0-16</inkml:trace>
  <inkml:trace contextRef="#ctx0" brushRef="#br0" timeOffset="-180551.29">6171 12322 0,'0'0'0,"0"0"0,0 0 16,0 0-16,19 18 16,38 28-1,18 28-15,0 0 16,0 18-1,-18-9-15,-20-27 16,1-10-16,-19-19 16,-10-8-1,1-10-15,-10-9 16</inkml:trace>
  <inkml:trace contextRef="#ctx0" brushRef="#br0" timeOffset="-180108.33">6162 12312 0,'0'0'0,"0"-9"16,9-9-1,10-10-15,19-18 16,18-10-16,1 10 15,-1 9 1,-9 28-16,0 18 16,-9 1-16,-1 8 31,1 10-31,-10-1 0,-9-8 16,-10-10-1,1 0-15,9-9 16,18 0-1,1-9-15,18 9 16,-9 9-16,10 19 16,-1 46-1,-9 37-15,-28-19 16,-19 28 0,-9-9-1,-1-19-15,1-37 0,-10-18 16,0-9-1,19-28-15</inkml:trace>
  <inkml:trace contextRef="#ctx0" brushRef="#br0" timeOffset="-179594.04">7159 11915 0,'0'0'0,"0"0"15,0 0-15,0 10 16,0 17-16,0 10 15,0 9 1,9 19 0,10 18-16,9 0 15,1-18-15,-1-10 16,0-18 0,-9-18-16,-10-10 15,1-9-15,-1-9 16,10-19-1,-10-9-15,-9 0 16,0 0 0,-9 0-16,-10-9 15,0 0-15,1 9 16,-11 0 0,1 19-16,0-1 15,0 10 1,9 9-16,0 0 15,0 9 1,19-9-16</inkml:trace>
  <inkml:trace contextRef="#ctx0" brushRef="#br0" timeOffset="-179076.37">7375 11768 0,'0'0'0,"10"0"16,9-9-1,9-1-15,9 10 16,20 19 0,-1 27-16,-9 37 15,-18 0 1,-20-28-16,-9-18 15,0-9-15,0-9 16,0-1 0,0-9-16,0-9 15,0 0-15,0-37 16,0-46 0,0-9-16,-9 0 15,-1 18 1,1-9-1,-1 27-15,1 19 0,0 10 16,-1 18 0,10 9-16,-9 18 15,-1 19 1,20 55-16,18 10 16,10-28-1,9-28-15,9-28 16,10-18-16,56-37 15,1-9 1,-39 0-16,-84 46 16</inkml:trace>
  <inkml:trace contextRef="#ctx0" brushRef="#br0" timeOffset="-178357.98">7422 10845 0,'-18'-9'0,"-48"-1"16,-38 20-16,-18 17 16,-66 29-1,0 54-15,0 29 16,-29 45-1,38 29-15,-18 27 16,46-10-16,48 47 16,46-55-1,39 55-15,27-83 16,29-1 0,9-63-16,28-20 15,38 1 1,0-28-16,37-27 15,20-29-15,8-45 16,76-38-16,-56 1 16,37-19-1,-37-18-15,27-56 16,-74 19 0,28-56-16,-19 1 15,-48 27 1,-8-46-16,-29 37 15,0-28 1,-37 28-16,-28-56 16,-39 56-16,-27-46 15,-19 18 1,-76 37-16,-28 19 16,-103 36-1,-132 111-15,-103 139 16,-66 277-16,498-370 15</inkml:trace>
  <inkml:trace contextRef="#ctx0" brushRef="#br0" timeOffset="-175445.38">3020 4652 0,'0'0'0,"0"0"0,0 0 0,0 0 15,0 0-15,0 0 16,0 0-1,0 0 1,0 0-16,9 9 16,19 37-16,57 83 15,0 1 1,-1 17-16,-8 1 16,-20-56-16,-9-27 15,-9-19 1,-10-9-16,-9-19 15,-10 1 1,1-10-16,-1-9 16,-9 0-16</inkml:trace>
  <inkml:trace contextRef="#ctx0" brushRef="#br0" timeOffset="-174886.04">3123 4919 0,'0'0'15,"0"0"-15,0-18 0,-9-19 16,9 0-1,0-18-15,19-28 16,9-19 0,19 1-16,-9 45 15,-1 29-15,-9 17 16,1 29 0,18 27-16,0 28 15,-10 9 1,-8 9-16,-20-27 15,0-28-15,1-19 32,-1-9-32,19-9 15,19-18-15,0-1 16,1 1-16,-1 18 16,0 18-1,9 38 1,-9 18-16,-19-1 15,-9 38-15,-28 0 16,-10-19 0,0-27-16,-9-19 15,9-18 1,0-1-16,0-17 16,10-10-16,0-10 15,9 10-15</inkml:trace>
  <inkml:trace contextRef="#ctx0" brushRef="#br0" timeOffset="-173974.28">3970 4818 0,'0'0'0,"9"-19"15,1 1 1,-1-10-16,10-9 16,0 10-16,-10-1 15,1 10 1,-1-1-16,-9 19 15,0 0-15,0 0 16,0 0 0,9 28-16,10 18 15,9 28 1,1-10-16,-11-27 16,1-9-1,0-10 1,0-8-16,0-10 0,0-19 31,-1-18-31,-8 0 0,-10-9 16,-10-18-1,-8-1 1,-1 10-16,-9 18 16,-1 18-16,1 19 15,0 9-15,0 10 16,18-1-1,1 1-15,9-10 16,0-9 0,75-46-16,-75 37 15,9-28 1,10-28-16,0 1 16,0 8-1,0 10-15,9 0 16,0 9-16,10 0 15,18 9 1,10 19-16,-9 18 16,-1 19-1,-9 9-15,0 28 16,-19-10-16,-9-9 16,-9-9-1,-10-19-15,0 1 16,0-10-16,0-9 15,-10-18 1,1-19-16,-10-46 16,-9-47-1,9 20-15,0 27 16,10 27 0,-1 19-16,1 19 15,-1 9 1,10 9-16,0 9 15,10 56-15,18 18 16,10-10 0,9-17-16,9-19 15,38-19-15,10-27 16,-29-19 0,-9-27-16,-10-28 15,-28 9 1,-9 9-1,-9 10-15,-10 55 16</inkml:trace>
  <inkml:trace contextRef="#ctx0" brushRef="#br0" timeOffset="-173368.51">4657 3073 0,'0'0'0,"0"0"16,0 0-16,9 28 15,19 37-15,19 36 16,38 65-1,-10-27-15,-9-47 16,-19-36 0,-28-29-16,0-8 15,-10-10 1,1-9-16,-1-9 16,0-37-16,1-47 15,-1 29 1,1 8-16,-1 29 15,0 8 1,1 19-16,18 9 16,19 19-1,10 9-15,8-19 16,-18-8-16,-9-20 16,0-8-16,-1-19 15,-8-9 1,-11-19-16,-18-45 15,-18-1 1,-20 9-16,-19 10 16,1 27-1,9 19-15,9 19 16,10 8 0,-9 10-16,-1 9 15,10 9-15,28-9 16</inkml:trace>
  <inkml:trace contextRef="#ctx0" brushRef="#br0" timeOffset="-172565.97">5964 3064 0,'0'0'0,"0"0"15,0 0 1,0 0 0,0 9-16,10 1 15,-1-1-15,-9-9 16,0 0 0,0-9-16,0-10 15,-9-18 1,-1-18-16,1 0 15,-1 8-15,1 11 16,0 8-16,-1 9 16,-9 10-1,10 9 1,0 0-16,-10 19 16,0 8-16,10 1 15,9 9 1,9 0-16,10 0 15,9 0 1,0-10-16,0-8 16,1-10-1,-10-9-15,9-9 16,0-10-16,0 1 16,0-10-1,1-9-15,-11-18 16,1 0-1,-9-10-15,8 10 16,-8 18-16,-10 9 16,0 9-1,0 10-15,0 9 16,0 0 0,19 9-1,18 10-15,10 9 0,0 9 16,-18-19-1,-1 0-15,-9-8 16,-1-10-16,1-10 16,-19 10-1</inkml:trace>
  <inkml:trace contextRef="#ctx0" brushRef="#br0" timeOffset="-172421.47">6058 1966 0,'0'0'0,"-9"0"0,0 0 16,-10 9 0,9 0-16,1 10 15,9-19 1</inkml:trace>
  <inkml:trace contextRef="#ctx0" brushRef="#br0" timeOffset="-172298.21">6472 2123 0,'0'0'0,"0"0"0,29 18 16,-29-18 0</inkml:trace>
  <inkml:trace contextRef="#ctx0" brushRef="#br0" timeOffset="-171335.81">6802 2335 0,'0'0'0,"0"-18"16,-10-10-16,1-9 16,-10 9-16,0 1 15,0-1-15,0 0 16,1 10-1,-1 9-15,0-1 16,10 10 0,-1 0-16,-9 10 15,1 27 1,-1 18-16,9 19 16,1 0-16,18-1 15,1-26 1,-1-11-16,1-17 15,-1-10 1,0-9-16,1-9 16,9-19-1,9-9-15,0 0 16,0 10 0,1 8-16,-1 19 15,0 9 1,10 19-16,-1 37 15,1 46-15,-10-19 16,-19-28 0,-9-8-16,0-19 15,0-10 1,0-8-16,-9-10 16,9-9-16,0 0 15,0 0 1,0-37-16,9-55 15,1-28 1,-10-46-16,-10-47 16,-18-26-16,0 26 15,-10 56 1,-9 10-16,10 36 16,9 37-1,-1 28-15,10 18 16,10 10-16,9 18 15,-9 9 1,-1 56-16,20 45 16,37 66-16,9-19 15,1-47 1,-10-27-16,-10-9 16,-9-18-1,-18-29-15,-1 1 16,1-19-1,-10-9-15,9-9 16,1-9 0,8-10-16,1-18 15,0 9-15,9 9 16,0 19 0,19 9-16,10 18 15,-1 1 1,-9 9-16,-9-10 15,0-18 1,-1-9-16,-37 9 16</inkml:trace>
  <inkml:trace contextRef="#ctx0" brushRef="#br0" timeOffset="-170875.09">7187 1015 0,'0'0'0,"0"0"0,0 0 16,0 0 0,0 0-16,0 0 15,-9 0 1,9 28-16,9 27 15,29 47-15,28 27 16,-10-18 0,1 0-16,-1-19 15,-9-28 1,-9-17-16,-10-10 16,-9-10-16,0-8 15,-1-10 1,-18-9-16</inkml:trace>
  <inkml:trace contextRef="#ctx0" brushRef="#br0" timeOffset="-170633.71">7404 1661 0,'0'0'0,"0"0"16,0 0-16,0 0 16,0 0-1,0 0-15,18-18 16,48-28 0,38-19-16,-104 65 15</inkml:trace>
  <inkml:trace contextRef="#ctx0" brushRef="#br0" timeOffset="-169258.09">8373 637 0,'-10'-9'0,"-9"-38"16,-56-26-16,-38 26 15,-9 38 17,-10 37-32,-47 18 0,1 9 15,-29 1-15,-10 8 16,-84 38 0,38 9-16,-10-1 15,-18 1-15,46 0 16,-56 46-1,66-28-15,-38 37 16,19 0 0,38-27-16,-10 36 15,19-18 1,9 0-16,-9 18 16,57-45-16,-48 45 15,48-18 1,37-37-1,-28 37-15,9 0 16,38-19-16,9 37 16,19-27-16,10-19 15,9 37 1,9-9 0,10-18-16,9 27 15,10-37-15,9-9 16,19 9-1,9-18-15,0-9 16,0-29-16,10 20 16,9-19-1,9-1-15,20 1 16,-1-18 0,0-19-16,-9-10 15,19-8 1,28-1-16,-19-18 15,0 0-15,-10-18 16,20-10 0,18-9-16,-18 0 15,-1-9 1,1-9-16,27 9 16,-18-1-16,-19 1 15,29-18 1,8-1-16,-8-9 15,-20 10 1,29-1-16,-1 0 16,-18 1-1,10-19 1,27-19-16,-18 10 0,-19 9 16,28-28-1,9-9-15,-37 28 16,0-1-1,38-17-15,-10-10 16,-28 18 0,9 1-16,19-10 15,0-37-15,-9 19 16,9 0 0,-9 0-16,-29 18 15,20 9-15,-1-8 16,10-29-1,-29 10 1,10 18-16,9-18 16,-18 0-16,-29 27 15,-9 1 1,-10-19-16,1 0 16,-10 18-16,9-18 15,-18 0 1,-1 0-1,-18 28-15,-9-19 16,-10 0-16,-10 1 16,1 27-16,-10 9 15,-19-28 1,-18 10 0,-19 18-16,-85 0 15,-38 74-15,1 0 16</inkml:trace>
  <inkml:trace contextRef="#ctx0" brushRef="#br0" timeOffset="-165721.54">6623 12792 0,'0'0'15,"0"0"-15,0 0 0,0 0 16,0 0-16,0 0 15,0 0 1,0 0-16,0 0 16,0 0-16,0 0 15,0 0 1,0 10 0,0-1-16,0 0 15,9 9-15,1-8 16,-1 8-16,0 1 15,1-10 1,-1 0-16,1 0 16,8 10-1,-8-10-15,9 0 16,0 0 0,-10 1-16,0-1 15,1 0-15,-1 0 16,10 1-1,19-20 1,-38 10-16</inkml:trace>
  <inkml:trace contextRef="#ctx0" brushRef="#br0" timeOffset="-164474.33">6218 12359 0,'0'0'0,"0"0"16,0 0-16,0 0 16,0 0-1,0 0-15,0 0 16,0-10-1,0 1-15,0 0 16,0 0-16,10-10 16,-1 1-1,10-1-15,9-8 16,0-1 0,1 9-16,-11 1 15,1-1 1,0 10-16,0-9 15,0 9-15,-1-1 16,1 1 0,0 0-16,0 0 15,-10-1 1,1 10-16,-1 0 16,1 0-1,-1 0-15,0 0 16,1 0-16,-1 0 15,1 0 1,-1 0-16,0 0 16,1 10-1,-10-10-15,9 9 16,-9-9 0,0 0-16,0 9 15,0 0 1,0 10-16,0-1 15,-9 1-15,-1 8 16,1 10 0,0 0-16,-1 0 15,1 0 1,-1-9-16,1-1 16,0-8-16,-1-1 15,1 1 1,-1-10-16,10 0 15,0 0 1,0-9-16</inkml:trace>
  <inkml:trace contextRef="#ctx0" brushRef="#br0" timeOffset="-163206.33">6435 12626 0,'0'0'0,"0"0"16,0 0-16,0 0 15,0 0 1,9-9-16,0 0 15,1-1-15,-1 1 16,1 0 0,-1-9-16,1-1 15,8 1 1,1-10-16,0 0 16,0-9-1,9 0-15,-9 10 16,0 8-16,-1 1 31,1-1-31,0 10 0,-10 0 16,1 0-1,9-1-15,-10 1 16,10 0 0,0 0-16,-10 0 15,1 9-15,-1 0 16,0 0-1,1 0-15,-1 0 16,1 0 0,-1 0-16,0 0 15,1 0-15,-1 0 16,1 0 0,-1 0-16,0 0 15,1 9 1,-1 0-16,1 0 15,-1 0 1,0 1-16,1-1 16,-1 0-16,1 0 15,-1 1 1,-9-10-16,0 9 16,0-9-1,10 9-15,-10 0 16,9 1-16,-9-1 15,0 0 1,9 9-16,-9 1 16,10 9-1,-1-10-15,-9 0 16,0 1 0,0 9-16,0-10 15,0 10-15,0-1 16,0 1-1,0 0-15,0-10 16,0 10 0,0 0-16,0-1 15,0 10 1,-9-9-16,-1 0 16,1 9-16,0-10 15,-1 1 1,-9 0-16,10-1 15,-10-8 1,0 8-16,19-27 16</inkml:trace>
  <inkml:trace contextRef="#ctx0" brushRef="#br0" timeOffset="184070.67">27234 9045 0,'0'-9'0,"-18"-19"0,-58-55 0,-18 18 16,0 10-1,-28 0-15,-38 18 16,28 9 0,-84 10-16,37 8 15,-37 1 1,-1 9-16,10 0 16,-28 9-16,-9 10 15,9 18 1,-38 18-16,66-18 15,-85 18 1,76 1-16,-66 8 16,65-8-1,-46-10-15,37 19 16,-28 8-16,9 29 16,1-1-1,-1-27-15,29 0 16,-29 37-1,48 0-15,-10-10 16,-10 1 0,10 18-16,-18 18 15,46-27-15,-28 37 16,38-10 0,9-9-16,-19 19 15,38 9 1,-10-19-16,-9 47 15,57-37-15,-1 8 16,1 20 0,9-10-16,-10 28 15,29-19 1,9 37-16,0 1 16,1-1-1,8-9-15,10-18 16,9 27-16,10-37 15,19 28 1,9-37-16,19 19 16,18-10-1,10-18-15,19 65 16,-9-56-16,8 9 16,29 19-1,1-46 1,8 18-16,1-18 15,27-10-15,20 19 16,-20-19-16,39-18 16,-10-27-1,47 8-15,0-8 16,-10-20 0,48-8-16,-19-28 15,18 9-15,-9-9 16,-9-9-1,56 9-15,-46-10 16,65 1 0,-38-10-16,10-27 15,28-9 1,-57-10-16,76-9 16,-38 9-1,-9-18-15,75-18 16,-56-19-16,-19-10 15,47-8 1,-48 18-16,20-37 16,66-37-16,-67 37 15,20-46 1,9-28-16,-66 9 16,0-27-1,37-19-15,-56 19 16,76-28-1,-104 46-15,56-55 16,-94 37 0,48-47-16,-76 65 15,28-82-15,1 36 16,-20-37 0,-37 83-16,0-28 15,-28 29 1,-20-20-16,-27 56 15,-10-64-15,-28 55 16,0-19 0,-19-18-16,-18 55 15,-29-55 1,0 56-16,-9-19 16,-10-10-16,-9 28 15,-28 1 1,9-10-1,9 37-15,-37 9 16,-19-18-16,1 9 16,-20 18-1,38 29-15,-47-10 16,9 9-16,9 0 16,-46 0-1,47 19-15,-57 8 16,57 20-1,-76-1-15,57 19 16,-57 18 0,38 0-16,-84 28 15,56 0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F4044-756C-13E4-D184-58F3FE317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34282-2C91-7AB2-6BE5-65334C6E4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3BBD5-21BC-BCBF-DDA7-70E153EB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B62CC-501B-71E6-BF09-D5270625E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55921-F192-C741-F1EE-8FD919FD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8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BDC1-A480-0DB2-2FF2-83F4D63D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1820-D35B-5E0A-86B5-865F2AFF1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EA544-C026-EF33-4329-34A145F0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68CE7-90CD-2736-A56F-F687C499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C3048-F1E8-8F54-5041-86C1A38E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6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B43A0-DF9D-989E-B5C6-4965E58D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188DE-53EE-C975-8607-F02B817E0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F5A19-A7A5-5028-2B80-DC26E3875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FA3AD-8E54-3393-60C6-BF901E87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270BF-43FA-508A-13A4-F49BAE00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7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0132-E1B5-9CD0-4936-4BBCB1AF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05D1-DF3A-72C9-27F2-6BC8B62B8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73A61-7CA2-48D9-B688-461983EE7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016C0-D97E-6FCE-099F-0556F060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E7FA5-6211-662C-A168-38355DBC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2A399-AFE4-EB74-59C1-E3958BDB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8946-A1A6-A944-6641-74E514AA2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3CE6C-49BC-5ADE-DFDC-409EB30F7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8ECA9-63A6-3402-8B62-1C36040F2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8B269-C036-D98F-37E1-07621F81F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04B89-8CA5-E785-76C1-977CAD405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9BC21-8D0E-92B8-D7F6-6B659482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C0DA0-4C6B-47D1-C2E5-0CD961D0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87E26-7A0C-FB7D-4E19-BE7CE4D4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6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1533-2A46-7494-B6AE-34789998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51A34-37B0-D063-5F33-2F116B36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44D19-1FC8-CEDB-DBA1-1FF16BBE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64F4D-F055-C6DF-A3F1-97119F25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7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54C1C-4075-2902-B03E-4D9DB7FE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17377-187E-9869-7B6B-09FD10A9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483C2-9E9C-64F0-CF41-534937FD1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4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BB6F-2156-44D1-1505-D29C036F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581A8-38A1-6747-1229-00934A83C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1DED2-4D98-0CF8-65CF-8D8031577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C66D6-FBA2-FC19-19BF-9C23B3E8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B8A59-8B49-AB0E-462F-73FCA7F0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FE4F5-D64C-0157-5199-C62CBBE4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0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CA2B-2915-4FBF-74CE-3728DF6B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FA58-AFCC-E6B7-F39D-08C92B72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8E80E-A7F0-9565-CC4F-C06A9B693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E0EF1-2BDB-BD5F-D237-F2CBD094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FD74F-7F49-0E2E-CF3B-169B2244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8B9B5-2EF5-92F0-4D75-FA7590DB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4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2EFB-A336-DE46-FF3B-3020113E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271B3-BE66-CDBB-6599-41367AEE9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DBFAC-CD92-5AB8-520A-CE4EEFD6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10D8F-4E57-470B-F9DE-2BA540E1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7A814-93A4-A2CD-3EBF-66A81C61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5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CAB51-C4B9-7CD1-4196-45F5F1856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091ED-2BCA-B021-3294-632534248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847E-3C30-4F3C-8F18-C6316259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39538-79CA-473D-193C-15B2C288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AF063-0D77-2806-A129-939AA3B2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6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3BE41-D8F2-EA32-86A0-B4C89C17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085FB-95E3-60AD-9425-BCE4A8C12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6E9F3-D901-553C-B92D-D63272075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65B62-2A86-4435-A821-726339C3128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0C5B3-1E07-D366-4F14-60AB7828E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330BD-F354-5B69-BF33-18E46F9F3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CD275-D577-420A-B42A-3CC3C8712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1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C32BE5-D96F-1E5E-D92F-E39CDF0A6B77}"/>
                  </a:ext>
                </a:extLst>
              </p14:cNvPr>
              <p14:cNvContentPartPr/>
              <p14:nvPr/>
            </p14:nvContentPartPr>
            <p14:xfrm>
              <a:off x="219960" y="302400"/>
              <a:ext cx="7627320" cy="5954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C32BE5-D96F-1E5E-D92F-E39CDF0A6B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600" y="293040"/>
                <a:ext cx="7646040" cy="59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71B9F8-DF33-54B8-345F-879EF96831CF}"/>
                  </a:ext>
                </a:extLst>
              </p14:cNvPr>
              <p14:cNvContentPartPr/>
              <p14:nvPr/>
            </p14:nvContentPartPr>
            <p14:xfrm>
              <a:off x="8558280" y="176040"/>
              <a:ext cx="3444480" cy="5306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71B9F8-DF33-54B8-345F-879EF96831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8920" y="166680"/>
                <a:ext cx="3463200" cy="532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549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13FEA1-0AEA-D30F-D79E-C0B22FB51D3A}"/>
                  </a:ext>
                </a:extLst>
              </p14:cNvPr>
              <p14:cNvContentPartPr/>
              <p14:nvPr/>
            </p14:nvContentPartPr>
            <p14:xfrm>
              <a:off x="1883160" y="910440"/>
              <a:ext cx="8778600" cy="4469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13FEA1-0AEA-D30F-D79E-C0B22FB51D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3800" y="901080"/>
                <a:ext cx="8797320" cy="448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1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E157AA-BB3A-0EB5-6F8A-43CC3F5920B2}"/>
                  </a:ext>
                </a:extLst>
              </p14:cNvPr>
              <p14:cNvContentPartPr/>
              <p14:nvPr/>
            </p14:nvContentPartPr>
            <p14:xfrm>
              <a:off x="3908160" y="435240"/>
              <a:ext cx="5293800" cy="5602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E157AA-BB3A-0EB5-6F8A-43CC3F592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98800" y="425880"/>
                <a:ext cx="5312520" cy="56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357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A5ABB8-1900-BB7B-A1D7-B5E799114B72}"/>
                  </a:ext>
                </a:extLst>
              </p14:cNvPr>
              <p14:cNvContentPartPr/>
              <p14:nvPr/>
            </p14:nvContentPartPr>
            <p14:xfrm>
              <a:off x="1808640" y="368640"/>
              <a:ext cx="9797760" cy="612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A5ABB8-1900-BB7B-A1D7-B5E799114B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9280" y="359280"/>
                <a:ext cx="9816480" cy="614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60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6753C6-9D1E-C970-6D43-BB449574AD38}"/>
                  </a:ext>
                </a:extLst>
              </p14:cNvPr>
              <p14:cNvContentPartPr/>
              <p14:nvPr/>
            </p14:nvContentPartPr>
            <p14:xfrm>
              <a:off x="829800" y="162720"/>
              <a:ext cx="10712160" cy="6021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6753C6-9D1E-C970-6D43-BB449574AD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440" y="153360"/>
                <a:ext cx="10730880" cy="603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730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Hasanul Ferdaus</dc:creator>
  <cp:lastModifiedBy>Md Hasanul Ferdaus</cp:lastModifiedBy>
  <cp:revision>1</cp:revision>
  <dcterms:created xsi:type="dcterms:W3CDTF">2025-11-24T14:10:49Z</dcterms:created>
  <dcterms:modified xsi:type="dcterms:W3CDTF">2025-11-24T15:40:16Z</dcterms:modified>
</cp:coreProperties>
</file>