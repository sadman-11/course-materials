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314" r:id="rId2"/>
    <p:sldId id="455" r:id="rId3"/>
    <p:sldId id="456" r:id="rId4"/>
    <p:sldId id="457" r:id="rId5"/>
    <p:sldId id="458" r:id="rId6"/>
    <p:sldId id="459" r:id="rId7"/>
    <p:sldId id="460" r:id="rId8"/>
    <p:sldId id="461" r:id="rId9"/>
    <p:sldId id="4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73B2-6760-460E-8AB2-1B6346B18A8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B1D3-9AAB-42E9-AB25-5F62B3993181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96A2-8E33-4AA5-9781-C6800CE55457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0BE7-B07C-4974-811F-F976B1E00FA0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41B3-369F-43A4-8A97-D2A32ED460A2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618E-2637-45D6-B9DC-BEC5E50A78A2}" type="datetime1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B262-ECF8-4B6F-BF55-2A05210DA752}" type="datetime1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F33B-22BF-4177-90DF-BF8D0C456F5B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386F-1449-4FB9-879F-2818E7EE9A3C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072F-FD1D-4BA2-BB79-3257390C4608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AF11-6F97-41CD-85DB-F04148D1C58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405-15DA-4E10-B87C-176BF076D25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951" y="6465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1">
                <a:solidFill>
                  <a:schemeClr val="tx1"/>
                </a:solidFill>
              </a:defRPr>
            </a:lvl1pPr>
          </a:lstStyle>
          <a:p>
            <a:r>
              <a:rPr lang="en-US"/>
              <a:t>Dr Md Hasanul Ferdaus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80" y="465328"/>
            <a:ext cx="6817360" cy="3740912"/>
          </a:xfrm>
        </p:spPr>
        <p:txBody>
          <a:bodyPr anchor="b">
            <a:normAutofit/>
          </a:bodyPr>
          <a:lstStyle/>
          <a:p>
            <a:pPr algn="l"/>
            <a:r>
              <a:rPr lang="en-US" b="1" dirty="0"/>
              <a:t>Control Statements</a:t>
            </a:r>
            <a:br>
              <a:rPr lang="en-US" b="1" dirty="0"/>
            </a:br>
            <a:br>
              <a:rPr lang="en-US" sz="3400" b="1" dirty="0"/>
            </a:br>
            <a:r>
              <a:rPr lang="en-US" sz="3600" b="1" dirty="0"/>
              <a:t>Java - The Complete Reference </a:t>
            </a:r>
            <a:br>
              <a:rPr lang="en-US" sz="3600" b="1" dirty="0"/>
            </a:br>
            <a:r>
              <a:rPr lang="en-US" sz="2700" b="1" dirty="0"/>
              <a:t>Herbert Schildt</a:t>
            </a:r>
            <a:br>
              <a:rPr lang="en-US" sz="2700" b="1" dirty="0"/>
            </a:br>
            <a:r>
              <a:rPr lang="en-US" sz="2000" b="1" dirty="0"/>
              <a:t>Chapter 5</a:t>
            </a:r>
            <a:br>
              <a:rPr lang="en-US" sz="20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D4C0-71C2-E3AF-4158-20EE27CC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48F7A5-ACF3-99E7-0591-6FFAE9DABDD4}"/>
              </a:ext>
            </a:extLst>
          </p:cNvPr>
          <p:cNvSpPr txBox="1"/>
          <p:nvPr/>
        </p:nvSpPr>
        <p:spPr>
          <a:xfrm>
            <a:off x="1402080" y="2314694"/>
            <a:ext cx="9042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070C0"/>
                </a:solidFill>
              </a:rPr>
              <a:t>For-Each Loop</a:t>
            </a:r>
          </a:p>
          <a:p>
            <a:pPr algn="ctr"/>
            <a:r>
              <a:rPr lang="en-US" sz="5400" b="1" dirty="0">
                <a:solidFill>
                  <a:srgbClr val="0070C0"/>
                </a:solidFill>
              </a:rPr>
              <a:t>(Enhanced for Loop)</a:t>
            </a:r>
          </a:p>
          <a:p>
            <a:pPr algn="ctr"/>
            <a:endParaRPr lang="en-US" sz="5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906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0302A-CA71-3DFA-6E1D-531E7954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9307FA-F352-8205-58EB-DCCD2A0D0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00895"/>
            <a:ext cx="10337800" cy="51312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for-each Loop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68AC07-D130-B3EC-B7A1-E4F33F0185F0}"/>
              </a:ext>
            </a:extLst>
          </p:cNvPr>
          <p:cNvSpPr txBox="1">
            <a:spLocks/>
          </p:cNvSpPr>
          <p:nvPr/>
        </p:nvSpPr>
        <p:spPr>
          <a:xfrm>
            <a:off x="981152" y="1189481"/>
            <a:ext cx="10763808" cy="237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Introduced in Java 5 to simplify iterating over arrays and collections.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Also called the enhanced for loop. The type of each value must be compatible with the type of expression.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Eliminates the need for index variables and bounds checking.</a:t>
            </a:r>
          </a:p>
          <a:p>
            <a:endParaRPr lang="en-US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07F36F-131B-0362-1AC1-9CF83E045A7D}"/>
              </a:ext>
            </a:extLst>
          </p:cNvPr>
          <p:cNvSpPr txBox="1">
            <a:spLocks/>
          </p:cNvSpPr>
          <p:nvPr/>
        </p:nvSpPr>
        <p:spPr>
          <a:xfrm>
            <a:off x="981152" y="3566160"/>
            <a:ext cx="10763808" cy="29870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Syntax:</a:t>
            </a:r>
          </a:p>
          <a:p>
            <a:pPr marL="0" indent="0">
              <a:buNone/>
            </a:pPr>
            <a:endParaRPr lang="en-US" b="1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for ( dataType variable : arrayOrCollection ) {</a:t>
            </a:r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    </a:t>
            </a:r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	// code using 'variable’</a:t>
            </a:r>
          </a:p>
          <a:p>
            <a:pPr marL="457200" lvl="1" indent="0">
              <a:buNone/>
            </a:pPr>
            <a:endParaRPr lang="en-US" sz="2800" b="1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422337-846A-02EA-473A-45D24EC8E9C5}"/>
              </a:ext>
            </a:extLst>
          </p:cNvPr>
          <p:cNvSpPr/>
          <p:nvPr/>
        </p:nvSpPr>
        <p:spPr>
          <a:xfrm>
            <a:off x="1361440" y="4409440"/>
            <a:ext cx="6868160" cy="21437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308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54506-863A-8017-35AE-D075C7B1C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59BFCC-7FC6-8AA0-19EB-1935C532A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00895"/>
            <a:ext cx="10337800" cy="51312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for-each Loop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40E26-6ADC-FE43-051D-0D3015763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773" y="1868910"/>
            <a:ext cx="7483982" cy="265228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03930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AF45-1462-6F65-3823-3A2F20E8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DAF5997-ABC0-E871-E611-69FB1435C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00895"/>
            <a:ext cx="10337800" cy="51312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for-each Loop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09CBB0-1AB0-0E76-16F5-ED2EC6C0BE91}"/>
              </a:ext>
            </a:extLst>
          </p:cNvPr>
          <p:cNvSpPr txBox="1">
            <a:spLocks/>
          </p:cNvSpPr>
          <p:nvPr/>
        </p:nvSpPr>
        <p:spPr>
          <a:xfrm>
            <a:off x="981152" y="1189481"/>
            <a:ext cx="10763808" cy="5312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Key Benefits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Cleaner and more readable syntax.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Avoids index-out-of-bound errors.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Best suited for traversing arrays and collections when no modification to the structure is needed.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Ideal for read-only access.</a:t>
            </a:r>
          </a:p>
          <a:p>
            <a:pPr lvl="1"/>
            <a:endParaRPr lang="en-US" sz="28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Limitation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Cannot modify the array’s structure (e.g., resizing).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Cannot access element indices directly.</a:t>
            </a:r>
          </a:p>
        </p:txBody>
      </p:sp>
    </p:spTree>
    <p:extLst>
      <p:ext uri="{BB962C8B-B14F-4D97-AF65-F5344CB8AC3E}">
        <p14:creationId xmlns:p14="http://schemas.microsoft.com/office/powerpoint/2010/main" val="594128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51CFD-2005-736E-95BC-67A97D072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781FC39-A651-84E2-B8BB-F9AC10E70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00895"/>
            <a:ext cx="10337800" cy="51312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for-each with One-Dimensional Arrays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A6912F-C97C-99B3-1583-E2E0FCE4D10A}"/>
              </a:ext>
            </a:extLst>
          </p:cNvPr>
          <p:cNvSpPr txBox="1">
            <a:spLocks/>
          </p:cNvSpPr>
          <p:nvPr/>
        </p:nvSpPr>
        <p:spPr>
          <a:xfrm>
            <a:off x="981152" y="985520"/>
            <a:ext cx="10763808" cy="58724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Example 1: Summing elements in a 1D array</a:t>
            </a: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 temporarily holds each element of marks.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No index used; iteration is automatic.</a:t>
            </a: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36C11B-D33E-68E6-468D-25CC9C37A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546" y="1720741"/>
            <a:ext cx="9135019" cy="341651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93680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6A4E4-CFCF-31A2-355D-31C19B13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65F3AE-19E8-48F1-CA5B-727B8EF9F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00895"/>
            <a:ext cx="10337800" cy="51312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for-each with Two-Dimensional Arrays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C784CD-4E70-D6B4-F765-8C99C31ABEFE}"/>
              </a:ext>
            </a:extLst>
          </p:cNvPr>
          <p:cNvSpPr txBox="1">
            <a:spLocks/>
          </p:cNvSpPr>
          <p:nvPr/>
        </p:nvSpPr>
        <p:spPr>
          <a:xfrm>
            <a:off x="1254475" y="802639"/>
            <a:ext cx="10763808" cy="595446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Example 2: Displaying elements of a 2D array</a:t>
            </a: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Outer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for-each</a:t>
            </a:r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 loop → iterates through each row (1D array).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Inner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for-each</a:t>
            </a:r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 loop → iterates through elements of each row.</a:t>
            </a:r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2791E-BC8A-49A4-22AD-3900E2134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617" y="1230330"/>
            <a:ext cx="8146925" cy="435669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70967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1B0A5-E19C-CC2F-66D5-93BAB2F7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8E4C1E-D2D8-23C4-943A-0FE4F8F90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00895"/>
            <a:ext cx="10337800" cy="51312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for-each with Ragged (Jagged) Arrays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909158-2D43-291C-A7A4-D31E6FEFF398}"/>
              </a:ext>
            </a:extLst>
          </p:cNvPr>
          <p:cNvSpPr txBox="1">
            <a:spLocks/>
          </p:cNvSpPr>
          <p:nvPr/>
        </p:nvSpPr>
        <p:spPr>
          <a:xfrm>
            <a:off x="736315" y="1107440"/>
            <a:ext cx="2748565" cy="59544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Example 3: Iterating over a ragged array</a:t>
            </a:r>
          </a:p>
          <a:p>
            <a:endParaRPr lang="en-US" sz="2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Each row can have different lengths.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for-each</a:t>
            </a:r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 loop adapts automatically to row size.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No need for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row.length</a:t>
            </a:r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 checks.</a:t>
            </a:r>
            <a:endParaRPr lang="en-US" sz="32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B195BE-2BD7-AAB5-8B4A-09E1C344A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831" y="931898"/>
            <a:ext cx="8117694" cy="503202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17202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08080-8181-2188-2E0D-38F0B8543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24B146-E072-D575-D565-ED49DFF43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100895"/>
            <a:ext cx="10337800" cy="51312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Best Practices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D68F72-405E-6144-1E15-7F791C5D60C2}"/>
              </a:ext>
            </a:extLst>
          </p:cNvPr>
          <p:cNvSpPr txBox="1">
            <a:spLocks/>
          </p:cNvSpPr>
          <p:nvPr/>
        </p:nvSpPr>
        <p:spPr>
          <a:xfrm>
            <a:off x="981152" y="1189481"/>
            <a:ext cx="10763808" cy="5312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When to Use for-each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Traversing arrays or collections for reading or computation.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Simplifying nested loops (especially for 2D/3D or ragged arrays).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When index access is not required.</a:t>
            </a:r>
          </a:p>
          <a:p>
            <a:pPr lvl="1"/>
            <a:endParaRPr lang="en-US" sz="28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When not to Use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When you need to modify specific elements based on the index.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When iterating multiple arrays in parallel.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When you need to know the current element’s index.</a:t>
            </a:r>
          </a:p>
        </p:txBody>
      </p:sp>
    </p:spTree>
    <p:extLst>
      <p:ext uri="{BB962C8B-B14F-4D97-AF65-F5344CB8AC3E}">
        <p14:creationId xmlns:p14="http://schemas.microsoft.com/office/powerpoint/2010/main" val="4141905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17493</TotalTime>
  <Words>327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Courier New</vt:lpstr>
      <vt:lpstr>Garamond</vt:lpstr>
      <vt:lpstr>Times New Roman</vt:lpstr>
      <vt:lpstr>TimesLTStd-Roman</vt:lpstr>
      <vt:lpstr>Office Theme</vt:lpstr>
      <vt:lpstr>Control Statements  Java - The Complete Reference  Herbert Schildt Chapter 5 </vt:lpstr>
      <vt:lpstr>PowerPoint Presentation</vt:lpstr>
      <vt:lpstr>Introduction to the for-each Loop</vt:lpstr>
      <vt:lpstr>Example of for-each Loop</vt:lpstr>
      <vt:lpstr>Advantages of the for-each Loop</vt:lpstr>
      <vt:lpstr>Using for-each with One-Dimensional Arrays</vt:lpstr>
      <vt:lpstr>Using for-each with Two-Dimensional Arrays</vt:lpstr>
      <vt:lpstr>Using for-each with Ragged (Jagged) Arrays</vt:lpstr>
      <vt:lpstr>Summary and Best Practices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2497</cp:revision>
  <dcterms:created xsi:type="dcterms:W3CDTF">2023-02-09T14:28:53Z</dcterms:created>
  <dcterms:modified xsi:type="dcterms:W3CDTF">2025-10-11T20:48:01Z</dcterms:modified>
</cp:coreProperties>
</file>