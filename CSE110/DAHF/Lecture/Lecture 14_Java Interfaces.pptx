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314" r:id="rId2"/>
    <p:sldId id="332" r:id="rId3"/>
    <p:sldId id="343" r:id="rId4"/>
    <p:sldId id="334" r:id="rId5"/>
    <p:sldId id="480" r:id="rId6"/>
    <p:sldId id="344" r:id="rId7"/>
    <p:sldId id="333" r:id="rId8"/>
    <p:sldId id="345" r:id="rId9"/>
    <p:sldId id="346" r:id="rId10"/>
    <p:sldId id="34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73B2-6760-460E-8AB2-1B6346B18A84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B1D3-9AAB-42E9-AB25-5F62B3993181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96A2-8E33-4AA5-9781-C6800CE55457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0BE7-B07C-4974-811F-F976B1E00FA0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41B3-369F-43A4-8A97-D2A32ED460A2}" type="datetime1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618E-2637-45D6-B9DC-BEC5E50A78A2}" type="datetime1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B262-ECF8-4B6F-BF55-2A05210DA752}" type="datetime1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F33B-22BF-4177-90DF-BF8D0C456F5B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386F-1449-4FB9-879F-2818E7EE9A3C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072F-FD1D-4BA2-BB79-3257390C4608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AF11-6F97-41CD-85DB-F04148D1C584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FF405-15DA-4E10-B87C-176BF076D254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6951" y="6465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1">
                <a:solidFill>
                  <a:schemeClr val="tx1"/>
                </a:solidFill>
              </a:defRPr>
            </a:lvl1pPr>
          </a:lstStyle>
          <a:p>
            <a:r>
              <a:rPr lang="en-US"/>
              <a:t>Dr Md Hasanul Ferdaus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080" y="465328"/>
            <a:ext cx="6817360" cy="3740912"/>
          </a:xfrm>
        </p:spPr>
        <p:txBody>
          <a:bodyPr anchor="b">
            <a:normAutofit/>
          </a:bodyPr>
          <a:lstStyle/>
          <a:p>
            <a:r>
              <a:rPr lang="en-US" b="1" dirty="0"/>
              <a:t>Interfaces</a:t>
            </a:r>
            <a:br>
              <a:rPr lang="en-US" b="1" dirty="0"/>
            </a:br>
            <a:br>
              <a:rPr lang="en-US" sz="3400" b="1" dirty="0"/>
            </a:br>
            <a:r>
              <a:rPr lang="en-US" sz="3600" b="1" dirty="0"/>
              <a:t>Java - The Complete Reference </a:t>
            </a:r>
            <a:br>
              <a:rPr lang="en-US" sz="3600" b="1" dirty="0"/>
            </a:br>
            <a:r>
              <a:rPr lang="en-US" sz="2700" b="1" dirty="0"/>
              <a:t>Herbert Schildt</a:t>
            </a:r>
            <a:br>
              <a:rPr lang="en-US" sz="2700" b="1" dirty="0"/>
            </a:br>
            <a:r>
              <a:rPr lang="en-US" sz="2000" b="1" dirty="0"/>
              <a:t>Chapter 9</a:t>
            </a:r>
            <a:br>
              <a:rPr lang="en-US" sz="2000" b="1" dirty="0"/>
            </a:br>
            <a:endParaRPr lang="en-US" sz="3400" b="1" dirty="0"/>
          </a:p>
        </p:txBody>
      </p:sp>
      <p:pic>
        <p:nvPicPr>
          <p:cNvPr id="3" name="Picture 2" descr="A logo of a cup with a smoke&#10;&#10;Description automatically generated">
            <a:extLst>
              <a:ext uri="{FF2B5EF4-FFF2-40B4-BE49-F238E27FC236}">
                <a16:creationId xmlns:a16="http://schemas.microsoft.com/office/drawing/2014/main" id="{BDB8C381-3971-3988-FACF-7ABC0A6AD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Outline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447515" y="1463040"/>
            <a:ext cx="10546080" cy="5303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 Interfaces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Defining an Interface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Implementing Interfaces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Nested Interfaces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Applying Interfaces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Variables in Interfaces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LTStd-Roman"/>
              </a:rPr>
              <a:t>Interfaces can be extended</a:t>
            </a:r>
            <a:endParaRPr lang="en-US" sz="28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002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959" y="1381760"/>
            <a:ext cx="10337800" cy="2377440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chemeClr val="accent1"/>
                </a:solidFill>
              </a:rPr>
              <a:t>Java Interfaces</a:t>
            </a:r>
            <a:br>
              <a:rPr lang="en-US" sz="4400" b="1" dirty="0">
                <a:solidFill>
                  <a:schemeClr val="accent1"/>
                </a:solidFill>
              </a:rPr>
            </a:br>
            <a:endParaRPr lang="en-US" sz="4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84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Java Interfaces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148080" y="1249680"/>
            <a:ext cx="10759440" cy="5608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A Java interface is like a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blueprint of a Java class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b="0" i="0" u="none" strike="noStrike" baseline="0" dirty="0">
                <a:latin typeface="TimesLTStd-Roman"/>
              </a:rPr>
              <a:t>Using the interface, you can specify </a:t>
            </a:r>
            <a:r>
              <a:rPr lang="en-US" b="1" i="1" u="none" strike="noStrike" baseline="0" dirty="0">
                <a:latin typeface="TimesLTStd-Roman"/>
              </a:rPr>
              <a:t>what a class must do</a:t>
            </a:r>
            <a:r>
              <a:rPr lang="en-US" b="0" i="0" u="none" strike="noStrike" baseline="0" dirty="0">
                <a:latin typeface="TimesLTStd-Roman"/>
              </a:rPr>
              <a:t>, </a:t>
            </a:r>
            <a:r>
              <a:rPr lang="en-US" b="1" i="1" u="none" strike="noStrike" baseline="0" dirty="0">
                <a:latin typeface="TimesLTStd-Roman"/>
              </a:rPr>
              <a:t>but not how it does it</a:t>
            </a:r>
            <a:r>
              <a:rPr lang="en-US" b="0" i="0" u="none" strike="noStrike" baseline="0" dirty="0">
                <a:latin typeface="TimesLTStd-Roman"/>
              </a:rPr>
              <a:t>.</a:t>
            </a:r>
            <a:endParaRPr lang="en-US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It defines a set of methods that a class must implement if it implements that interface.</a:t>
            </a:r>
          </a:p>
          <a:p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By providing the interface keyword, Java allows you to fully utilize the “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one interface, multiple methods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LTStd-Roman"/>
              </a:rPr>
              <a:t>” aspect of polymorphism.</a:t>
            </a:r>
          </a:p>
          <a:p>
            <a:endParaRPr lang="en-US" sz="2400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pPr marL="0" indent="0">
              <a:buNone/>
            </a:pPr>
            <a:endParaRPr lang="en-US" sz="2400" b="0" i="0" u="none" strike="noStrike" baseline="0" dirty="0"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281413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An Example of a </a:t>
            </a:r>
            <a:r>
              <a:rPr lang="en-US" sz="3600" b="1" dirty="0">
                <a:solidFill>
                  <a:schemeClr val="bg1"/>
                </a:solidFill>
              </a:rPr>
              <a:t>Java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82994-232F-13FB-A8AF-FCFECCBD3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5" y="1208661"/>
            <a:ext cx="4354509" cy="3851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8D2360-9F2D-B315-E973-68C7D4E78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023" y="1082601"/>
            <a:ext cx="3975304" cy="28639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52940E-F67F-061E-24EA-C1B452A78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023" y="4081729"/>
            <a:ext cx="7340977" cy="195590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BC0807-891D-527F-6E32-AB54F34F2CB0}"/>
              </a:ext>
            </a:extLst>
          </p:cNvPr>
          <p:cNvCxnSpPr>
            <a:cxnSpLocks/>
          </p:cNvCxnSpPr>
          <p:nvPr/>
        </p:nvCxnSpPr>
        <p:spPr>
          <a:xfrm>
            <a:off x="4643120" y="1005840"/>
            <a:ext cx="0" cy="53035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074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Rules of Java Interfaces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117600" y="1117600"/>
            <a:ext cx="10576560" cy="5659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0" u="none" strike="noStrike" baseline="0" dirty="0">
                <a:solidFill>
                  <a:srgbClr val="00B0F0"/>
                </a:solidFill>
                <a:latin typeface="TimesLTStd-Roman"/>
              </a:rPr>
              <a:t>Rules of Interfaces</a:t>
            </a:r>
          </a:p>
          <a:p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Interfaces are syntactically similar to classes, but they </a:t>
            </a:r>
            <a:r>
              <a:rPr lang="en-US" sz="2400" b="1" i="1" u="none" strike="noStrike" baseline="0" dirty="0">
                <a:solidFill>
                  <a:srgbClr val="0070C0"/>
                </a:solidFill>
                <a:latin typeface="TimesLTStd-Roman"/>
              </a:rPr>
              <a:t>lack instance variables (fields or member variables)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, and, as a general rule, their methods are declared without any body.</a:t>
            </a:r>
            <a:endParaRPr lang="en-US" sz="2400" b="1" i="1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Once a Java interface is defined, any number of classes can implement that interface.</a:t>
            </a:r>
          </a:p>
          <a:p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One class can implement any number of interfaces.</a:t>
            </a:r>
          </a:p>
          <a:p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To implement an interface, a class must provide the complete set of methods required by the interface.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TimesLTStd-Roman"/>
              </a:rPr>
              <a:t>That means the class must provide bodies for all the methods in the interface.</a:t>
            </a:r>
            <a:endParaRPr lang="en-US" sz="200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  <a:latin typeface="TimesLTStd-Roman"/>
              </a:rPr>
              <a:t>Each class is free to determine the details of its own implementation.</a:t>
            </a:r>
          </a:p>
          <a:p>
            <a:pPr marL="0" indent="0">
              <a:buNone/>
            </a:pPr>
            <a:endParaRPr lang="en-US" sz="2000" b="0" i="0" u="none" strike="noStrike" baseline="0" dirty="0">
              <a:latin typeface="TimesLTStd-Roman"/>
            </a:endParaRP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264265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Defining a Java Interface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568959" y="985520"/>
            <a:ext cx="11196321" cy="587248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imesLTStd-Roman"/>
              </a:rPr>
              <a:t>The general form of an interface:</a:t>
            </a:r>
          </a:p>
          <a:p>
            <a:endParaRPr lang="en-US" sz="2400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pPr marL="0" indent="0">
              <a:buNone/>
            </a:pPr>
            <a:endParaRPr lang="en-US" sz="2400" b="0" i="0" u="none" strike="noStrike" baseline="0" dirty="0"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endParaRPr lang="en-US" sz="32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When no access modifier is included, then </a:t>
            </a:r>
            <a:r>
              <a:rPr lang="en-US" sz="3200" b="1" i="1" dirty="0">
                <a:solidFill>
                  <a:srgbClr val="000000"/>
                </a:solidFill>
                <a:latin typeface="TimesLTStd-Roman"/>
              </a:rPr>
              <a:t>default access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 (package-level) results, and the interface is only available to other members of the package in which it is declared.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When it is declared as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3200" dirty="0">
                <a:solidFill>
                  <a:srgbClr val="000000"/>
                </a:solidFill>
                <a:latin typeface="TimesLTStd-Roman"/>
              </a:rPr>
              <a:t>, the interface can be used by any other code. 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</a:rPr>
              <a:t>In this case, the interface must be the only public interface declared in the file, and the file must have the same name as the interface (similar to class definition).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  <a:latin typeface="TimesLTStd-Roman"/>
              </a:rPr>
              <a:t>Interface name can be any valid identifier.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TimesLTStd-Roman"/>
              </a:rPr>
              <a:t>NOTE: Prior to JDK 8, an interface could not define any implementation whatsoever. This is the type of interface that the preceding simplified form shows, in which no method declaration supplies a body. Beginning with JDK 8, it is possible to add a default implementation to an interface method. However, default methods constitute what is, in essence, a special-use feature, and the original intent behind interface still remains.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0B9CC6-A0A2-B5E5-B554-DC1C59666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880" y="914400"/>
            <a:ext cx="4362560" cy="2689160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6849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Defining a Java Interface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254475" y="1341120"/>
            <a:ext cx="10510805" cy="4033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Variables can be declared inside of interface declarations. </a:t>
            </a:r>
            <a:r>
              <a:rPr lang="en-US" sz="2400" dirty="0">
                <a:solidFill>
                  <a:srgbClr val="000000"/>
                </a:solidFill>
                <a:latin typeface="TimesLTStd-Roman"/>
              </a:rPr>
              <a:t>(refer to the general form)</a:t>
            </a:r>
            <a:endParaRPr lang="en-US" sz="2400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They are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implicitly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, meaning they cannot be changed by the implementing class.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They must also be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initialized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All methods and variables are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implicitly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203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Implementing Java Interfaces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568959" y="1117600"/>
            <a:ext cx="11196321" cy="558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Once an interface has been defined, one or more classes can implement that interface.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To implement an interface, include the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implements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 </a:t>
            </a:r>
            <a:r>
              <a:rPr lang="en-US" sz="2400" b="1" i="1" u="none" strike="noStrike" baseline="0" dirty="0">
                <a:solidFill>
                  <a:srgbClr val="000000"/>
                </a:solidFill>
                <a:latin typeface="TimesLTStd-Roman"/>
              </a:rPr>
              <a:t>clause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 in a class definition, and then create the methods required by the interface.</a:t>
            </a:r>
          </a:p>
          <a:p>
            <a:endParaRPr lang="en-US" sz="2400" dirty="0">
              <a:solidFill>
                <a:srgbClr val="000000"/>
              </a:solidFill>
              <a:latin typeface="TimesLTStd-Roman"/>
            </a:endParaRPr>
          </a:p>
          <a:p>
            <a:endParaRPr lang="en-US" sz="2400" b="0" i="0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If a class implements more than one interface, the interfaces are separated with a comma.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The methods that implement an interface must be declared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LTStd-Roman"/>
              </a:rPr>
              <a:t>Also, the type signature of the implementing method must match exactly the type signature specified in the interface definition.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814D7-E258-77FD-EB21-B7E584504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002" y="2514600"/>
            <a:ext cx="8328813" cy="1056640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662181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Another Example of a Java Interface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A7ED8C-E3AC-9019-AB0D-351C02C27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0018"/>
            <a:ext cx="5882640" cy="5157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356F18-4D6B-D3E9-65BB-24397D612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445" y="1080017"/>
            <a:ext cx="6247556" cy="515728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D73AC1-60D5-95FD-92D6-FB861CEA0812}"/>
              </a:ext>
            </a:extLst>
          </p:cNvPr>
          <p:cNvCxnSpPr>
            <a:cxnSpLocks/>
          </p:cNvCxnSpPr>
          <p:nvPr/>
        </p:nvCxnSpPr>
        <p:spPr>
          <a:xfrm>
            <a:off x="5923280" y="909320"/>
            <a:ext cx="0" cy="53035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028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25085</TotalTime>
  <Words>562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Garamond</vt:lpstr>
      <vt:lpstr>TimesLTStd-Roman</vt:lpstr>
      <vt:lpstr>Office Theme</vt:lpstr>
      <vt:lpstr>Interfaces  Java - The Complete Reference  Herbert Schildt Chapter 9 </vt:lpstr>
      <vt:lpstr>Outline</vt:lpstr>
      <vt:lpstr>Java Interfaces </vt:lpstr>
      <vt:lpstr>Java Interfaces</vt:lpstr>
      <vt:lpstr>An Example of a Java Interface</vt:lpstr>
      <vt:lpstr>Rules of Java Interfaces</vt:lpstr>
      <vt:lpstr>Defining a Java Interface</vt:lpstr>
      <vt:lpstr>Defining a Java Interface</vt:lpstr>
      <vt:lpstr>Implementing Java Interfaces</vt:lpstr>
      <vt:lpstr>Another Example of a Java Interface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3618</cp:revision>
  <dcterms:created xsi:type="dcterms:W3CDTF">2023-02-09T14:28:53Z</dcterms:created>
  <dcterms:modified xsi:type="dcterms:W3CDTF">2025-12-13T17:01:16Z</dcterms:modified>
</cp:coreProperties>
</file>