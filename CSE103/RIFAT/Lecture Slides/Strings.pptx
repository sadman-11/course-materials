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2" r:id="rId77"/>
    <p:sldId id="333" r:id="rId7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39" y="805688"/>
            <a:ext cx="80765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739" y="2390647"/>
            <a:ext cx="6944359" cy="2989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2680" y="2733763"/>
            <a:ext cx="195198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Strings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609" y="1700415"/>
            <a:ext cx="7844155" cy="291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828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WORD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sequence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letters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treated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as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group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(must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meaning)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755650" algn="l"/>
                <a:tab pos="2684780" algn="l"/>
              </a:tabLst>
            </a:pPr>
            <a:r>
              <a:rPr sz="2000" b="1" dirty="0">
                <a:latin typeface="Arial"/>
                <a:cs typeface="Arial"/>
              </a:rPr>
              <a:t>Months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name:</a:t>
            </a:r>
            <a:r>
              <a:rPr sz="2000" b="1" dirty="0">
                <a:latin typeface="Arial"/>
                <a:cs typeface="Arial"/>
              </a:rPr>
              <a:t>	January,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February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…..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Course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Titles: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Math,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Physics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….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Person’s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name: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Mr.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Ali,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Mr.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Abbas,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Mr.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Takiona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Nishiziki….</a:t>
            </a:r>
            <a:endParaRPr sz="2000">
              <a:latin typeface="Arial"/>
              <a:cs typeface="Arial"/>
            </a:endParaRPr>
          </a:p>
          <a:p>
            <a:pPr marL="354965" marR="80010" indent="-34290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sequence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characters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treated </a:t>
            </a:r>
            <a:r>
              <a:rPr sz="2800" b="1" dirty="0">
                <a:latin typeface="Arial"/>
                <a:cs typeface="Arial"/>
              </a:rPr>
              <a:t>as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group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(strings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may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not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meaningful)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2862214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4190" y="104790"/>
                </a:moveTo>
                <a:lnTo>
                  <a:pt x="371856" y="135493"/>
                </a:lnTo>
                <a:lnTo>
                  <a:pt x="366188" y="140184"/>
                </a:lnTo>
                <a:lnTo>
                  <a:pt x="363092" y="146732"/>
                </a:lnTo>
                <a:lnTo>
                  <a:pt x="362854" y="154138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1063" y="105013"/>
                </a:lnTo>
                <a:lnTo>
                  <a:pt x="424190" y="104790"/>
                </a:lnTo>
                <a:close/>
              </a:path>
              <a:path w="535305" h="171450">
                <a:moveTo>
                  <a:pt x="457772" y="85088"/>
                </a:moveTo>
                <a:lnTo>
                  <a:pt x="424190" y="104790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7772" y="85088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1063" y="105013"/>
                </a:lnTo>
                <a:lnTo>
                  <a:pt x="534924" y="85201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0" y="103489"/>
                </a:lnTo>
                <a:lnTo>
                  <a:pt x="424190" y="104790"/>
                </a:lnTo>
                <a:lnTo>
                  <a:pt x="457772" y="85088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8437"/>
                </a:moveTo>
                <a:lnTo>
                  <a:pt x="457772" y="85088"/>
                </a:lnTo>
                <a:lnTo>
                  <a:pt x="486156" y="101965"/>
                </a:lnTo>
                <a:lnTo>
                  <a:pt x="486156" y="68437"/>
                </a:lnTo>
                <a:close/>
              </a:path>
              <a:path w="535305" h="171450">
                <a:moveTo>
                  <a:pt x="496824" y="68437"/>
                </a:moveTo>
                <a:lnTo>
                  <a:pt x="486156" y="68437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8437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7772" y="85088"/>
                </a:lnTo>
                <a:lnTo>
                  <a:pt x="486156" y="68437"/>
                </a:lnTo>
                <a:lnTo>
                  <a:pt x="496824" y="68437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</a:rPr>
              <a:t>Representation</a:t>
            </a:r>
            <a:r>
              <a:rPr sz="2000" spc="-85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in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spc="-50" dirty="0">
                <a:solidFill>
                  <a:srgbClr val="FF0000"/>
                </a:solidFill>
              </a:rPr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139" y="1339240"/>
            <a:ext cx="2590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Strings</a:t>
            </a:r>
            <a:r>
              <a:rPr spc="-7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50" dirty="0"/>
              <a:t>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2438400"/>
            <a:ext cx="9144000" cy="4876800"/>
            <a:chOff x="457200" y="2438400"/>
            <a:chExt cx="9144000" cy="4876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7271" y="2438400"/>
              <a:ext cx="3233928" cy="1447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21739" y="2463800"/>
            <a:ext cx="4347845" cy="326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098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explicit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type,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instead </a:t>
            </a:r>
            <a:r>
              <a:rPr sz="2400" b="1" dirty="0">
                <a:latin typeface="Arial"/>
                <a:cs typeface="Arial"/>
              </a:rPr>
              <a:t>strings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are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maintained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as </a:t>
            </a:r>
            <a:r>
              <a:rPr sz="2400" b="1" dirty="0">
                <a:latin typeface="Arial"/>
                <a:cs typeface="Arial"/>
              </a:rPr>
              <a:t>arrays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characters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Representing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stored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arrays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characters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array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any</a:t>
            </a:r>
            <a:r>
              <a:rPr sz="2000" b="1" spc="-10" dirty="0">
                <a:latin typeface="Arial"/>
                <a:cs typeface="Arial"/>
              </a:rPr>
              <a:t> length</a:t>
            </a:r>
            <a:endParaRPr sz="2000">
              <a:latin typeface="Arial"/>
              <a:cs typeface="Arial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Arial"/>
                <a:cs typeface="Arial"/>
              </a:rPr>
              <a:t>end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string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indicated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by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a </a:t>
            </a:r>
            <a:r>
              <a:rPr sz="2000" b="1" i="1" dirty="0">
                <a:latin typeface="Arial"/>
                <a:cs typeface="Arial"/>
              </a:rPr>
              <a:t>delimiter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zero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character </a:t>
            </a:r>
            <a:r>
              <a:rPr sz="2000" b="1" spc="-20" dirty="0">
                <a:latin typeface="Arial"/>
                <a:cs typeface="Arial"/>
              </a:rPr>
              <a:t>'\0'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7271" y="3886200"/>
            <a:ext cx="3233928" cy="2205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990600" y="3167014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4190" y="104790"/>
                </a:moveTo>
                <a:lnTo>
                  <a:pt x="371856" y="135493"/>
                </a:lnTo>
                <a:lnTo>
                  <a:pt x="366188" y="140184"/>
                </a:lnTo>
                <a:lnTo>
                  <a:pt x="363092" y="146732"/>
                </a:lnTo>
                <a:lnTo>
                  <a:pt x="362854" y="154138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1063" y="105013"/>
                </a:lnTo>
                <a:lnTo>
                  <a:pt x="424190" y="104790"/>
                </a:lnTo>
                <a:close/>
              </a:path>
              <a:path w="535305" h="171450">
                <a:moveTo>
                  <a:pt x="457772" y="85088"/>
                </a:moveTo>
                <a:lnTo>
                  <a:pt x="424190" y="104790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7772" y="85088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1063" y="105013"/>
                </a:lnTo>
                <a:lnTo>
                  <a:pt x="534924" y="85201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0" y="103489"/>
                </a:lnTo>
                <a:lnTo>
                  <a:pt x="424190" y="104790"/>
                </a:lnTo>
                <a:lnTo>
                  <a:pt x="457772" y="85088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8437"/>
                </a:moveTo>
                <a:lnTo>
                  <a:pt x="457772" y="85088"/>
                </a:lnTo>
                <a:lnTo>
                  <a:pt x="486156" y="101965"/>
                </a:lnTo>
                <a:lnTo>
                  <a:pt x="486156" y="68437"/>
                </a:lnTo>
                <a:close/>
              </a:path>
              <a:path w="535305" h="171450">
                <a:moveTo>
                  <a:pt x="496824" y="68437"/>
                </a:moveTo>
                <a:lnTo>
                  <a:pt x="486156" y="68437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8437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7772" y="85088"/>
                </a:lnTo>
                <a:lnTo>
                  <a:pt x="486156" y="68437"/>
                </a:lnTo>
                <a:lnTo>
                  <a:pt x="496824" y="68437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>
                <a:solidFill>
                  <a:srgbClr val="FF0000"/>
                </a:solidFill>
              </a:rPr>
              <a:t>String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26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Literals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609" y="1700415"/>
            <a:ext cx="7546975" cy="481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221615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literal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values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represented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35" dirty="0">
                <a:latin typeface="Arial"/>
                <a:cs typeface="Arial"/>
              </a:rPr>
              <a:t>by </a:t>
            </a:r>
            <a:r>
              <a:rPr sz="2800" b="1" dirty="0">
                <a:latin typeface="Arial"/>
                <a:cs typeface="Arial"/>
              </a:rPr>
              <a:t>sequences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characters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between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double </a:t>
            </a:r>
            <a:r>
              <a:rPr sz="2800" b="1" dirty="0">
                <a:latin typeface="Arial"/>
                <a:cs typeface="Arial"/>
              </a:rPr>
              <a:t>quotes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10" dirty="0">
                <a:latin typeface="Arial"/>
                <a:cs typeface="Arial"/>
              </a:rPr>
              <a:t>Examples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b="1" spc="-10" dirty="0">
                <a:latin typeface="Arial"/>
                <a:cs typeface="Arial"/>
              </a:rPr>
              <a:t>"hello"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""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empty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string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"H"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versus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'H'</a:t>
            </a:r>
            <a:endParaRPr sz="28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'H'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single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character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value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(stored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byte)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ASCII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value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(72)</a:t>
            </a:r>
            <a:endParaRPr sz="2400">
              <a:latin typeface="Arial"/>
              <a:cs typeface="Arial"/>
            </a:endParaRPr>
          </a:p>
          <a:p>
            <a:pPr marL="756285" marR="111125" lvl="1" indent="-2870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"H"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array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two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characters,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first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is </a:t>
            </a:r>
            <a:r>
              <a:rPr sz="2400" b="1" dirty="0">
                <a:latin typeface="Arial"/>
                <a:cs typeface="Arial"/>
              </a:rPr>
              <a:t>H,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second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character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value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\0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26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Literals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981200"/>
            <a:ext cx="5791200" cy="40096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26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Literals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971800"/>
            <a:ext cx="8001000" cy="2264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26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Literals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316" y="2417064"/>
            <a:ext cx="7289292" cy="29397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3447431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>
                <a:solidFill>
                  <a:srgbClr val="FF0000"/>
                </a:solidFill>
              </a:rPr>
              <a:t>String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609" y="1429118"/>
            <a:ext cx="7507605" cy="52698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4965" marR="5080" indent="-3429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Allocate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array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size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large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enough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to </a:t>
            </a:r>
            <a:r>
              <a:rPr sz="2800" b="1" dirty="0">
                <a:latin typeface="Arial"/>
                <a:cs typeface="Arial"/>
              </a:rPr>
              <a:t>hold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(plus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1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extra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value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for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the </a:t>
            </a:r>
            <a:r>
              <a:rPr sz="2800" b="1" spc="-10" dirty="0">
                <a:latin typeface="Arial"/>
                <a:cs typeface="Arial"/>
              </a:rPr>
              <a:t>delimiter)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Examples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(with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initialization):</a:t>
            </a:r>
            <a:endParaRPr sz="2800">
              <a:latin typeface="Arial"/>
              <a:cs typeface="Arial"/>
            </a:endParaRPr>
          </a:p>
          <a:p>
            <a:pPr marL="469265" marR="3716654">
              <a:lnSpc>
                <a:spcPct val="110000"/>
              </a:lnSpc>
              <a:spcBef>
                <a:spcPts val="15"/>
              </a:spcBef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 </a:t>
            </a: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str2[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]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 </a:t>
            </a: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str3[20]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</a:t>
            </a:r>
            <a:endParaRPr sz="24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90"/>
              </a:spcBef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str5[6]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{'H','e','l','l','o','\0'};</a:t>
            </a:r>
            <a:endParaRPr sz="2400">
              <a:latin typeface="Arial"/>
              <a:cs typeface="Arial"/>
            </a:endParaRPr>
          </a:p>
          <a:p>
            <a:pPr marL="354965" marR="162560" indent="-342900">
              <a:lnSpc>
                <a:spcPct val="9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Note,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each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variable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considered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a </a:t>
            </a:r>
            <a:r>
              <a:rPr sz="2800" b="1" dirty="0">
                <a:latin typeface="Arial"/>
                <a:cs typeface="Arial"/>
              </a:rPr>
              <a:t>constant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that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space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it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connected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cannot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changed</a:t>
            </a:r>
            <a:endParaRPr sz="2800">
              <a:latin typeface="Arial"/>
              <a:cs typeface="Arial"/>
            </a:endParaRPr>
          </a:p>
          <a:p>
            <a:pPr marL="756285" marR="339090" indent="-287020">
              <a:lnSpc>
                <a:spcPts val="2590"/>
              </a:lnSpc>
              <a:spcBef>
                <a:spcPts val="635"/>
              </a:spcBef>
            </a:pPr>
            <a:r>
              <a:rPr sz="2400" b="1" dirty="0">
                <a:latin typeface="Arial"/>
                <a:cs typeface="Arial"/>
              </a:rPr>
              <a:t>str1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str2;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/*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allowed,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but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can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copy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contents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(more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later)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Changing</a:t>
            </a:r>
            <a:r>
              <a:rPr spc="-70" dirty="0"/>
              <a:t> </a:t>
            </a:r>
            <a:r>
              <a:rPr dirty="0"/>
              <a:t>content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String</a:t>
            </a:r>
            <a:r>
              <a:rPr spc="-7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609" y="1612150"/>
            <a:ext cx="7680325" cy="45999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Can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change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parts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variable</a:t>
            </a:r>
            <a:endParaRPr sz="2800" dirty="0">
              <a:latin typeface="Arial"/>
              <a:cs typeface="Arial"/>
            </a:endParaRPr>
          </a:p>
          <a:p>
            <a:pPr marL="469265" marR="4092575">
              <a:lnSpc>
                <a:spcPct val="110000"/>
              </a:lnSpc>
              <a:spcBef>
                <a:spcPts val="20"/>
              </a:spcBef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 </a:t>
            </a:r>
            <a:r>
              <a:rPr sz="2400" b="1" dirty="0">
                <a:latin typeface="Arial"/>
                <a:cs typeface="Arial"/>
              </a:rPr>
              <a:t>str1[0]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'y';</a:t>
            </a:r>
            <a:endParaRPr sz="2400" dirty="0">
              <a:latin typeface="Arial"/>
              <a:cs typeface="Arial"/>
            </a:endParaRPr>
          </a:p>
          <a:p>
            <a:pPr marL="469265" marR="3970654">
              <a:lnSpc>
                <a:spcPct val="110000"/>
              </a:lnSpc>
            </a:pPr>
            <a:r>
              <a:rPr sz="2400" b="1" dirty="0">
                <a:latin typeface="Arial"/>
                <a:cs typeface="Arial"/>
              </a:rPr>
              <a:t>/*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now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"yello"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*/ </a:t>
            </a:r>
            <a:r>
              <a:rPr sz="2400" b="1" dirty="0">
                <a:latin typeface="Arial"/>
                <a:cs typeface="Arial"/>
              </a:rPr>
              <a:t>str1[4]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'\0';</a:t>
            </a:r>
            <a:endParaRPr sz="24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85"/>
              </a:spcBef>
            </a:pPr>
            <a:r>
              <a:rPr sz="2400" b="1" dirty="0">
                <a:latin typeface="Arial"/>
                <a:cs typeface="Arial"/>
              </a:rPr>
              <a:t>/*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now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"yell"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*/</a:t>
            </a:r>
            <a:endParaRPr sz="2400" dirty="0">
              <a:latin typeface="Arial"/>
              <a:cs typeface="Arial"/>
            </a:endParaRPr>
          </a:p>
          <a:p>
            <a:pPr marL="354965" marR="5080" indent="-342900">
              <a:lnSpc>
                <a:spcPct val="90000"/>
              </a:lnSpc>
              <a:spcBef>
                <a:spcPts val="66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Important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retain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delimiter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(replacing </a:t>
            </a:r>
            <a:r>
              <a:rPr sz="2800" b="1" dirty="0">
                <a:latin typeface="Arial"/>
                <a:cs typeface="Arial"/>
              </a:rPr>
              <a:t>str1[5]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original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with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something </a:t>
            </a:r>
            <a:r>
              <a:rPr sz="2800" b="1" dirty="0">
                <a:latin typeface="Arial"/>
                <a:cs typeface="Arial"/>
              </a:rPr>
              <a:t>other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than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'\0'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makes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that</a:t>
            </a:r>
            <a:r>
              <a:rPr sz="2800" b="1" spc="-3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does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not </a:t>
            </a:r>
            <a:r>
              <a:rPr sz="2800" b="1" spc="-20" dirty="0">
                <a:latin typeface="Arial"/>
                <a:cs typeface="Arial"/>
              </a:rPr>
              <a:t>end)</a:t>
            </a: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Have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stay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within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limits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array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0335">
              <a:lnSpc>
                <a:spcPct val="100000"/>
              </a:lnSpc>
              <a:spcBef>
                <a:spcPts val="100"/>
              </a:spcBef>
            </a:pPr>
            <a:r>
              <a:rPr dirty="0"/>
              <a:t>Duplicate</a:t>
            </a:r>
            <a:r>
              <a:rPr spc="-80" dirty="0"/>
              <a:t> </a:t>
            </a:r>
            <a:r>
              <a:rPr dirty="0"/>
              <a:t>String</a:t>
            </a:r>
            <a:r>
              <a:rPr spc="-55" dirty="0"/>
              <a:t> </a:t>
            </a:r>
            <a:r>
              <a:rPr spc="-10" dirty="0"/>
              <a:t>Literals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609" y="1700415"/>
            <a:ext cx="7541895" cy="487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Each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literal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program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stored </a:t>
            </a:r>
            <a:r>
              <a:rPr sz="2800" b="1" dirty="0">
                <a:latin typeface="Arial"/>
                <a:cs typeface="Arial"/>
              </a:rPr>
              <a:t>at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different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location</a:t>
            </a:r>
            <a:endParaRPr sz="2800">
              <a:latin typeface="Arial"/>
              <a:cs typeface="Arial"/>
            </a:endParaRPr>
          </a:p>
          <a:p>
            <a:pPr marL="354965" marR="255904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So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even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literals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contain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the </a:t>
            </a:r>
            <a:r>
              <a:rPr sz="2800" b="1" dirty="0">
                <a:latin typeface="Arial"/>
                <a:cs typeface="Arial"/>
              </a:rPr>
              <a:t>same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string,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they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not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equal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(in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== </a:t>
            </a:r>
            <a:r>
              <a:rPr sz="2800" b="1" spc="-10" dirty="0">
                <a:latin typeface="Arial"/>
                <a:cs typeface="Arial"/>
              </a:rPr>
              <a:t>sense)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10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</a:t>
            </a:r>
            <a:endParaRPr sz="2400">
              <a:latin typeface="Arial"/>
              <a:cs typeface="Arial"/>
            </a:endParaRPr>
          </a:p>
          <a:p>
            <a:pPr marL="756285" marR="58419" lvl="1" indent="-2870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but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does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equal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(they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are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stored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at </a:t>
            </a:r>
            <a:r>
              <a:rPr sz="2400" b="1" dirty="0">
                <a:latin typeface="Arial"/>
                <a:cs typeface="Arial"/>
              </a:rPr>
              <a:t>different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locations)</a:t>
            </a:r>
            <a:endParaRPr sz="24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5650" algn="l"/>
              </a:tabLst>
            </a:pPr>
            <a:r>
              <a:rPr sz="2400" b="1" dirty="0">
                <a:latin typeface="Arial"/>
                <a:cs typeface="Arial"/>
              </a:rPr>
              <a:t>if(str1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==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str2)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…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FALSE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739395"/>
            <a:ext cx="9144000" cy="3576320"/>
            <a:chOff x="457200" y="3739395"/>
            <a:chExt cx="9144000" cy="3576320"/>
          </a:xfrm>
        </p:grpSpPr>
        <p:sp>
          <p:nvSpPr>
            <p:cNvPr id="4" name="object 4"/>
            <p:cNvSpPr/>
            <p:nvPr/>
          </p:nvSpPr>
          <p:spPr>
            <a:xfrm>
              <a:off x="914400" y="3739395"/>
              <a:ext cx="535305" cy="147320"/>
            </a:xfrm>
            <a:custGeom>
              <a:avLst/>
              <a:gdLst/>
              <a:ahLst/>
              <a:cxnLst/>
              <a:rect l="l" t="t" r="r" b="b"/>
              <a:pathLst>
                <a:path w="535305" h="147320">
                  <a:moveTo>
                    <a:pt x="424190" y="105433"/>
                  </a:moveTo>
                  <a:lnTo>
                    <a:pt x="371856" y="136136"/>
                  </a:lnTo>
                  <a:lnTo>
                    <a:pt x="366188" y="140827"/>
                  </a:lnTo>
                  <a:lnTo>
                    <a:pt x="363363" y="146804"/>
                  </a:lnTo>
                  <a:lnTo>
                    <a:pt x="428808" y="146804"/>
                  </a:lnTo>
                  <a:lnTo>
                    <a:pt x="500436" y="105656"/>
                  </a:lnTo>
                  <a:lnTo>
                    <a:pt x="424190" y="105433"/>
                  </a:lnTo>
                  <a:close/>
                </a:path>
                <a:path w="535305" h="147320">
                  <a:moveTo>
                    <a:pt x="457772" y="85731"/>
                  </a:moveTo>
                  <a:lnTo>
                    <a:pt x="424190" y="105433"/>
                  </a:lnTo>
                  <a:lnTo>
                    <a:pt x="496824" y="105656"/>
                  </a:lnTo>
                  <a:lnTo>
                    <a:pt x="496824" y="102608"/>
                  </a:lnTo>
                  <a:lnTo>
                    <a:pt x="486156" y="102608"/>
                  </a:lnTo>
                  <a:lnTo>
                    <a:pt x="457772" y="85731"/>
                  </a:lnTo>
                  <a:close/>
                </a:path>
                <a:path w="535305" h="147320">
                  <a:moveTo>
                    <a:pt x="384619" y="0"/>
                  </a:moveTo>
                  <a:lnTo>
                    <a:pt x="377571" y="690"/>
                  </a:lnTo>
                  <a:lnTo>
                    <a:pt x="371094" y="3952"/>
                  </a:lnTo>
                  <a:lnTo>
                    <a:pt x="365759" y="9644"/>
                  </a:lnTo>
                  <a:lnTo>
                    <a:pt x="363735" y="16692"/>
                  </a:lnTo>
                  <a:lnTo>
                    <a:pt x="364426" y="23741"/>
                  </a:lnTo>
                  <a:lnTo>
                    <a:pt x="367688" y="30218"/>
                  </a:lnTo>
                  <a:lnTo>
                    <a:pt x="373380" y="35552"/>
                  </a:lnTo>
                  <a:lnTo>
                    <a:pt x="426842" y="67340"/>
                  </a:lnTo>
                  <a:lnTo>
                    <a:pt x="496824" y="67556"/>
                  </a:lnTo>
                  <a:lnTo>
                    <a:pt x="496824" y="105656"/>
                  </a:lnTo>
                  <a:lnTo>
                    <a:pt x="500436" y="105656"/>
                  </a:lnTo>
                  <a:lnTo>
                    <a:pt x="534924" y="85844"/>
                  </a:lnTo>
                  <a:lnTo>
                    <a:pt x="391668" y="2024"/>
                  </a:lnTo>
                  <a:lnTo>
                    <a:pt x="384619" y="0"/>
                  </a:lnTo>
                  <a:close/>
                </a:path>
                <a:path w="535305" h="147320">
                  <a:moveTo>
                    <a:pt x="1524" y="66032"/>
                  </a:moveTo>
                  <a:lnTo>
                    <a:pt x="0" y="104132"/>
                  </a:lnTo>
                  <a:lnTo>
                    <a:pt x="424190" y="105433"/>
                  </a:lnTo>
                  <a:lnTo>
                    <a:pt x="457772" y="85731"/>
                  </a:lnTo>
                  <a:lnTo>
                    <a:pt x="426842" y="67340"/>
                  </a:lnTo>
                  <a:lnTo>
                    <a:pt x="1524" y="66032"/>
                  </a:lnTo>
                  <a:close/>
                </a:path>
                <a:path w="535305" h="147320">
                  <a:moveTo>
                    <a:pt x="486156" y="69080"/>
                  </a:moveTo>
                  <a:lnTo>
                    <a:pt x="457772" y="85731"/>
                  </a:lnTo>
                  <a:lnTo>
                    <a:pt x="486156" y="102608"/>
                  </a:lnTo>
                  <a:lnTo>
                    <a:pt x="486156" y="69080"/>
                  </a:lnTo>
                  <a:close/>
                </a:path>
                <a:path w="535305" h="147320">
                  <a:moveTo>
                    <a:pt x="496824" y="69080"/>
                  </a:moveTo>
                  <a:lnTo>
                    <a:pt x="486156" y="69080"/>
                  </a:lnTo>
                  <a:lnTo>
                    <a:pt x="486156" y="102608"/>
                  </a:lnTo>
                  <a:lnTo>
                    <a:pt x="496824" y="102608"/>
                  </a:lnTo>
                  <a:lnTo>
                    <a:pt x="496824" y="69080"/>
                  </a:lnTo>
                  <a:close/>
                </a:path>
                <a:path w="535305" h="147320">
                  <a:moveTo>
                    <a:pt x="426842" y="67340"/>
                  </a:moveTo>
                  <a:lnTo>
                    <a:pt x="457772" y="85731"/>
                  </a:lnTo>
                  <a:lnTo>
                    <a:pt x="486156" y="69080"/>
                  </a:lnTo>
                  <a:lnTo>
                    <a:pt x="496824" y="69080"/>
                  </a:lnTo>
                  <a:lnTo>
                    <a:pt x="496824" y="67556"/>
                  </a:lnTo>
                  <a:lnTo>
                    <a:pt x="426842" y="6734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>
                <a:solidFill>
                  <a:srgbClr val="FF0000"/>
                </a:solidFill>
              </a:rPr>
              <a:t>String</a:t>
            </a:r>
            <a:r>
              <a:rPr sz="2000" spc="-40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  <p:sp>
        <p:nvSpPr>
          <p:cNvPr id="7" name="object 7"/>
          <p:cNvSpPr/>
          <p:nvPr/>
        </p:nvSpPr>
        <p:spPr>
          <a:xfrm>
            <a:off x="1277254" y="3886200"/>
            <a:ext cx="66040" cy="24765"/>
          </a:xfrm>
          <a:custGeom>
            <a:avLst/>
            <a:gdLst/>
            <a:ahLst/>
            <a:cxnLst/>
            <a:rect l="l" t="t" r="r" b="b"/>
            <a:pathLst>
              <a:path w="66040" h="24764">
                <a:moveTo>
                  <a:pt x="65953" y="0"/>
                </a:moveTo>
                <a:lnTo>
                  <a:pt x="508" y="0"/>
                </a:lnTo>
                <a:lnTo>
                  <a:pt x="238" y="571"/>
                </a:lnTo>
                <a:lnTo>
                  <a:pt x="0" y="7977"/>
                </a:lnTo>
                <a:lnTo>
                  <a:pt x="2905" y="15239"/>
                </a:lnTo>
                <a:lnTo>
                  <a:pt x="7596" y="20907"/>
                </a:lnTo>
                <a:lnTo>
                  <a:pt x="14144" y="24002"/>
                </a:lnTo>
                <a:lnTo>
                  <a:pt x="21550" y="24241"/>
                </a:lnTo>
                <a:lnTo>
                  <a:pt x="28813" y="21336"/>
                </a:lnTo>
                <a:lnTo>
                  <a:pt x="659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717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609" y="1657438"/>
            <a:ext cx="7470140" cy="345312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4965" marR="5080" indent="-3429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Use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%s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field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specification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scanf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read </a:t>
            </a:r>
            <a:r>
              <a:rPr sz="2800" b="1" spc="-10" dirty="0">
                <a:latin typeface="Arial"/>
                <a:cs typeface="Arial"/>
              </a:rPr>
              <a:t>string</a:t>
            </a:r>
            <a:endParaRPr sz="28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1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ignores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leading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white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reads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characters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until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next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white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space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encountered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C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stores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null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(\0)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after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last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non-</a:t>
            </a:r>
            <a:r>
              <a:rPr sz="2000" b="1" dirty="0">
                <a:latin typeface="Arial"/>
                <a:cs typeface="Arial"/>
              </a:rPr>
              <a:t>white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space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char</a:t>
            </a:r>
            <a:endParaRPr sz="2000">
              <a:latin typeface="Arial"/>
              <a:cs typeface="Arial"/>
            </a:endParaRPr>
          </a:p>
          <a:p>
            <a:pPr marL="755650" lvl="1" indent="-28638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Reads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array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(no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&amp;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before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name,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array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pointer)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spc="-10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469265" marR="4164965">
              <a:lnSpc>
                <a:spcPct val="110000"/>
              </a:lnSpc>
              <a:spcBef>
                <a:spcPts val="15"/>
              </a:spcBef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Name[11]; </a:t>
            </a:r>
            <a:r>
              <a:rPr sz="2400" b="1" dirty="0">
                <a:latin typeface="Arial"/>
                <a:cs typeface="Arial"/>
              </a:rPr>
              <a:t>scanf("%s",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Name);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5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String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2040" y="5785104"/>
              <a:ext cx="6577965" cy="0"/>
            </a:xfrm>
            <a:custGeom>
              <a:avLst/>
              <a:gdLst/>
              <a:ahLst/>
              <a:cxnLst/>
              <a:rect l="l" t="t" r="r" b="b"/>
              <a:pathLst>
                <a:path w="6577965">
                  <a:moveTo>
                    <a:pt x="0" y="0"/>
                  </a:moveTo>
                  <a:lnTo>
                    <a:pt x="6577584" y="0"/>
                  </a:lnTo>
                </a:path>
              </a:pathLst>
            </a:custGeom>
            <a:ln w="304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6939" y="1552548"/>
            <a:ext cx="4376420" cy="51079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i="1" spc="-20" dirty="0">
                <a:latin typeface="Arial"/>
                <a:cs typeface="Arial"/>
              </a:rPr>
              <a:t>gets</a:t>
            </a:r>
            <a:endParaRPr sz="2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Arial"/>
                <a:cs typeface="Arial"/>
              </a:rPr>
              <a:t>Get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string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from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user</a:t>
            </a:r>
            <a:r>
              <a:rPr sz="2000" b="1" spc="-20" dirty="0">
                <a:latin typeface="Arial"/>
                <a:cs typeface="Arial"/>
              </a:rPr>
              <a:t> input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Arial"/>
                <a:cs typeface="Arial"/>
              </a:rPr>
              <a:t>reads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until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enter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pressed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2000" dirty="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main(){</a:t>
            </a:r>
            <a:endParaRPr sz="2400" dirty="0">
              <a:latin typeface="Courier New"/>
              <a:cs typeface="Courier New"/>
            </a:endParaRPr>
          </a:p>
          <a:p>
            <a:pPr marL="508000" marR="574675">
              <a:lnSpc>
                <a:spcPct val="120000"/>
              </a:lnSpc>
            </a:pPr>
            <a:r>
              <a:rPr sz="2400" b="1" dirty="0">
                <a:latin typeface="Courier New"/>
                <a:cs typeface="Courier New"/>
              </a:rPr>
              <a:t>char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c[80]; gets(c); </a:t>
            </a:r>
            <a:r>
              <a:rPr sz="2400" b="1" dirty="0">
                <a:latin typeface="Courier New"/>
                <a:cs typeface="Courier New"/>
              </a:rPr>
              <a:t>printf("%s\n",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c);</a:t>
            </a:r>
            <a:endParaRPr sz="2400" dirty="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575"/>
              </a:spcBef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 dirty="0">
              <a:latin typeface="Courier New"/>
              <a:cs typeface="Courier New"/>
            </a:endParaRPr>
          </a:p>
          <a:p>
            <a:pPr marL="165100" marR="5080">
              <a:lnSpc>
                <a:spcPct val="120000"/>
              </a:lnSpc>
            </a:pPr>
            <a:r>
              <a:rPr sz="2400" b="1" dirty="0">
                <a:latin typeface="Courier New"/>
                <a:cs typeface="Courier New"/>
              </a:rPr>
              <a:t>Input: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TODAY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MONDAY </a:t>
            </a:r>
            <a:r>
              <a:rPr sz="2400" b="1" dirty="0">
                <a:latin typeface="Courier New"/>
                <a:cs typeface="Courier New"/>
              </a:rPr>
              <a:t>Output: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TODAY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IS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MONDAY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667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</a:t>
            </a:r>
            <a:r>
              <a:rPr spc="-12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609" y="1700415"/>
            <a:ext cx="7402195" cy="308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Use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%s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field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specification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printf:</a:t>
            </a:r>
            <a:endParaRPr sz="2800">
              <a:latin typeface="Arial"/>
              <a:cs typeface="Arial"/>
            </a:endParaRPr>
          </a:p>
          <a:p>
            <a:pPr marL="469265" marR="5080">
              <a:lnSpc>
                <a:spcPct val="240000"/>
              </a:lnSpc>
              <a:spcBef>
                <a:spcPts val="15"/>
              </a:spcBef>
            </a:pPr>
            <a:r>
              <a:rPr sz="2400" b="1" dirty="0">
                <a:latin typeface="Arial"/>
                <a:cs typeface="Arial"/>
              </a:rPr>
              <a:t>characters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printed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until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\0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encountered </a:t>
            </a: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Name[10]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"Rich";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printf("%s",Name);</a:t>
            </a:r>
            <a:r>
              <a:rPr sz="2400" b="1" dirty="0">
                <a:latin typeface="Arial"/>
                <a:cs typeface="Arial"/>
              </a:rPr>
              <a:t> /*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outputs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Rich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>
                <a:solidFill>
                  <a:srgbClr val="FF0000"/>
                </a:solidFill>
              </a:rPr>
              <a:t>String</a:t>
            </a:r>
            <a:r>
              <a:rPr sz="2000" spc="-3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Manipulations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914400" y="43359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00"/>
              </a:spcBef>
            </a:pPr>
            <a:r>
              <a:rPr dirty="0"/>
              <a:t>Determining</a:t>
            </a:r>
            <a:r>
              <a:rPr spc="-65" dirty="0"/>
              <a:t> </a:t>
            </a:r>
            <a:r>
              <a:rPr dirty="0"/>
              <a:t>length</a:t>
            </a:r>
            <a:r>
              <a:rPr spc="-3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539" y="1549400"/>
            <a:ext cx="6540500" cy="1929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i="1" spc="-10" dirty="0">
                <a:latin typeface="Arial"/>
                <a:cs typeface="Arial"/>
              </a:rPr>
              <a:t>strlen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Arial"/>
                <a:cs typeface="Arial"/>
              </a:rPr>
              <a:t>Returns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number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characters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"Saturday"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550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length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strlen("Saturday");</a:t>
            </a:r>
            <a:endParaRPr sz="20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1680"/>
              </a:spcBef>
            </a:pPr>
            <a:r>
              <a:rPr sz="2000" b="1" dirty="0">
                <a:latin typeface="Courier New"/>
                <a:cs typeface="Courier New"/>
              </a:rPr>
              <a:t>//answer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8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400" y="2611628"/>
            <a:ext cx="604393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program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will</a:t>
            </a:r>
            <a:r>
              <a:rPr spc="-45" dirty="0"/>
              <a:t> </a:t>
            </a:r>
            <a:r>
              <a:rPr dirty="0"/>
              <a:t>print</a:t>
            </a:r>
            <a:r>
              <a:rPr spc="-30" dirty="0"/>
              <a:t> </a:t>
            </a:r>
            <a:r>
              <a:rPr i="1" spc="-25" dirty="0">
                <a:latin typeface="Arial"/>
                <a:cs typeface="Arial"/>
              </a:rPr>
              <a:t>n</a:t>
            </a:r>
            <a:r>
              <a:rPr spc="-25" dirty="0"/>
              <a:t>-</a:t>
            </a:r>
            <a:r>
              <a:rPr dirty="0"/>
              <a:t>th</a:t>
            </a:r>
            <a:r>
              <a:rPr spc="-30" dirty="0"/>
              <a:t> </a:t>
            </a:r>
            <a:r>
              <a:rPr dirty="0"/>
              <a:t>letter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dirty="0"/>
              <a:t>sentence</a:t>
            </a:r>
            <a:r>
              <a:rPr spc="-50" dirty="0"/>
              <a:t> </a:t>
            </a:r>
            <a:r>
              <a:rPr dirty="0"/>
              <a:t>entered</a:t>
            </a:r>
            <a:r>
              <a:rPr spc="-2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a</a:t>
            </a:r>
            <a:r>
              <a:rPr spc="-10" dirty="0"/>
              <a:t> user. </a:t>
            </a:r>
            <a:r>
              <a:rPr i="1" dirty="0">
                <a:latin typeface="Arial"/>
                <a:cs typeface="Arial"/>
              </a:rPr>
              <a:t>n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dirty="0"/>
              <a:t>will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20" dirty="0"/>
              <a:t>your </a:t>
            </a:r>
            <a:r>
              <a:rPr spc="-10" dirty="0"/>
              <a:t>program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965704"/>
            <a:ext cx="9144000" cy="4349750"/>
            <a:chOff x="457200" y="2965704"/>
            <a:chExt cx="9144000" cy="4349750"/>
          </a:xfrm>
        </p:grpSpPr>
        <p:sp>
          <p:nvSpPr>
            <p:cNvPr id="3" name="object 3"/>
            <p:cNvSpPr/>
            <p:nvPr/>
          </p:nvSpPr>
          <p:spPr>
            <a:xfrm>
              <a:off x="3352800" y="2971800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914400"/>
                  </a:lnTo>
                  <a:lnTo>
                    <a:pt x="2514600" y="914400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6704" y="2965704"/>
              <a:ext cx="2528570" cy="920750"/>
            </a:xfrm>
            <a:custGeom>
              <a:avLst/>
              <a:gdLst/>
              <a:ahLst/>
              <a:cxnLst/>
              <a:rect l="l" t="t" r="r" b="b"/>
              <a:pathLst>
                <a:path w="2528570" h="9207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920496"/>
                  </a:lnTo>
                  <a:lnTo>
                    <a:pt x="13716" y="920496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9207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920496"/>
                  </a:lnTo>
                  <a:lnTo>
                    <a:pt x="2528316" y="920496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9207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372611"/>
              <a:ext cx="5259705" cy="498475"/>
            </a:xfrm>
            <a:custGeom>
              <a:avLst/>
              <a:gdLst/>
              <a:ahLst/>
              <a:cxnLst/>
              <a:rect l="l" t="t" r="r" b="b"/>
              <a:pathLst>
                <a:path w="5259705" h="498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498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498475">
                  <a:moveTo>
                    <a:pt x="5237988" y="452628"/>
                  </a:moveTo>
                  <a:lnTo>
                    <a:pt x="5233416" y="452628"/>
                  </a:lnTo>
                  <a:lnTo>
                    <a:pt x="5185270" y="452628"/>
                  </a:lnTo>
                  <a:lnTo>
                    <a:pt x="5151120" y="472440"/>
                  </a:lnTo>
                  <a:lnTo>
                    <a:pt x="5145024" y="477012"/>
                  </a:lnTo>
                  <a:lnTo>
                    <a:pt x="5141976" y="484632"/>
                  </a:lnTo>
                  <a:lnTo>
                    <a:pt x="5146548" y="490728"/>
                  </a:lnTo>
                  <a:lnTo>
                    <a:pt x="5149596" y="496824"/>
                  </a:lnTo>
                  <a:lnTo>
                    <a:pt x="5157216" y="498348"/>
                  </a:lnTo>
                  <a:lnTo>
                    <a:pt x="5163312" y="495300"/>
                  </a:lnTo>
                  <a:lnTo>
                    <a:pt x="5237988" y="452628"/>
                  </a:lnTo>
                  <a:close/>
                </a:path>
                <a:path w="5259705" h="498475">
                  <a:moveTo>
                    <a:pt x="5259324" y="440436"/>
                  </a:moveTo>
                  <a:lnTo>
                    <a:pt x="5163312" y="384048"/>
                  </a:lnTo>
                  <a:lnTo>
                    <a:pt x="5157216" y="381000"/>
                  </a:lnTo>
                  <a:lnTo>
                    <a:pt x="5149596" y="382524"/>
                  </a:lnTo>
                  <a:lnTo>
                    <a:pt x="5146548" y="388620"/>
                  </a:lnTo>
                  <a:lnTo>
                    <a:pt x="5141976" y="394716"/>
                  </a:lnTo>
                  <a:lnTo>
                    <a:pt x="5145024" y="402336"/>
                  </a:lnTo>
                  <a:lnTo>
                    <a:pt x="5151120" y="405384"/>
                  </a:lnTo>
                  <a:lnTo>
                    <a:pt x="5186591" y="426669"/>
                  </a:lnTo>
                  <a:lnTo>
                    <a:pt x="3886200" y="425196"/>
                  </a:lnTo>
                  <a:lnTo>
                    <a:pt x="3886200" y="451104"/>
                  </a:lnTo>
                  <a:lnTo>
                    <a:pt x="5185372" y="452577"/>
                  </a:lnTo>
                  <a:lnTo>
                    <a:pt x="5233416" y="452628"/>
                  </a:lnTo>
                  <a:lnTo>
                    <a:pt x="5238077" y="452577"/>
                  </a:lnTo>
                  <a:lnTo>
                    <a:pt x="5259324" y="440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886200"/>
              <a:ext cx="2514600" cy="838200"/>
            </a:xfrm>
            <a:custGeom>
              <a:avLst/>
              <a:gdLst/>
              <a:ahLst/>
              <a:cxnLst/>
              <a:rect l="l" t="t" r="r" b="b"/>
              <a:pathLst>
                <a:path w="2514600" h="838200">
                  <a:moveTo>
                    <a:pt x="2514600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3831" y="594521"/>
                  </a:lnTo>
                  <a:lnTo>
                    <a:pt x="14923" y="639421"/>
                  </a:lnTo>
                  <a:lnTo>
                    <a:pt x="32671" y="681231"/>
                  </a:lnTo>
                  <a:lnTo>
                    <a:pt x="56473" y="719364"/>
                  </a:lnTo>
                  <a:lnTo>
                    <a:pt x="85725" y="753237"/>
                  </a:lnTo>
                  <a:lnTo>
                    <a:pt x="119822" y="782263"/>
                  </a:lnTo>
                  <a:lnTo>
                    <a:pt x="158163" y="805857"/>
                  </a:lnTo>
                  <a:lnTo>
                    <a:pt x="200143" y="823435"/>
                  </a:lnTo>
                  <a:lnTo>
                    <a:pt x="245159" y="834411"/>
                  </a:lnTo>
                  <a:lnTo>
                    <a:pt x="292608" y="838200"/>
                  </a:lnTo>
                  <a:lnTo>
                    <a:pt x="2223516" y="838200"/>
                  </a:lnTo>
                  <a:lnTo>
                    <a:pt x="2270921" y="834411"/>
                  </a:lnTo>
                  <a:lnTo>
                    <a:pt x="2315821" y="823435"/>
                  </a:lnTo>
                  <a:lnTo>
                    <a:pt x="2357631" y="805857"/>
                  </a:lnTo>
                  <a:lnTo>
                    <a:pt x="2395764" y="782263"/>
                  </a:lnTo>
                  <a:lnTo>
                    <a:pt x="2429637" y="753237"/>
                  </a:lnTo>
                  <a:lnTo>
                    <a:pt x="2458663" y="719364"/>
                  </a:lnTo>
                  <a:lnTo>
                    <a:pt x="2482257" y="681231"/>
                  </a:lnTo>
                  <a:lnTo>
                    <a:pt x="2499835" y="639421"/>
                  </a:lnTo>
                  <a:lnTo>
                    <a:pt x="2510811" y="594521"/>
                  </a:lnTo>
                  <a:lnTo>
                    <a:pt x="2514600" y="547115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46704" y="3886200"/>
              <a:ext cx="2528570" cy="845819"/>
            </a:xfrm>
            <a:custGeom>
              <a:avLst/>
              <a:gdLst/>
              <a:ahLst/>
              <a:cxnLst/>
              <a:rect l="l" t="t" r="r" b="b"/>
              <a:pathLst>
                <a:path w="2528570" h="845820">
                  <a:moveTo>
                    <a:pt x="2244852" y="844295"/>
                  </a:moveTo>
                  <a:lnTo>
                    <a:pt x="283463" y="844295"/>
                  </a:lnTo>
                  <a:lnTo>
                    <a:pt x="298704" y="845819"/>
                  </a:lnTo>
                  <a:lnTo>
                    <a:pt x="2229612" y="845819"/>
                  </a:lnTo>
                  <a:lnTo>
                    <a:pt x="2244852" y="844295"/>
                  </a:lnTo>
                  <a:close/>
                </a:path>
                <a:path w="2528570" h="845820">
                  <a:moveTo>
                    <a:pt x="13716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1524" y="562355"/>
                  </a:lnTo>
                  <a:lnTo>
                    <a:pt x="1524" y="577596"/>
                  </a:lnTo>
                  <a:lnTo>
                    <a:pt x="4572" y="592836"/>
                  </a:lnTo>
                  <a:lnTo>
                    <a:pt x="6096" y="606551"/>
                  </a:lnTo>
                  <a:lnTo>
                    <a:pt x="10668" y="621791"/>
                  </a:lnTo>
                  <a:lnTo>
                    <a:pt x="30480" y="676656"/>
                  </a:lnTo>
                  <a:lnTo>
                    <a:pt x="51816" y="713232"/>
                  </a:lnTo>
                  <a:lnTo>
                    <a:pt x="88392" y="757427"/>
                  </a:lnTo>
                  <a:lnTo>
                    <a:pt x="132587" y="794004"/>
                  </a:lnTo>
                  <a:lnTo>
                    <a:pt x="169163" y="815339"/>
                  </a:lnTo>
                  <a:lnTo>
                    <a:pt x="210312" y="832104"/>
                  </a:lnTo>
                  <a:lnTo>
                    <a:pt x="224028" y="835151"/>
                  </a:lnTo>
                  <a:lnTo>
                    <a:pt x="239268" y="839724"/>
                  </a:lnTo>
                  <a:lnTo>
                    <a:pt x="252984" y="841248"/>
                  </a:lnTo>
                  <a:lnTo>
                    <a:pt x="268224" y="844295"/>
                  </a:lnTo>
                  <a:lnTo>
                    <a:pt x="2260092" y="844295"/>
                  </a:lnTo>
                  <a:lnTo>
                    <a:pt x="2275332" y="841248"/>
                  </a:lnTo>
                  <a:lnTo>
                    <a:pt x="2289048" y="839724"/>
                  </a:lnTo>
                  <a:lnTo>
                    <a:pt x="2304288" y="835151"/>
                  </a:lnTo>
                  <a:lnTo>
                    <a:pt x="2318004" y="832104"/>
                  </a:lnTo>
                  <a:lnTo>
                    <a:pt x="283463" y="832104"/>
                  </a:lnTo>
                  <a:lnTo>
                    <a:pt x="269748" y="830580"/>
                  </a:lnTo>
                  <a:lnTo>
                    <a:pt x="254508" y="829056"/>
                  </a:lnTo>
                  <a:lnTo>
                    <a:pt x="213360" y="819912"/>
                  </a:lnTo>
                  <a:lnTo>
                    <a:pt x="201168" y="815339"/>
                  </a:lnTo>
                  <a:lnTo>
                    <a:pt x="187451" y="810768"/>
                  </a:lnTo>
                  <a:lnTo>
                    <a:pt x="138684" y="783336"/>
                  </a:lnTo>
                  <a:lnTo>
                    <a:pt x="96012" y="748283"/>
                  </a:lnTo>
                  <a:lnTo>
                    <a:pt x="62484" y="705612"/>
                  </a:lnTo>
                  <a:lnTo>
                    <a:pt x="54863" y="694944"/>
                  </a:lnTo>
                  <a:lnTo>
                    <a:pt x="47244" y="682751"/>
                  </a:lnTo>
                  <a:lnTo>
                    <a:pt x="35051" y="658368"/>
                  </a:lnTo>
                  <a:lnTo>
                    <a:pt x="25908" y="630936"/>
                  </a:lnTo>
                  <a:lnTo>
                    <a:pt x="22860" y="618744"/>
                  </a:lnTo>
                  <a:lnTo>
                    <a:pt x="18287" y="605027"/>
                  </a:lnTo>
                  <a:lnTo>
                    <a:pt x="16763" y="589788"/>
                  </a:lnTo>
                  <a:lnTo>
                    <a:pt x="15240" y="576072"/>
                  </a:lnTo>
                  <a:lnTo>
                    <a:pt x="13716" y="560832"/>
                  </a:lnTo>
                  <a:lnTo>
                    <a:pt x="13716" y="0"/>
                  </a:lnTo>
                  <a:close/>
                </a:path>
                <a:path w="2528570" h="845820">
                  <a:moveTo>
                    <a:pt x="2528316" y="0"/>
                  </a:moveTo>
                  <a:lnTo>
                    <a:pt x="2514600" y="0"/>
                  </a:lnTo>
                  <a:lnTo>
                    <a:pt x="2514600" y="562355"/>
                  </a:lnTo>
                  <a:lnTo>
                    <a:pt x="2513076" y="576072"/>
                  </a:lnTo>
                  <a:lnTo>
                    <a:pt x="2511552" y="591312"/>
                  </a:lnTo>
                  <a:lnTo>
                    <a:pt x="2502408" y="632460"/>
                  </a:lnTo>
                  <a:lnTo>
                    <a:pt x="2497836" y="644651"/>
                  </a:lnTo>
                  <a:lnTo>
                    <a:pt x="2493264" y="658368"/>
                  </a:lnTo>
                  <a:lnTo>
                    <a:pt x="2465832" y="707136"/>
                  </a:lnTo>
                  <a:lnTo>
                    <a:pt x="2430780" y="749807"/>
                  </a:lnTo>
                  <a:lnTo>
                    <a:pt x="2388108" y="783336"/>
                  </a:lnTo>
                  <a:lnTo>
                    <a:pt x="2377440" y="790956"/>
                  </a:lnTo>
                  <a:lnTo>
                    <a:pt x="2340864" y="810768"/>
                  </a:lnTo>
                  <a:lnTo>
                    <a:pt x="2301240" y="822960"/>
                  </a:lnTo>
                  <a:lnTo>
                    <a:pt x="2258568" y="830580"/>
                  </a:lnTo>
                  <a:lnTo>
                    <a:pt x="2243328" y="832104"/>
                  </a:lnTo>
                  <a:lnTo>
                    <a:pt x="2318004" y="832104"/>
                  </a:lnTo>
                  <a:lnTo>
                    <a:pt x="2359152" y="815339"/>
                  </a:lnTo>
                  <a:lnTo>
                    <a:pt x="2395728" y="794004"/>
                  </a:lnTo>
                  <a:lnTo>
                    <a:pt x="2439924" y="757427"/>
                  </a:lnTo>
                  <a:lnTo>
                    <a:pt x="2476500" y="713232"/>
                  </a:lnTo>
                  <a:lnTo>
                    <a:pt x="2497836" y="676656"/>
                  </a:lnTo>
                  <a:lnTo>
                    <a:pt x="2514600" y="635507"/>
                  </a:lnTo>
                  <a:lnTo>
                    <a:pt x="2517648" y="621791"/>
                  </a:lnTo>
                  <a:lnTo>
                    <a:pt x="2522220" y="606551"/>
                  </a:lnTo>
                  <a:lnTo>
                    <a:pt x="2523744" y="592836"/>
                  </a:lnTo>
                  <a:lnTo>
                    <a:pt x="2526792" y="577596"/>
                  </a:lnTo>
                  <a:lnTo>
                    <a:pt x="2526792" y="562355"/>
                  </a:lnTo>
                  <a:lnTo>
                    <a:pt x="2528316" y="547115"/>
                  </a:lnTo>
                  <a:lnTo>
                    <a:pt x="2528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4056888"/>
              <a:ext cx="1373505" cy="117475"/>
            </a:xfrm>
            <a:custGeom>
              <a:avLst/>
              <a:gdLst/>
              <a:ahLst/>
              <a:cxnLst/>
              <a:rect l="l" t="t" r="r" b="b"/>
              <a:pathLst>
                <a:path w="1373504" h="117475">
                  <a:moveTo>
                    <a:pt x="1271015" y="0"/>
                  </a:moveTo>
                  <a:lnTo>
                    <a:pt x="1263395" y="1524"/>
                  </a:lnTo>
                  <a:lnTo>
                    <a:pt x="1260348" y="7620"/>
                  </a:lnTo>
                  <a:lnTo>
                    <a:pt x="1255776" y="13715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7"/>
                  </a:lnTo>
                  <a:lnTo>
                    <a:pt x="1347215" y="45720"/>
                  </a:lnTo>
                  <a:lnTo>
                    <a:pt x="1347215" y="71627"/>
                  </a:lnTo>
                  <a:lnTo>
                    <a:pt x="1299078" y="71627"/>
                  </a:lnTo>
                  <a:lnTo>
                    <a:pt x="1264920" y="91439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7"/>
                  </a:lnTo>
                  <a:lnTo>
                    <a:pt x="1263395" y="115824"/>
                  </a:lnTo>
                  <a:lnTo>
                    <a:pt x="1271015" y="117348"/>
                  </a:lnTo>
                  <a:lnTo>
                    <a:pt x="1277112" y="114300"/>
                  </a:lnTo>
                  <a:lnTo>
                    <a:pt x="1349769" y="71627"/>
                  </a:lnTo>
                  <a:lnTo>
                    <a:pt x="1347215" y="71627"/>
                  </a:lnTo>
                  <a:lnTo>
                    <a:pt x="1349862" y="71573"/>
                  </a:lnTo>
                  <a:lnTo>
                    <a:pt x="1373124" y="57912"/>
                  </a:lnTo>
                  <a:lnTo>
                    <a:pt x="1277112" y="3048"/>
                  </a:lnTo>
                  <a:lnTo>
                    <a:pt x="1271015" y="0"/>
                  </a:lnTo>
                  <a:close/>
                </a:path>
                <a:path w="1373504" h="117475">
                  <a:moveTo>
                    <a:pt x="1321747" y="58480"/>
                  </a:moveTo>
                  <a:lnTo>
                    <a:pt x="1299172" y="71573"/>
                  </a:lnTo>
                  <a:lnTo>
                    <a:pt x="1347215" y="71627"/>
                  </a:lnTo>
                  <a:lnTo>
                    <a:pt x="1347215" y="70103"/>
                  </a:lnTo>
                  <a:lnTo>
                    <a:pt x="1341120" y="70103"/>
                  </a:lnTo>
                  <a:lnTo>
                    <a:pt x="1321747" y="58480"/>
                  </a:lnTo>
                  <a:close/>
                </a:path>
                <a:path w="1373504" h="117475">
                  <a:moveTo>
                    <a:pt x="0" y="44196"/>
                  </a:moveTo>
                  <a:lnTo>
                    <a:pt x="0" y="70103"/>
                  </a:lnTo>
                  <a:lnTo>
                    <a:pt x="1299172" y="71573"/>
                  </a:lnTo>
                  <a:lnTo>
                    <a:pt x="1321747" y="58480"/>
                  </a:lnTo>
                  <a:lnTo>
                    <a:pt x="1300391" y="45667"/>
                  </a:lnTo>
                  <a:lnTo>
                    <a:pt x="0" y="44196"/>
                  </a:lnTo>
                  <a:close/>
                </a:path>
                <a:path w="1373504" h="117475">
                  <a:moveTo>
                    <a:pt x="1341120" y="47244"/>
                  </a:moveTo>
                  <a:lnTo>
                    <a:pt x="1321747" y="58480"/>
                  </a:lnTo>
                  <a:lnTo>
                    <a:pt x="1341120" y="70103"/>
                  </a:lnTo>
                  <a:lnTo>
                    <a:pt x="1341120" y="47244"/>
                  </a:lnTo>
                  <a:close/>
                </a:path>
                <a:path w="1373504" h="117475">
                  <a:moveTo>
                    <a:pt x="1347215" y="47244"/>
                  </a:moveTo>
                  <a:lnTo>
                    <a:pt x="1341120" y="47244"/>
                  </a:lnTo>
                  <a:lnTo>
                    <a:pt x="1341120" y="70103"/>
                  </a:lnTo>
                  <a:lnTo>
                    <a:pt x="1347215" y="70103"/>
                  </a:lnTo>
                  <a:lnTo>
                    <a:pt x="1347215" y="47244"/>
                  </a:lnTo>
                  <a:close/>
                </a:path>
                <a:path w="1373504" h="117475">
                  <a:moveTo>
                    <a:pt x="1300391" y="45667"/>
                  </a:moveTo>
                  <a:lnTo>
                    <a:pt x="1321747" y="58480"/>
                  </a:lnTo>
                  <a:lnTo>
                    <a:pt x="1341120" y="47244"/>
                  </a:lnTo>
                  <a:lnTo>
                    <a:pt x="1347215" y="47244"/>
                  </a:lnTo>
                  <a:lnTo>
                    <a:pt x="1347215" y="45720"/>
                  </a:lnTo>
                  <a:lnTo>
                    <a:pt x="1300391" y="4566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4595" y="5649468"/>
              <a:ext cx="3570731" cy="5897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0400" y="66294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905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905000" y="533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4304" y="6623304"/>
              <a:ext cx="1918970" cy="547370"/>
            </a:xfrm>
            <a:custGeom>
              <a:avLst/>
              <a:gdLst/>
              <a:ahLst/>
              <a:cxnLst/>
              <a:rect l="l" t="t" r="r" b="b"/>
              <a:pathLst>
                <a:path w="1918970" h="547370">
                  <a:moveTo>
                    <a:pt x="19156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7" y="547116"/>
                  </a:lnTo>
                  <a:lnTo>
                    <a:pt x="1915668" y="547116"/>
                  </a:lnTo>
                  <a:lnTo>
                    <a:pt x="1918716" y="544068"/>
                  </a:lnTo>
                  <a:lnTo>
                    <a:pt x="1918716" y="539496"/>
                  </a:lnTo>
                  <a:lnTo>
                    <a:pt x="13715" y="539496"/>
                  </a:lnTo>
                  <a:lnTo>
                    <a:pt x="6095" y="533400"/>
                  </a:lnTo>
                  <a:lnTo>
                    <a:pt x="13715" y="533400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1918716" y="6096"/>
                  </a:lnTo>
                  <a:lnTo>
                    <a:pt x="1918716" y="3048"/>
                  </a:lnTo>
                  <a:lnTo>
                    <a:pt x="1915668" y="0"/>
                  </a:lnTo>
                  <a:close/>
                </a:path>
                <a:path w="1918970" h="547370">
                  <a:moveTo>
                    <a:pt x="13715" y="533400"/>
                  </a:moveTo>
                  <a:lnTo>
                    <a:pt x="6095" y="533400"/>
                  </a:lnTo>
                  <a:lnTo>
                    <a:pt x="13715" y="539496"/>
                  </a:lnTo>
                  <a:lnTo>
                    <a:pt x="13715" y="533400"/>
                  </a:lnTo>
                  <a:close/>
                </a:path>
                <a:path w="1918970" h="547370">
                  <a:moveTo>
                    <a:pt x="1904999" y="533400"/>
                  </a:moveTo>
                  <a:lnTo>
                    <a:pt x="13715" y="533400"/>
                  </a:lnTo>
                  <a:lnTo>
                    <a:pt x="13715" y="539496"/>
                  </a:lnTo>
                  <a:lnTo>
                    <a:pt x="1904999" y="539496"/>
                  </a:lnTo>
                  <a:lnTo>
                    <a:pt x="1904999" y="533400"/>
                  </a:lnTo>
                  <a:close/>
                </a:path>
                <a:path w="1918970" h="547370">
                  <a:moveTo>
                    <a:pt x="1904999" y="6096"/>
                  </a:moveTo>
                  <a:lnTo>
                    <a:pt x="1904999" y="539496"/>
                  </a:lnTo>
                  <a:lnTo>
                    <a:pt x="1911095" y="533400"/>
                  </a:lnTo>
                  <a:lnTo>
                    <a:pt x="1918716" y="533400"/>
                  </a:lnTo>
                  <a:lnTo>
                    <a:pt x="1918716" y="13716"/>
                  </a:lnTo>
                  <a:lnTo>
                    <a:pt x="1911095" y="13716"/>
                  </a:lnTo>
                  <a:lnTo>
                    <a:pt x="1904999" y="6096"/>
                  </a:lnTo>
                  <a:close/>
                </a:path>
                <a:path w="1918970" h="547370">
                  <a:moveTo>
                    <a:pt x="1918716" y="533400"/>
                  </a:moveTo>
                  <a:lnTo>
                    <a:pt x="1911095" y="533400"/>
                  </a:lnTo>
                  <a:lnTo>
                    <a:pt x="1904999" y="539496"/>
                  </a:lnTo>
                  <a:lnTo>
                    <a:pt x="1918716" y="539496"/>
                  </a:lnTo>
                  <a:lnTo>
                    <a:pt x="1918716" y="533400"/>
                  </a:lnTo>
                  <a:close/>
                </a:path>
                <a:path w="1918970" h="547370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1918970" h="547370">
                  <a:moveTo>
                    <a:pt x="1904999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1904999" y="13716"/>
                  </a:lnTo>
                  <a:lnTo>
                    <a:pt x="1904999" y="6096"/>
                  </a:lnTo>
                  <a:close/>
                </a:path>
                <a:path w="1918970" h="547370">
                  <a:moveTo>
                    <a:pt x="1918716" y="6096"/>
                  </a:moveTo>
                  <a:lnTo>
                    <a:pt x="1904999" y="6096"/>
                  </a:lnTo>
                  <a:lnTo>
                    <a:pt x="1911095" y="13716"/>
                  </a:lnTo>
                  <a:lnTo>
                    <a:pt x="1918716" y="13716"/>
                  </a:lnTo>
                  <a:lnTo>
                    <a:pt x="191871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83739" y="2861564"/>
            <a:ext cx="784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9140" y="6671564"/>
            <a:ext cx="156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latin typeface="Times New Roman"/>
                <a:cs typeface="Times New Roman"/>
              </a:rPr>
              <a:t>Position: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spc="17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70491" y="5023103"/>
            <a:ext cx="2452370" cy="471170"/>
          </a:xfrm>
          <a:custGeom>
            <a:avLst/>
            <a:gdLst/>
            <a:ahLst/>
            <a:cxnLst/>
            <a:rect l="l" t="t" r="r" b="b"/>
            <a:pathLst>
              <a:path w="2452370" h="471170">
                <a:moveTo>
                  <a:pt x="775728" y="3048"/>
                </a:moveTo>
                <a:lnTo>
                  <a:pt x="772680" y="0"/>
                </a:lnTo>
                <a:lnTo>
                  <a:pt x="762012" y="0"/>
                </a:lnTo>
                <a:lnTo>
                  <a:pt x="762012" y="13716"/>
                </a:lnTo>
                <a:lnTo>
                  <a:pt x="762012" y="381000"/>
                </a:lnTo>
                <a:lnTo>
                  <a:pt x="394728" y="381000"/>
                </a:lnTo>
                <a:lnTo>
                  <a:pt x="394728" y="13716"/>
                </a:lnTo>
                <a:lnTo>
                  <a:pt x="762012" y="13716"/>
                </a:lnTo>
                <a:lnTo>
                  <a:pt x="762012" y="0"/>
                </a:lnTo>
                <a:lnTo>
                  <a:pt x="391680" y="0"/>
                </a:lnTo>
                <a:lnTo>
                  <a:pt x="384060" y="0"/>
                </a:lnTo>
                <a:lnTo>
                  <a:pt x="381012" y="0"/>
                </a:lnTo>
                <a:lnTo>
                  <a:pt x="381012" y="13716"/>
                </a:lnTo>
                <a:lnTo>
                  <a:pt x="381012" y="381000"/>
                </a:lnTo>
                <a:lnTo>
                  <a:pt x="13728" y="381000"/>
                </a:lnTo>
                <a:lnTo>
                  <a:pt x="13728" y="13716"/>
                </a:lnTo>
                <a:lnTo>
                  <a:pt x="381012" y="13716"/>
                </a:lnTo>
                <a:lnTo>
                  <a:pt x="381012" y="0"/>
                </a:lnTo>
                <a:lnTo>
                  <a:pt x="3060" y="0"/>
                </a:lnTo>
                <a:lnTo>
                  <a:pt x="0" y="3048"/>
                </a:lnTo>
                <a:lnTo>
                  <a:pt x="0" y="391668"/>
                </a:lnTo>
                <a:lnTo>
                  <a:pt x="3060" y="394716"/>
                </a:lnTo>
                <a:lnTo>
                  <a:pt x="384060" y="394716"/>
                </a:lnTo>
                <a:lnTo>
                  <a:pt x="391680" y="394716"/>
                </a:lnTo>
                <a:lnTo>
                  <a:pt x="772680" y="394716"/>
                </a:lnTo>
                <a:lnTo>
                  <a:pt x="775728" y="391668"/>
                </a:lnTo>
                <a:lnTo>
                  <a:pt x="775728" y="387096"/>
                </a:lnTo>
                <a:lnTo>
                  <a:pt x="775728" y="381000"/>
                </a:lnTo>
                <a:lnTo>
                  <a:pt x="775728" y="13716"/>
                </a:lnTo>
                <a:lnTo>
                  <a:pt x="775728" y="6096"/>
                </a:lnTo>
                <a:lnTo>
                  <a:pt x="775728" y="3048"/>
                </a:lnTo>
                <a:close/>
              </a:path>
              <a:path w="2452370" h="471170">
                <a:moveTo>
                  <a:pt x="1994928" y="3048"/>
                </a:moveTo>
                <a:lnTo>
                  <a:pt x="1991880" y="0"/>
                </a:lnTo>
                <a:lnTo>
                  <a:pt x="1981212" y="0"/>
                </a:lnTo>
                <a:lnTo>
                  <a:pt x="1981212" y="13716"/>
                </a:lnTo>
                <a:lnTo>
                  <a:pt x="1981212" y="457200"/>
                </a:lnTo>
                <a:lnTo>
                  <a:pt x="1613928" y="457200"/>
                </a:lnTo>
                <a:lnTo>
                  <a:pt x="1613928" y="13716"/>
                </a:lnTo>
                <a:lnTo>
                  <a:pt x="1981212" y="13716"/>
                </a:lnTo>
                <a:lnTo>
                  <a:pt x="1981212" y="0"/>
                </a:lnTo>
                <a:lnTo>
                  <a:pt x="1610880" y="0"/>
                </a:lnTo>
                <a:lnTo>
                  <a:pt x="1603260" y="0"/>
                </a:lnTo>
                <a:lnTo>
                  <a:pt x="1600212" y="0"/>
                </a:lnTo>
                <a:lnTo>
                  <a:pt x="1600212" y="13716"/>
                </a:lnTo>
                <a:lnTo>
                  <a:pt x="1600212" y="457200"/>
                </a:lnTo>
                <a:lnTo>
                  <a:pt x="1232928" y="457200"/>
                </a:lnTo>
                <a:lnTo>
                  <a:pt x="1232928" y="391668"/>
                </a:lnTo>
                <a:lnTo>
                  <a:pt x="1232928" y="387096"/>
                </a:lnTo>
                <a:lnTo>
                  <a:pt x="1232928" y="381000"/>
                </a:lnTo>
                <a:lnTo>
                  <a:pt x="1232928" y="13716"/>
                </a:lnTo>
                <a:lnTo>
                  <a:pt x="1600212" y="13716"/>
                </a:lnTo>
                <a:lnTo>
                  <a:pt x="1600212" y="0"/>
                </a:lnTo>
                <a:lnTo>
                  <a:pt x="1229880" y="0"/>
                </a:lnTo>
                <a:lnTo>
                  <a:pt x="1222260" y="0"/>
                </a:lnTo>
                <a:lnTo>
                  <a:pt x="1219212" y="0"/>
                </a:lnTo>
                <a:lnTo>
                  <a:pt x="1219212" y="13716"/>
                </a:lnTo>
                <a:lnTo>
                  <a:pt x="1219212" y="381000"/>
                </a:lnTo>
                <a:lnTo>
                  <a:pt x="851928" y="381000"/>
                </a:lnTo>
                <a:lnTo>
                  <a:pt x="851928" y="13716"/>
                </a:lnTo>
                <a:lnTo>
                  <a:pt x="1219212" y="13716"/>
                </a:lnTo>
                <a:lnTo>
                  <a:pt x="1219212" y="0"/>
                </a:lnTo>
                <a:lnTo>
                  <a:pt x="841260" y="0"/>
                </a:lnTo>
                <a:lnTo>
                  <a:pt x="838212" y="3048"/>
                </a:lnTo>
                <a:lnTo>
                  <a:pt x="838212" y="391668"/>
                </a:lnTo>
                <a:lnTo>
                  <a:pt x="841260" y="394716"/>
                </a:lnTo>
                <a:lnTo>
                  <a:pt x="1219212" y="394716"/>
                </a:lnTo>
                <a:lnTo>
                  <a:pt x="1219212" y="467868"/>
                </a:lnTo>
                <a:lnTo>
                  <a:pt x="1222260" y="470916"/>
                </a:lnTo>
                <a:lnTo>
                  <a:pt x="1603260" y="470916"/>
                </a:lnTo>
                <a:lnTo>
                  <a:pt x="1610880" y="470916"/>
                </a:lnTo>
                <a:lnTo>
                  <a:pt x="1991880" y="470916"/>
                </a:lnTo>
                <a:lnTo>
                  <a:pt x="1994928" y="467868"/>
                </a:lnTo>
                <a:lnTo>
                  <a:pt x="1994928" y="463296"/>
                </a:lnTo>
                <a:lnTo>
                  <a:pt x="1994928" y="457200"/>
                </a:lnTo>
                <a:lnTo>
                  <a:pt x="1994928" y="13716"/>
                </a:lnTo>
                <a:lnTo>
                  <a:pt x="1994928" y="6096"/>
                </a:lnTo>
                <a:lnTo>
                  <a:pt x="1994928" y="3048"/>
                </a:lnTo>
                <a:close/>
              </a:path>
              <a:path w="2452370" h="471170">
                <a:moveTo>
                  <a:pt x="2452128" y="3048"/>
                </a:moveTo>
                <a:lnTo>
                  <a:pt x="2449080" y="0"/>
                </a:lnTo>
                <a:lnTo>
                  <a:pt x="2438412" y="0"/>
                </a:lnTo>
                <a:lnTo>
                  <a:pt x="2438412" y="13716"/>
                </a:lnTo>
                <a:lnTo>
                  <a:pt x="2438412" y="457200"/>
                </a:lnTo>
                <a:lnTo>
                  <a:pt x="2071128" y="457200"/>
                </a:lnTo>
                <a:lnTo>
                  <a:pt x="2071128" y="13716"/>
                </a:lnTo>
                <a:lnTo>
                  <a:pt x="2438412" y="13716"/>
                </a:lnTo>
                <a:lnTo>
                  <a:pt x="2438412" y="0"/>
                </a:lnTo>
                <a:lnTo>
                  <a:pt x="2060460" y="0"/>
                </a:lnTo>
                <a:lnTo>
                  <a:pt x="2057412" y="3048"/>
                </a:lnTo>
                <a:lnTo>
                  <a:pt x="2057412" y="467868"/>
                </a:lnTo>
                <a:lnTo>
                  <a:pt x="2060460" y="470916"/>
                </a:lnTo>
                <a:lnTo>
                  <a:pt x="2449080" y="470916"/>
                </a:lnTo>
                <a:lnTo>
                  <a:pt x="2452128" y="467868"/>
                </a:lnTo>
                <a:lnTo>
                  <a:pt x="2452128" y="463296"/>
                </a:lnTo>
                <a:lnTo>
                  <a:pt x="2452128" y="457200"/>
                </a:lnTo>
                <a:lnTo>
                  <a:pt x="2452128" y="13716"/>
                </a:lnTo>
                <a:lnTo>
                  <a:pt x="2452128" y="6096"/>
                </a:lnTo>
                <a:lnTo>
                  <a:pt x="2452128" y="30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59939" y="3318764"/>
            <a:ext cx="5306695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0" algn="ctr">
              <a:lnSpc>
                <a:spcPts val="2580"/>
              </a:lnSpc>
              <a:spcBef>
                <a:spcPts val="100"/>
              </a:spcBef>
            </a:pPr>
            <a:r>
              <a:rPr sz="2400" b="1" spc="26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R="318135" algn="ctr">
              <a:lnSpc>
                <a:spcPts val="2580"/>
              </a:lnSpc>
            </a:pPr>
            <a:r>
              <a:rPr sz="2400" spc="114" dirty="0">
                <a:latin typeface="Times New Roman"/>
                <a:cs typeface="Times New Roman"/>
              </a:rPr>
              <a:t>Your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spc="2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400" b="1" spc="17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Times New Roman"/>
              <a:cs typeface="Times New Roman"/>
            </a:endParaRPr>
          </a:p>
          <a:p>
            <a:pPr marL="1308100">
              <a:lnSpc>
                <a:spcPct val="100000"/>
              </a:lnSpc>
              <a:tabLst>
                <a:tab pos="1688464" algn="l"/>
                <a:tab pos="2145665" algn="l"/>
                <a:tab pos="2526665" algn="l"/>
                <a:tab pos="2907665" algn="l"/>
                <a:tab pos="3364865" algn="l"/>
              </a:tabLst>
            </a:pP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48400" y="5638800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609600" y="0"/>
                </a:moveTo>
                <a:lnTo>
                  <a:pt x="0" y="0"/>
                </a:lnTo>
                <a:lnTo>
                  <a:pt x="0" y="685800"/>
                </a:lnTo>
                <a:lnTo>
                  <a:pt x="609600" y="685800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67" y="1450441"/>
            <a:ext cx="7949565" cy="2464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400"/>
              </a:lnSpc>
              <a:spcBef>
                <a:spcPts val="105"/>
              </a:spcBef>
            </a:pPr>
            <a:r>
              <a:rPr sz="2000" b="1" spc="-10" dirty="0">
                <a:latin typeface="Courier New"/>
                <a:cs typeface="Courier New"/>
              </a:rPr>
              <a:t>main()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467995" marR="533908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s[80]; </a:t>
            </a: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length;</a:t>
            </a:r>
            <a:endParaRPr sz="2000">
              <a:latin typeface="Courier New"/>
              <a:cs typeface="Courier New"/>
            </a:endParaRPr>
          </a:p>
          <a:p>
            <a:pPr marL="467995" marR="320548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printf("Enter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Sentence:"); gets(s);</a:t>
            </a:r>
            <a:endParaRPr sz="2000">
              <a:latin typeface="Courier New"/>
              <a:cs typeface="Courier New"/>
            </a:endParaRPr>
          </a:p>
          <a:p>
            <a:pPr marL="46799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length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strlen(s);</a:t>
            </a:r>
            <a:endParaRPr sz="2000">
              <a:latin typeface="Courier New"/>
              <a:cs typeface="Courier New"/>
            </a:endParaRPr>
          </a:p>
          <a:p>
            <a:pPr marL="46799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printf("Total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sentence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is:%d\n",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length);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39777" y="4803076"/>
            <a:ext cx="1702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%c",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s[n]);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137" y="3888638"/>
            <a:ext cx="414083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684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printf("Which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position?"); scanf("%d",&amp;n);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400"/>
              </a:lnSpc>
            </a:pPr>
            <a:r>
              <a:rPr sz="2000" b="1" dirty="0">
                <a:latin typeface="Courier New"/>
                <a:cs typeface="Courier New"/>
              </a:rPr>
              <a:t>if(n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length)</a:t>
            </a:r>
            <a:endParaRPr sz="2000">
              <a:latin typeface="Courier New"/>
              <a:cs typeface="Courier New"/>
            </a:endParaRPr>
          </a:p>
          <a:p>
            <a:pPr marL="774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printf("The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letter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is: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67" y="5412625"/>
            <a:ext cx="688276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999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printf("No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letter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at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such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position");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4700" y="2611628"/>
            <a:ext cx="58146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program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will</a:t>
            </a:r>
            <a:r>
              <a:rPr spc="-50" dirty="0"/>
              <a:t> </a:t>
            </a:r>
            <a:r>
              <a:rPr dirty="0"/>
              <a:t>print</a:t>
            </a:r>
            <a:r>
              <a:rPr spc="-35" dirty="0"/>
              <a:t> </a:t>
            </a:r>
            <a:r>
              <a:rPr dirty="0"/>
              <a:t>letters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50" dirty="0"/>
              <a:t>a </a:t>
            </a:r>
            <a:r>
              <a:rPr dirty="0"/>
              <a:t>sentence</a:t>
            </a:r>
            <a:r>
              <a:rPr spc="-4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vertical</a:t>
            </a:r>
            <a:r>
              <a:rPr spc="-25" dirty="0"/>
              <a:t> </a:t>
            </a:r>
            <a:r>
              <a:rPr spc="-10" dirty="0"/>
              <a:t>line.</a:t>
            </a:r>
          </a:p>
          <a:p>
            <a:pPr marL="1905" algn="ctr">
              <a:lnSpc>
                <a:spcPct val="100000"/>
              </a:lnSpc>
            </a:pPr>
            <a:r>
              <a:rPr dirty="0"/>
              <a:t>Add</a:t>
            </a:r>
            <a:r>
              <a:rPr spc="-40" dirty="0"/>
              <a:t> </a:t>
            </a:r>
            <a:r>
              <a:rPr dirty="0"/>
              <a:t>delay</a:t>
            </a:r>
            <a:r>
              <a:rPr spc="-35" dirty="0"/>
              <a:t> </a:t>
            </a:r>
            <a:r>
              <a:rPr dirty="0"/>
              <a:t>as</a:t>
            </a:r>
            <a:r>
              <a:rPr spc="-40" dirty="0"/>
              <a:t> </a:t>
            </a:r>
            <a:r>
              <a:rPr spc="-10" dirty="0"/>
              <a:t>needed.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46703" y="2965704"/>
            <a:ext cx="2528570" cy="920750"/>
            <a:chOff x="3346703" y="2965704"/>
            <a:chExt cx="2528570" cy="920750"/>
          </a:xfrm>
        </p:grpSpPr>
        <p:sp>
          <p:nvSpPr>
            <p:cNvPr id="3" name="object 3"/>
            <p:cNvSpPr/>
            <p:nvPr/>
          </p:nvSpPr>
          <p:spPr>
            <a:xfrm>
              <a:off x="3352799" y="2971800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914400"/>
                  </a:lnTo>
                  <a:lnTo>
                    <a:pt x="2514600" y="914400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6703" y="2965704"/>
              <a:ext cx="2528570" cy="920750"/>
            </a:xfrm>
            <a:custGeom>
              <a:avLst/>
              <a:gdLst/>
              <a:ahLst/>
              <a:cxnLst/>
              <a:rect l="l" t="t" r="r" b="b"/>
              <a:pathLst>
                <a:path w="2528570" h="9207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920496"/>
                  </a:lnTo>
                  <a:lnTo>
                    <a:pt x="13716" y="920496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9207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920496"/>
                  </a:lnTo>
                  <a:lnTo>
                    <a:pt x="2528316" y="920496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9207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76636" y="3514344"/>
            <a:ext cx="20669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4" dirty="0">
                <a:latin typeface="Times New Roman"/>
                <a:cs typeface="Times New Roman"/>
              </a:rPr>
              <a:t>Your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spc="200" dirty="0">
                <a:latin typeface="Times New Roman"/>
                <a:cs typeface="Times New Roman"/>
              </a:rPr>
              <a:t>Progra</a:t>
            </a:r>
            <a:r>
              <a:rPr lang="en-US" sz="2400" spc="200" dirty="0">
                <a:latin typeface="Times New Roman"/>
                <a:cs typeface="Times New Roman"/>
              </a:rPr>
              <a:t>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57200" y="3753611"/>
            <a:ext cx="9144000" cy="3561715"/>
            <a:chOff x="457200" y="3753611"/>
            <a:chExt cx="9144000" cy="3561715"/>
          </a:xfrm>
        </p:grpSpPr>
        <p:sp>
          <p:nvSpPr>
            <p:cNvPr id="7" name="object 7"/>
            <p:cNvSpPr/>
            <p:nvPr/>
          </p:nvSpPr>
          <p:spPr>
            <a:xfrm>
              <a:off x="1981200" y="3753611"/>
              <a:ext cx="5259705" cy="132715"/>
            </a:xfrm>
            <a:custGeom>
              <a:avLst/>
              <a:gdLst/>
              <a:ahLst/>
              <a:cxnLst/>
              <a:rect l="l" t="t" r="r" b="b"/>
              <a:pathLst>
                <a:path w="5259705" h="132714">
                  <a:moveTo>
                    <a:pt x="1367929" y="132588"/>
                  </a:moveTo>
                  <a:lnTo>
                    <a:pt x="1277112" y="79248"/>
                  </a:lnTo>
                  <a:lnTo>
                    <a:pt x="1271003" y="76200"/>
                  </a:lnTo>
                  <a:lnTo>
                    <a:pt x="1263396" y="77724"/>
                  </a:lnTo>
                  <a:lnTo>
                    <a:pt x="1260348" y="83820"/>
                  </a:lnTo>
                  <a:lnTo>
                    <a:pt x="1255776" y="89916"/>
                  </a:lnTo>
                  <a:lnTo>
                    <a:pt x="1258824" y="97536"/>
                  </a:lnTo>
                  <a:lnTo>
                    <a:pt x="1264920" y="100584"/>
                  </a:lnTo>
                  <a:lnTo>
                    <a:pt x="1300391" y="121869"/>
                  </a:lnTo>
                  <a:lnTo>
                    <a:pt x="0" y="120396"/>
                  </a:lnTo>
                  <a:lnTo>
                    <a:pt x="0" y="132588"/>
                  </a:lnTo>
                  <a:lnTo>
                    <a:pt x="1318260" y="132588"/>
                  </a:lnTo>
                  <a:lnTo>
                    <a:pt x="1325346" y="132588"/>
                  </a:lnTo>
                  <a:lnTo>
                    <a:pt x="1341120" y="132588"/>
                  </a:lnTo>
                  <a:lnTo>
                    <a:pt x="1347203" y="132588"/>
                  </a:lnTo>
                  <a:lnTo>
                    <a:pt x="1367929" y="132588"/>
                  </a:lnTo>
                  <a:close/>
                </a:path>
                <a:path w="5259705" h="132714">
                  <a:moveTo>
                    <a:pt x="5237988" y="71628"/>
                  </a:moveTo>
                  <a:lnTo>
                    <a:pt x="5233416" y="71628"/>
                  </a:lnTo>
                  <a:lnTo>
                    <a:pt x="5185270" y="71628"/>
                  </a:lnTo>
                  <a:lnTo>
                    <a:pt x="5151120" y="91440"/>
                  </a:lnTo>
                  <a:lnTo>
                    <a:pt x="5145024" y="96012"/>
                  </a:lnTo>
                  <a:lnTo>
                    <a:pt x="5141976" y="103632"/>
                  </a:lnTo>
                  <a:lnTo>
                    <a:pt x="5146548" y="109728"/>
                  </a:lnTo>
                  <a:lnTo>
                    <a:pt x="5149596" y="115824"/>
                  </a:lnTo>
                  <a:lnTo>
                    <a:pt x="5157216" y="117348"/>
                  </a:lnTo>
                  <a:lnTo>
                    <a:pt x="5163312" y="114300"/>
                  </a:lnTo>
                  <a:lnTo>
                    <a:pt x="5237988" y="71628"/>
                  </a:lnTo>
                  <a:close/>
                </a:path>
                <a:path w="5259705" h="132714">
                  <a:moveTo>
                    <a:pt x="5259324" y="59436"/>
                  </a:moveTo>
                  <a:lnTo>
                    <a:pt x="5163312" y="3048"/>
                  </a:lnTo>
                  <a:lnTo>
                    <a:pt x="5157216" y="0"/>
                  </a:lnTo>
                  <a:lnTo>
                    <a:pt x="5149596" y="1524"/>
                  </a:lnTo>
                  <a:lnTo>
                    <a:pt x="5146548" y="7620"/>
                  </a:lnTo>
                  <a:lnTo>
                    <a:pt x="5141976" y="13716"/>
                  </a:lnTo>
                  <a:lnTo>
                    <a:pt x="5145024" y="21336"/>
                  </a:lnTo>
                  <a:lnTo>
                    <a:pt x="5151120" y="24384"/>
                  </a:lnTo>
                  <a:lnTo>
                    <a:pt x="5186591" y="45669"/>
                  </a:lnTo>
                  <a:lnTo>
                    <a:pt x="3886200" y="44196"/>
                  </a:lnTo>
                  <a:lnTo>
                    <a:pt x="3886200" y="70104"/>
                  </a:lnTo>
                  <a:lnTo>
                    <a:pt x="5185372" y="71577"/>
                  </a:lnTo>
                  <a:lnTo>
                    <a:pt x="5233416" y="71628"/>
                  </a:lnTo>
                  <a:lnTo>
                    <a:pt x="5238077" y="71577"/>
                  </a:lnTo>
                  <a:lnTo>
                    <a:pt x="5259324" y="59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800" y="3886199"/>
              <a:ext cx="2514600" cy="838200"/>
            </a:xfrm>
            <a:custGeom>
              <a:avLst/>
              <a:gdLst/>
              <a:ahLst/>
              <a:cxnLst/>
              <a:rect l="l" t="t" r="r" b="b"/>
              <a:pathLst>
                <a:path w="2514600" h="838200">
                  <a:moveTo>
                    <a:pt x="2514600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3831" y="594521"/>
                  </a:lnTo>
                  <a:lnTo>
                    <a:pt x="14923" y="639421"/>
                  </a:lnTo>
                  <a:lnTo>
                    <a:pt x="32671" y="681231"/>
                  </a:lnTo>
                  <a:lnTo>
                    <a:pt x="56473" y="719364"/>
                  </a:lnTo>
                  <a:lnTo>
                    <a:pt x="85725" y="753237"/>
                  </a:lnTo>
                  <a:lnTo>
                    <a:pt x="119822" y="782263"/>
                  </a:lnTo>
                  <a:lnTo>
                    <a:pt x="158163" y="805857"/>
                  </a:lnTo>
                  <a:lnTo>
                    <a:pt x="200143" y="823435"/>
                  </a:lnTo>
                  <a:lnTo>
                    <a:pt x="245159" y="834411"/>
                  </a:lnTo>
                  <a:lnTo>
                    <a:pt x="292608" y="838200"/>
                  </a:lnTo>
                  <a:lnTo>
                    <a:pt x="2223516" y="838200"/>
                  </a:lnTo>
                  <a:lnTo>
                    <a:pt x="2270921" y="834411"/>
                  </a:lnTo>
                  <a:lnTo>
                    <a:pt x="2315821" y="823435"/>
                  </a:lnTo>
                  <a:lnTo>
                    <a:pt x="2357631" y="805857"/>
                  </a:lnTo>
                  <a:lnTo>
                    <a:pt x="2395764" y="782263"/>
                  </a:lnTo>
                  <a:lnTo>
                    <a:pt x="2429637" y="753237"/>
                  </a:lnTo>
                  <a:lnTo>
                    <a:pt x="2458663" y="719364"/>
                  </a:lnTo>
                  <a:lnTo>
                    <a:pt x="2482257" y="681231"/>
                  </a:lnTo>
                  <a:lnTo>
                    <a:pt x="2499835" y="639421"/>
                  </a:lnTo>
                  <a:lnTo>
                    <a:pt x="2510811" y="594521"/>
                  </a:lnTo>
                  <a:lnTo>
                    <a:pt x="2514600" y="547115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6704" y="3886199"/>
              <a:ext cx="2528570" cy="845819"/>
            </a:xfrm>
            <a:custGeom>
              <a:avLst/>
              <a:gdLst/>
              <a:ahLst/>
              <a:cxnLst/>
              <a:rect l="l" t="t" r="r" b="b"/>
              <a:pathLst>
                <a:path w="2528570" h="845820">
                  <a:moveTo>
                    <a:pt x="2244852" y="844295"/>
                  </a:moveTo>
                  <a:lnTo>
                    <a:pt x="283463" y="844295"/>
                  </a:lnTo>
                  <a:lnTo>
                    <a:pt x="298704" y="845819"/>
                  </a:lnTo>
                  <a:lnTo>
                    <a:pt x="2229612" y="845819"/>
                  </a:lnTo>
                  <a:lnTo>
                    <a:pt x="2244852" y="844295"/>
                  </a:lnTo>
                  <a:close/>
                </a:path>
                <a:path w="2528570" h="845820">
                  <a:moveTo>
                    <a:pt x="13716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1524" y="562355"/>
                  </a:lnTo>
                  <a:lnTo>
                    <a:pt x="1524" y="577596"/>
                  </a:lnTo>
                  <a:lnTo>
                    <a:pt x="4572" y="592836"/>
                  </a:lnTo>
                  <a:lnTo>
                    <a:pt x="6096" y="606551"/>
                  </a:lnTo>
                  <a:lnTo>
                    <a:pt x="10668" y="621791"/>
                  </a:lnTo>
                  <a:lnTo>
                    <a:pt x="30480" y="676656"/>
                  </a:lnTo>
                  <a:lnTo>
                    <a:pt x="51816" y="713232"/>
                  </a:lnTo>
                  <a:lnTo>
                    <a:pt x="88392" y="757427"/>
                  </a:lnTo>
                  <a:lnTo>
                    <a:pt x="132587" y="794004"/>
                  </a:lnTo>
                  <a:lnTo>
                    <a:pt x="169163" y="815339"/>
                  </a:lnTo>
                  <a:lnTo>
                    <a:pt x="210312" y="832104"/>
                  </a:lnTo>
                  <a:lnTo>
                    <a:pt x="224028" y="835151"/>
                  </a:lnTo>
                  <a:lnTo>
                    <a:pt x="239268" y="839724"/>
                  </a:lnTo>
                  <a:lnTo>
                    <a:pt x="252984" y="841248"/>
                  </a:lnTo>
                  <a:lnTo>
                    <a:pt x="268224" y="844295"/>
                  </a:lnTo>
                  <a:lnTo>
                    <a:pt x="2260092" y="844295"/>
                  </a:lnTo>
                  <a:lnTo>
                    <a:pt x="2275332" y="841248"/>
                  </a:lnTo>
                  <a:lnTo>
                    <a:pt x="2289048" y="839724"/>
                  </a:lnTo>
                  <a:lnTo>
                    <a:pt x="2304288" y="835151"/>
                  </a:lnTo>
                  <a:lnTo>
                    <a:pt x="2318004" y="832104"/>
                  </a:lnTo>
                  <a:lnTo>
                    <a:pt x="283463" y="832104"/>
                  </a:lnTo>
                  <a:lnTo>
                    <a:pt x="269748" y="830580"/>
                  </a:lnTo>
                  <a:lnTo>
                    <a:pt x="254508" y="829056"/>
                  </a:lnTo>
                  <a:lnTo>
                    <a:pt x="213360" y="819912"/>
                  </a:lnTo>
                  <a:lnTo>
                    <a:pt x="201168" y="815339"/>
                  </a:lnTo>
                  <a:lnTo>
                    <a:pt x="187451" y="810768"/>
                  </a:lnTo>
                  <a:lnTo>
                    <a:pt x="138684" y="783336"/>
                  </a:lnTo>
                  <a:lnTo>
                    <a:pt x="96012" y="748283"/>
                  </a:lnTo>
                  <a:lnTo>
                    <a:pt x="62484" y="705612"/>
                  </a:lnTo>
                  <a:lnTo>
                    <a:pt x="54863" y="694944"/>
                  </a:lnTo>
                  <a:lnTo>
                    <a:pt x="47244" y="682751"/>
                  </a:lnTo>
                  <a:lnTo>
                    <a:pt x="35051" y="658368"/>
                  </a:lnTo>
                  <a:lnTo>
                    <a:pt x="25908" y="630936"/>
                  </a:lnTo>
                  <a:lnTo>
                    <a:pt x="22860" y="618744"/>
                  </a:lnTo>
                  <a:lnTo>
                    <a:pt x="18287" y="605027"/>
                  </a:lnTo>
                  <a:lnTo>
                    <a:pt x="16763" y="589788"/>
                  </a:lnTo>
                  <a:lnTo>
                    <a:pt x="15240" y="576072"/>
                  </a:lnTo>
                  <a:lnTo>
                    <a:pt x="13716" y="560832"/>
                  </a:lnTo>
                  <a:lnTo>
                    <a:pt x="13716" y="0"/>
                  </a:lnTo>
                  <a:close/>
                </a:path>
                <a:path w="2528570" h="845820">
                  <a:moveTo>
                    <a:pt x="2528316" y="0"/>
                  </a:moveTo>
                  <a:lnTo>
                    <a:pt x="2514600" y="0"/>
                  </a:lnTo>
                  <a:lnTo>
                    <a:pt x="2514600" y="562355"/>
                  </a:lnTo>
                  <a:lnTo>
                    <a:pt x="2513076" y="576072"/>
                  </a:lnTo>
                  <a:lnTo>
                    <a:pt x="2511552" y="591312"/>
                  </a:lnTo>
                  <a:lnTo>
                    <a:pt x="2502408" y="632460"/>
                  </a:lnTo>
                  <a:lnTo>
                    <a:pt x="2497836" y="644651"/>
                  </a:lnTo>
                  <a:lnTo>
                    <a:pt x="2493264" y="658368"/>
                  </a:lnTo>
                  <a:lnTo>
                    <a:pt x="2465832" y="707136"/>
                  </a:lnTo>
                  <a:lnTo>
                    <a:pt x="2430780" y="749807"/>
                  </a:lnTo>
                  <a:lnTo>
                    <a:pt x="2388108" y="783336"/>
                  </a:lnTo>
                  <a:lnTo>
                    <a:pt x="2377440" y="790956"/>
                  </a:lnTo>
                  <a:lnTo>
                    <a:pt x="2340864" y="810768"/>
                  </a:lnTo>
                  <a:lnTo>
                    <a:pt x="2301240" y="822960"/>
                  </a:lnTo>
                  <a:lnTo>
                    <a:pt x="2258568" y="830580"/>
                  </a:lnTo>
                  <a:lnTo>
                    <a:pt x="2243328" y="832104"/>
                  </a:lnTo>
                  <a:lnTo>
                    <a:pt x="2318004" y="832104"/>
                  </a:lnTo>
                  <a:lnTo>
                    <a:pt x="2359152" y="815339"/>
                  </a:lnTo>
                  <a:lnTo>
                    <a:pt x="2395728" y="794004"/>
                  </a:lnTo>
                  <a:lnTo>
                    <a:pt x="2439924" y="757427"/>
                  </a:lnTo>
                  <a:lnTo>
                    <a:pt x="2476500" y="713232"/>
                  </a:lnTo>
                  <a:lnTo>
                    <a:pt x="2497836" y="676656"/>
                  </a:lnTo>
                  <a:lnTo>
                    <a:pt x="2514600" y="635507"/>
                  </a:lnTo>
                  <a:lnTo>
                    <a:pt x="2517648" y="621791"/>
                  </a:lnTo>
                  <a:lnTo>
                    <a:pt x="2522220" y="606551"/>
                  </a:lnTo>
                  <a:lnTo>
                    <a:pt x="2523744" y="592836"/>
                  </a:lnTo>
                  <a:lnTo>
                    <a:pt x="2526792" y="577596"/>
                  </a:lnTo>
                  <a:lnTo>
                    <a:pt x="2526792" y="562355"/>
                  </a:lnTo>
                  <a:lnTo>
                    <a:pt x="2528316" y="547115"/>
                  </a:lnTo>
                  <a:lnTo>
                    <a:pt x="2528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81200" y="3886199"/>
              <a:ext cx="1373505" cy="60960"/>
            </a:xfrm>
            <a:custGeom>
              <a:avLst/>
              <a:gdLst/>
              <a:ahLst/>
              <a:cxnLst/>
              <a:rect l="l" t="t" r="r" b="b"/>
              <a:pathLst>
                <a:path w="1373504" h="60960">
                  <a:moveTo>
                    <a:pt x="1367934" y="0"/>
                  </a:moveTo>
                  <a:lnTo>
                    <a:pt x="1347215" y="0"/>
                  </a:lnTo>
                  <a:lnTo>
                    <a:pt x="1347215" y="15239"/>
                  </a:lnTo>
                  <a:lnTo>
                    <a:pt x="1299078" y="15239"/>
                  </a:lnTo>
                  <a:lnTo>
                    <a:pt x="1264920" y="35051"/>
                  </a:lnTo>
                  <a:lnTo>
                    <a:pt x="1258824" y="39624"/>
                  </a:lnTo>
                  <a:lnTo>
                    <a:pt x="1255776" y="47244"/>
                  </a:lnTo>
                  <a:lnTo>
                    <a:pt x="1260348" y="53339"/>
                  </a:lnTo>
                  <a:lnTo>
                    <a:pt x="1263395" y="59436"/>
                  </a:lnTo>
                  <a:lnTo>
                    <a:pt x="1271015" y="60960"/>
                  </a:lnTo>
                  <a:lnTo>
                    <a:pt x="1277112" y="57912"/>
                  </a:lnTo>
                  <a:lnTo>
                    <a:pt x="1351788" y="15239"/>
                  </a:lnTo>
                  <a:lnTo>
                    <a:pt x="1347215" y="15239"/>
                  </a:lnTo>
                  <a:lnTo>
                    <a:pt x="1351883" y="15185"/>
                  </a:lnTo>
                  <a:lnTo>
                    <a:pt x="1373124" y="3048"/>
                  </a:lnTo>
                  <a:lnTo>
                    <a:pt x="1367934" y="0"/>
                  </a:lnTo>
                  <a:close/>
                </a:path>
                <a:path w="1373504" h="60960">
                  <a:moveTo>
                    <a:pt x="1321747" y="2092"/>
                  </a:moveTo>
                  <a:lnTo>
                    <a:pt x="1299172" y="15185"/>
                  </a:lnTo>
                  <a:lnTo>
                    <a:pt x="1347215" y="15239"/>
                  </a:lnTo>
                  <a:lnTo>
                    <a:pt x="1347215" y="13715"/>
                  </a:lnTo>
                  <a:lnTo>
                    <a:pt x="1341120" y="13715"/>
                  </a:lnTo>
                  <a:lnTo>
                    <a:pt x="1321747" y="2092"/>
                  </a:lnTo>
                  <a:close/>
                </a:path>
                <a:path w="1373504" h="60960">
                  <a:moveTo>
                    <a:pt x="1318260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1299172" y="15185"/>
                  </a:lnTo>
                  <a:lnTo>
                    <a:pt x="1321747" y="2092"/>
                  </a:lnTo>
                  <a:lnTo>
                    <a:pt x="1318260" y="0"/>
                  </a:lnTo>
                  <a:close/>
                </a:path>
                <a:path w="1373504" h="60960">
                  <a:moveTo>
                    <a:pt x="1341120" y="0"/>
                  </a:moveTo>
                  <a:lnTo>
                    <a:pt x="1325354" y="0"/>
                  </a:lnTo>
                  <a:lnTo>
                    <a:pt x="1321747" y="2092"/>
                  </a:lnTo>
                  <a:lnTo>
                    <a:pt x="1341120" y="13715"/>
                  </a:lnTo>
                  <a:lnTo>
                    <a:pt x="1341120" y="0"/>
                  </a:lnTo>
                  <a:close/>
                </a:path>
                <a:path w="1373504" h="60960">
                  <a:moveTo>
                    <a:pt x="1347215" y="0"/>
                  </a:moveTo>
                  <a:lnTo>
                    <a:pt x="1341120" y="0"/>
                  </a:lnTo>
                  <a:lnTo>
                    <a:pt x="1341120" y="13715"/>
                  </a:lnTo>
                  <a:lnTo>
                    <a:pt x="1347215" y="13715"/>
                  </a:lnTo>
                  <a:lnTo>
                    <a:pt x="134721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07539" y="3318764"/>
            <a:ext cx="1064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22540" y="3318764"/>
            <a:ext cx="25907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70" dirty="0">
                <a:latin typeface="Times New Roman"/>
                <a:cs typeface="Times New Roman"/>
              </a:rPr>
              <a:t>H </a:t>
            </a:r>
            <a:r>
              <a:rPr sz="2400" b="1" spc="-5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22540" y="4050284"/>
            <a:ext cx="2501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imes New Roman"/>
                <a:cs typeface="Times New Roman"/>
              </a:rPr>
              <a:t>L L </a:t>
            </a:r>
            <a:r>
              <a:rPr sz="2400" b="1" spc="-140" dirty="0">
                <a:latin typeface="Times New Roman"/>
                <a:cs typeface="Times New Roman"/>
              </a:rPr>
              <a:t>O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444244"/>
            <a:ext cx="5869940" cy="557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964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#include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&lt;windows.h&gt; main()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char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s[80];</a:t>
            </a:r>
            <a:endParaRPr sz="2400" dirty="0">
              <a:latin typeface="Courier New"/>
              <a:cs typeface="Courier New"/>
            </a:endParaRPr>
          </a:p>
          <a:p>
            <a:pPr marL="558165" marR="18859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n,length,i; </a:t>
            </a:r>
            <a:r>
              <a:rPr sz="2400" b="1" dirty="0">
                <a:latin typeface="Courier New"/>
                <a:cs typeface="Courier New"/>
              </a:rPr>
              <a:t>printf("Enter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Sentence:"); gets(s);</a:t>
            </a:r>
            <a:endParaRPr sz="24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length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strlen(s);</a:t>
            </a:r>
            <a:endParaRPr sz="24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for(i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length;</a:t>
            </a:r>
            <a:r>
              <a:rPr sz="2400" b="1" spc="-20" dirty="0">
                <a:latin typeface="Courier New"/>
                <a:cs typeface="Courier New"/>
              </a:rPr>
              <a:t> i++)</a:t>
            </a:r>
            <a:endParaRPr sz="24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1470660" marR="5080">
              <a:lnSpc>
                <a:spcPct val="100000"/>
              </a:lnSpc>
              <a:tabLst>
                <a:tab pos="3662045" algn="l"/>
              </a:tabLst>
            </a:pPr>
            <a:r>
              <a:rPr sz="2400" b="1" spc="-10" dirty="0" err="1">
                <a:latin typeface="Courier New"/>
                <a:cs typeface="Courier New"/>
              </a:rPr>
              <a:t>printf</a:t>
            </a:r>
            <a:r>
              <a:rPr sz="2400" b="1" spc="-10" dirty="0">
                <a:latin typeface="Courier New"/>
                <a:cs typeface="Courier New"/>
              </a:rPr>
              <a:t>("%c\n",s[i]); Sleep(500);</a:t>
            </a:r>
            <a:endParaRPr sz="2400" dirty="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347" y="1697228"/>
            <a:ext cx="581469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Write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down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program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that </a:t>
            </a:r>
            <a:r>
              <a:rPr sz="3600" b="1" dirty="0">
                <a:latin typeface="Arial"/>
                <a:cs typeface="Arial"/>
              </a:rPr>
              <a:t>searches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for</a:t>
            </a:r>
            <a:r>
              <a:rPr sz="3600" b="1" spc="-2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letter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</a:t>
            </a:r>
            <a:r>
              <a:rPr sz="3600" b="1" spc="-25" dirty="0">
                <a:latin typeface="Arial"/>
                <a:cs typeface="Arial"/>
              </a:rPr>
              <a:t> </a:t>
            </a:r>
            <a:r>
              <a:rPr sz="3600" b="1" spc="-50" dirty="0">
                <a:latin typeface="Arial"/>
                <a:cs typeface="Arial"/>
              </a:rPr>
              <a:t>a </a:t>
            </a:r>
            <a:r>
              <a:rPr sz="3600" b="1" dirty="0">
                <a:latin typeface="Arial"/>
                <a:cs typeface="Arial"/>
              </a:rPr>
              <a:t>sentence.</a:t>
            </a:r>
            <a:r>
              <a:rPr sz="3600" b="1" spc="-7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Both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letter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and </a:t>
            </a:r>
            <a:r>
              <a:rPr sz="3600" b="1" dirty="0">
                <a:latin typeface="Arial"/>
                <a:cs typeface="Arial"/>
              </a:rPr>
              <a:t>sentence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will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be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input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to </a:t>
            </a:r>
            <a:r>
              <a:rPr sz="3600" b="1" dirty="0">
                <a:latin typeface="Arial"/>
                <a:cs typeface="Arial"/>
              </a:rPr>
              <a:t>your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program.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Print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last </a:t>
            </a:r>
            <a:r>
              <a:rPr sz="3600" b="1" dirty="0">
                <a:latin typeface="Arial"/>
                <a:cs typeface="Arial"/>
              </a:rPr>
              <a:t>position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of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letter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found </a:t>
            </a:r>
            <a:r>
              <a:rPr sz="3600" b="1" dirty="0">
                <a:latin typeface="Arial"/>
                <a:cs typeface="Arial"/>
              </a:rPr>
              <a:t>in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sentence.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2965704"/>
            <a:ext cx="9144000" cy="4349750"/>
            <a:chOff x="457200" y="2965704"/>
            <a:chExt cx="9144000" cy="4349750"/>
          </a:xfrm>
        </p:grpSpPr>
        <p:sp>
          <p:nvSpPr>
            <p:cNvPr id="3" name="object 3"/>
            <p:cNvSpPr/>
            <p:nvPr/>
          </p:nvSpPr>
          <p:spPr>
            <a:xfrm>
              <a:off x="3352800" y="2971800"/>
              <a:ext cx="2514600" cy="914400"/>
            </a:xfrm>
            <a:custGeom>
              <a:avLst/>
              <a:gdLst/>
              <a:ahLst/>
              <a:cxnLst/>
              <a:rect l="l" t="t" r="r" b="b"/>
              <a:pathLst>
                <a:path w="2514600" h="914400">
                  <a:moveTo>
                    <a:pt x="2223516" y="0"/>
                  </a:moveTo>
                  <a:lnTo>
                    <a:pt x="292608" y="0"/>
                  </a:lnTo>
                  <a:lnTo>
                    <a:pt x="245159" y="3831"/>
                  </a:lnTo>
                  <a:lnTo>
                    <a:pt x="200143" y="14923"/>
                  </a:lnTo>
                  <a:lnTo>
                    <a:pt x="158163" y="32671"/>
                  </a:lnTo>
                  <a:lnTo>
                    <a:pt x="119822" y="56473"/>
                  </a:lnTo>
                  <a:lnTo>
                    <a:pt x="85725" y="85725"/>
                  </a:lnTo>
                  <a:lnTo>
                    <a:pt x="56473" y="119822"/>
                  </a:lnTo>
                  <a:lnTo>
                    <a:pt x="32671" y="158163"/>
                  </a:lnTo>
                  <a:lnTo>
                    <a:pt x="14923" y="200143"/>
                  </a:lnTo>
                  <a:lnTo>
                    <a:pt x="3831" y="245159"/>
                  </a:lnTo>
                  <a:lnTo>
                    <a:pt x="0" y="292608"/>
                  </a:lnTo>
                  <a:lnTo>
                    <a:pt x="0" y="914400"/>
                  </a:lnTo>
                  <a:lnTo>
                    <a:pt x="2514600" y="914400"/>
                  </a:lnTo>
                  <a:lnTo>
                    <a:pt x="2514600" y="292608"/>
                  </a:lnTo>
                  <a:lnTo>
                    <a:pt x="2510811" y="245159"/>
                  </a:lnTo>
                  <a:lnTo>
                    <a:pt x="2499835" y="200143"/>
                  </a:lnTo>
                  <a:lnTo>
                    <a:pt x="2482257" y="158163"/>
                  </a:lnTo>
                  <a:lnTo>
                    <a:pt x="2458663" y="119822"/>
                  </a:lnTo>
                  <a:lnTo>
                    <a:pt x="2429637" y="85725"/>
                  </a:lnTo>
                  <a:lnTo>
                    <a:pt x="2395764" y="56473"/>
                  </a:lnTo>
                  <a:lnTo>
                    <a:pt x="2357631" y="32671"/>
                  </a:lnTo>
                  <a:lnTo>
                    <a:pt x="2315821" y="14923"/>
                  </a:lnTo>
                  <a:lnTo>
                    <a:pt x="2270921" y="3831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46704" y="2965704"/>
              <a:ext cx="2528570" cy="920750"/>
            </a:xfrm>
            <a:custGeom>
              <a:avLst/>
              <a:gdLst/>
              <a:ahLst/>
              <a:cxnLst/>
              <a:rect l="l" t="t" r="r" b="b"/>
              <a:pathLst>
                <a:path w="2528570" h="920750">
                  <a:moveTo>
                    <a:pt x="2260092" y="1524"/>
                  </a:moveTo>
                  <a:lnTo>
                    <a:pt x="268224" y="1524"/>
                  </a:lnTo>
                  <a:lnTo>
                    <a:pt x="252984" y="4572"/>
                  </a:lnTo>
                  <a:lnTo>
                    <a:pt x="239268" y="6096"/>
                  </a:lnTo>
                  <a:lnTo>
                    <a:pt x="224028" y="10668"/>
                  </a:lnTo>
                  <a:lnTo>
                    <a:pt x="210312" y="13716"/>
                  </a:lnTo>
                  <a:lnTo>
                    <a:pt x="196596" y="18287"/>
                  </a:lnTo>
                  <a:lnTo>
                    <a:pt x="169163" y="30480"/>
                  </a:lnTo>
                  <a:lnTo>
                    <a:pt x="156972" y="36575"/>
                  </a:lnTo>
                  <a:lnTo>
                    <a:pt x="144780" y="44196"/>
                  </a:lnTo>
                  <a:lnTo>
                    <a:pt x="131063" y="51816"/>
                  </a:lnTo>
                  <a:lnTo>
                    <a:pt x="88392" y="88392"/>
                  </a:lnTo>
                  <a:lnTo>
                    <a:pt x="51816" y="132587"/>
                  </a:lnTo>
                  <a:lnTo>
                    <a:pt x="30480" y="169163"/>
                  </a:lnTo>
                  <a:lnTo>
                    <a:pt x="9144" y="224028"/>
                  </a:lnTo>
                  <a:lnTo>
                    <a:pt x="4572" y="252984"/>
                  </a:lnTo>
                  <a:lnTo>
                    <a:pt x="1524" y="268224"/>
                  </a:lnTo>
                  <a:lnTo>
                    <a:pt x="1524" y="283463"/>
                  </a:lnTo>
                  <a:lnTo>
                    <a:pt x="0" y="298704"/>
                  </a:lnTo>
                  <a:lnTo>
                    <a:pt x="0" y="920496"/>
                  </a:lnTo>
                  <a:lnTo>
                    <a:pt x="13716" y="920496"/>
                  </a:lnTo>
                  <a:lnTo>
                    <a:pt x="13716" y="283463"/>
                  </a:lnTo>
                  <a:lnTo>
                    <a:pt x="15240" y="269748"/>
                  </a:lnTo>
                  <a:lnTo>
                    <a:pt x="16763" y="254508"/>
                  </a:lnTo>
                  <a:lnTo>
                    <a:pt x="18287" y="240792"/>
                  </a:lnTo>
                  <a:lnTo>
                    <a:pt x="22860" y="227075"/>
                  </a:lnTo>
                  <a:lnTo>
                    <a:pt x="25908" y="213360"/>
                  </a:lnTo>
                  <a:lnTo>
                    <a:pt x="30480" y="201168"/>
                  </a:lnTo>
                  <a:lnTo>
                    <a:pt x="35051" y="187451"/>
                  </a:lnTo>
                  <a:lnTo>
                    <a:pt x="47244" y="163068"/>
                  </a:lnTo>
                  <a:lnTo>
                    <a:pt x="79248" y="117348"/>
                  </a:lnTo>
                  <a:lnTo>
                    <a:pt x="117348" y="77724"/>
                  </a:lnTo>
                  <a:lnTo>
                    <a:pt x="163068" y="47244"/>
                  </a:lnTo>
                  <a:lnTo>
                    <a:pt x="201168" y="30480"/>
                  </a:lnTo>
                  <a:lnTo>
                    <a:pt x="213360" y="25908"/>
                  </a:lnTo>
                  <a:lnTo>
                    <a:pt x="227075" y="22860"/>
                  </a:lnTo>
                  <a:lnTo>
                    <a:pt x="240792" y="18287"/>
                  </a:lnTo>
                  <a:lnTo>
                    <a:pt x="256032" y="16763"/>
                  </a:lnTo>
                  <a:lnTo>
                    <a:pt x="269748" y="15240"/>
                  </a:lnTo>
                  <a:lnTo>
                    <a:pt x="284988" y="13716"/>
                  </a:lnTo>
                  <a:lnTo>
                    <a:pt x="2318004" y="13716"/>
                  </a:lnTo>
                  <a:lnTo>
                    <a:pt x="2304288" y="9144"/>
                  </a:lnTo>
                  <a:lnTo>
                    <a:pt x="2289048" y="6096"/>
                  </a:lnTo>
                  <a:lnTo>
                    <a:pt x="2275332" y="4572"/>
                  </a:lnTo>
                  <a:lnTo>
                    <a:pt x="2260092" y="1524"/>
                  </a:lnTo>
                  <a:close/>
                </a:path>
                <a:path w="2528570" h="920750">
                  <a:moveTo>
                    <a:pt x="2318004" y="13716"/>
                  </a:moveTo>
                  <a:lnTo>
                    <a:pt x="2244852" y="13716"/>
                  </a:lnTo>
                  <a:lnTo>
                    <a:pt x="2258568" y="15240"/>
                  </a:lnTo>
                  <a:lnTo>
                    <a:pt x="2273808" y="16763"/>
                  </a:lnTo>
                  <a:lnTo>
                    <a:pt x="2287524" y="18287"/>
                  </a:lnTo>
                  <a:lnTo>
                    <a:pt x="2301240" y="22860"/>
                  </a:lnTo>
                  <a:lnTo>
                    <a:pt x="2314956" y="25908"/>
                  </a:lnTo>
                  <a:lnTo>
                    <a:pt x="2327148" y="30480"/>
                  </a:lnTo>
                  <a:lnTo>
                    <a:pt x="2365248" y="47244"/>
                  </a:lnTo>
                  <a:lnTo>
                    <a:pt x="2410968" y="79248"/>
                  </a:lnTo>
                  <a:lnTo>
                    <a:pt x="2450592" y="117348"/>
                  </a:lnTo>
                  <a:lnTo>
                    <a:pt x="2481072" y="163068"/>
                  </a:lnTo>
                  <a:lnTo>
                    <a:pt x="2497836" y="201168"/>
                  </a:lnTo>
                  <a:lnTo>
                    <a:pt x="2502408" y="213360"/>
                  </a:lnTo>
                  <a:lnTo>
                    <a:pt x="2508504" y="240792"/>
                  </a:lnTo>
                  <a:lnTo>
                    <a:pt x="2511552" y="256032"/>
                  </a:lnTo>
                  <a:lnTo>
                    <a:pt x="2513076" y="269748"/>
                  </a:lnTo>
                  <a:lnTo>
                    <a:pt x="2514600" y="284988"/>
                  </a:lnTo>
                  <a:lnTo>
                    <a:pt x="2514600" y="920496"/>
                  </a:lnTo>
                  <a:lnTo>
                    <a:pt x="2528316" y="920496"/>
                  </a:lnTo>
                  <a:lnTo>
                    <a:pt x="2528316" y="298704"/>
                  </a:lnTo>
                  <a:lnTo>
                    <a:pt x="2526792" y="283463"/>
                  </a:lnTo>
                  <a:lnTo>
                    <a:pt x="2526792" y="268224"/>
                  </a:lnTo>
                  <a:lnTo>
                    <a:pt x="2523744" y="252984"/>
                  </a:lnTo>
                  <a:lnTo>
                    <a:pt x="2522220" y="239268"/>
                  </a:lnTo>
                  <a:lnTo>
                    <a:pt x="2517648" y="224028"/>
                  </a:lnTo>
                  <a:lnTo>
                    <a:pt x="2497836" y="169163"/>
                  </a:lnTo>
                  <a:lnTo>
                    <a:pt x="2484120" y="144780"/>
                  </a:lnTo>
                  <a:lnTo>
                    <a:pt x="2476500" y="131063"/>
                  </a:lnTo>
                  <a:lnTo>
                    <a:pt x="2439924" y="88392"/>
                  </a:lnTo>
                  <a:lnTo>
                    <a:pt x="2395728" y="51816"/>
                  </a:lnTo>
                  <a:lnTo>
                    <a:pt x="2359152" y="30480"/>
                  </a:lnTo>
                  <a:lnTo>
                    <a:pt x="2331720" y="18287"/>
                  </a:lnTo>
                  <a:lnTo>
                    <a:pt x="2318004" y="13716"/>
                  </a:lnTo>
                  <a:close/>
                </a:path>
                <a:path w="2528570" h="920750">
                  <a:moveTo>
                    <a:pt x="2229612" y="0"/>
                  </a:moveTo>
                  <a:lnTo>
                    <a:pt x="298704" y="0"/>
                  </a:lnTo>
                  <a:lnTo>
                    <a:pt x="283463" y="1524"/>
                  </a:lnTo>
                  <a:lnTo>
                    <a:pt x="2244852" y="1524"/>
                  </a:lnTo>
                  <a:lnTo>
                    <a:pt x="2229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200" y="3372611"/>
              <a:ext cx="5259705" cy="498475"/>
            </a:xfrm>
            <a:custGeom>
              <a:avLst/>
              <a:gdLst/>
              <a:ahLst/>
              <a:cxnLst/>
              <a:rect l="l" t="t" r="r" b="b"/>
              <a:pathLst>
                <a:path w="5259705" h="498475">
                  <a:moveTo>
                    <a:pt x="1351788" y="71628"/>
                  </a:moveTo>
                  <a:lnTo>
                    <a:pt x="1347203" y="71628"/>
                  </a:lnTo>
                  <a:lnTo>
                    <a:pt x="1299070" y="71628"/>
                  </a:lnTo>
                  <a:lnTo>
                    <a:pt x="1264920" y="91440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8"/>
                  </a:lnTo>
                  <a:lnTo>
                    <a:pt x="1263396" y="115824"/>
                  </a:lnTo>
                  <a:lnTo>
                    <a:pt x="1271003" y="117348"/>
                  </a:lnTo>
                  <a:lnTo>
                    <a:pt x="1277112" y="114300"/>
                  </a:lnTo>
                  <a:lnTo>
                    <a:pt x="1351788" y="71628"/>
                  </a:lnTo>
                  <a:close/>
                </a:path>
                <a:path w="5259705" h="498475">
                  <a:moveTo>
                    <a:pt x="1373124" y="59436"/>
                  </a:moveTo>
                  <a:lnTo>
                    <a:pt x="1277112" y="3048"/>
                  </a:lnTo>
                  <a:lnTo>
                    <a:pt x="1271003" y="0"/>
                  </a:lnTo>
                  <a:lnTo>
                    <a:pt x="1263396" y="1524"/>
                  </a:lnTo>
                  <a:lnTo>
                    <a:pt x="1260348" y="7620"/>
                  </a:lnTo>
                  <a:lnTo>
                    <a:pt x="1255776" y="13716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9"/>
                  </a:lnTo>
                  <a:lnTo>
                    <a:pt x="0" y="44196"/>
                  </a:lnTo>
                  <a:lnTo>
                    <a:pt x="0" y="70104"/>
                  </a:lnTo>
                  <a:lnTo>
                    <a:pt x="1299171" y="71577"/>
                  </a:lnTo>
                  <a:lnTo>
                    <a:pt x="1347203" y="71628"/>
                  </a:lnTo>
                  <a:lnTo>
                    <a:pt x="1351876" y="71577"/>
                  </a:lnTo>
                  <a:lnTo>
                    <a:pt x="1373124" y="59436"/>
                  </a:lnTo>
                  <a:close/>
                </a:path>
                <a:path w="5259705" h="498475">
                  <a:moveTo>
                    <a:pt x="5237988" y="452628"/>
                  </a:moveTo>
                  <a:lnTo>
                    <a:pt x="5233416" y="452628"/>
                  </a:lnTo>
                  <a:lnTo>
                    <a:pt x="5185270" y="452628"/>
                  </a:lnTo>
                  <a:lnTo>
                    <a:pt x="5151120" y="472440"/>
                  </a:lnTo>
                  <a:lnTo>
                    <a:pt x="5145024" y="477012"/>
                  </a:lnTo>
                  <a:lnTo>
                    <a:pt x="5141976" y="484632"/>
                  </a:lnTo>
                  <a:lnTo>
                    <a:pt x="5146548" y="490728"/>
                  </a:lnTo>
                  <a:lnTo>
                    <a:pt x="5149596" y="496824"/>
                  </a:lnTo>
                  <a:lnTo>
                    <a:pt x="5157216" y="498348"/>
                  </a:lnTo>
                  <a:lnTo>
                    <a:pt x="5163312" y="495300"/>
                  </a:lnTo>
                  <a:lnTo>
                    <a:pt x="5237988" y="452628"/>
                  </a:lnTo>
                  <a:close/>
                </a:path>
                <a:path w="5259705" h="498475">
                  <a:moveTo>
                    <a:pt x="5259324" y="440436"/>
                  </a:moveTo>
                  <a:lnTo>
                    <a:pt x="5163312" y="384048"/>
                  </a:lnTo>
                  <a:lnTo>
                    <a:pt x="5157216" y="381000"/>
                  </a:lnTo>
                  <a:lnTo>
                    <a:pt x="5149596" y="382524"/>
                  </a:lnTo>
                  <a:lnTo>
                    <a:pt x="5146548" y="388620"/>
                  </a:lnTo>
                  <a:lnTo>
                    <a:pt x="5141976" y="394716"/>
                  </a:lnTo>
                  <a:lnTo>
                    <a:pt x="5145024" y="402336"/>
                  </a:lnTo>
                  <a:lnTo>
                    <a:pt x="5151120" y="405384"/>
                  </a:lnTo>
                  <a:lnTo>
                    <a:pt x="5186591" y="426669"/>
                  </a:lnTo>
                  <a:lnTo>
                    <a:pt x="3886200" y="425196"/>
                  </a:lnTo>
                  <a:lnTo>
                    <a:pt x="3886200" y="451104"/>
                  </a:lnTo>
                  <a:lnTo>
                    <a:pt x="5185372" y="452577"/>
                  </a:lnTo>
                  <a:lnTo>
                    <a:pt x="5233416" y="452628"/>
                  </a:lnTo>
                  <a:lnTo>
                    <a:pt x="5238077" y="452577"/>
                  </a:lnTo>
                  <a:lnTo>
                    <a:pt x="5259324" y="440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52800" y="3886200"/>
              <a:ext cx="2514600" cy="838200"/>
            </a:xfrm>
            <a:custGeom>
              <a:avLst/>
              <a:gdLst/>
              <a:ahLst/>
              <a:cxnLst/>
              <a:rect l="l" t="t" r="r" b="b"/>
              <a:pathLst>
                <a:path w="2514600" h="838200">
                  <a:moveTo>
                    <a:pt x="2514600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3831" y="594521"/>
                  </a:lnTo>
                  <a:lnTo>
                    <a:pt x="14923" y="639421"/>
                  </a:lnTo>
                  <a:lnTo>
                    <a:pt x="32671" y="681231"/>
                  </a:lnTo>
                  <a:lnTo>
                    <a:pt x="56473" y="719364"/>
                  </a:lnTo>
                  <a:lnTo>
                    <a:pt x="85725" y="753237"/>
                  </a:lnTo>
                  <a:lnTo>
                    <a:pt x="119822" y="782263"/>
                  </a:lnTo>
                  <a:lnTo>
                    <a:pt x="158163" y="805857"/>
                  </a:lnTo>
                  <a:lnTo>
                    <a:pt x="200143" y="823435"/>
                  </a:lnTo>
                  <a:lnTo>
                    <a:pt x="245159" y="834411"/>
                  </a:lnTo>
                  <a:lnTo>
                    <a:pt x="292608" y="838200"/>
                  </a:lnTo>
                  <a:lnTo>
                    <a:pt x="2223516" y="838200"/>
                  </a:lnTo>
                  <a:lnTo>
                    <a:pt x="2270921" y="834411"/>
                  </a:lnTo>
                  <a:lnTo>
                    <a:pt x="2315821" y="823435"/>
                  </a:lnTo>
                  <a:lnTo>
                    <a:pt x="2357631" y="805857"/>
                  </a:lnTo>
                  <a:lnTo>
                    <a:pt x="2395764" y="782263"/>
                  </a:lnTo>
                  <a:lnTo>
                    <a:pt x="2429637" y="753237"/>
                  </a:lnTo>
                  <a:lnTo>
                    <a:pt x="2458663" y="719364"/>
                  </a:lnTo>
                  <a:lnTo>
                    <a:pt x="2482257" y="681231"/>
                  </a:lnTo>
                  <a:lnTo>
                    <a:pt x="2499835" y="639421"/>
                  </a:lnTo>
                  <a:lnTo>
                    <a:pt x="2510811" y="594521"/>
                  </a:lnTo>
                  <a:lnTo>
                    <a:pt x="2514600" y="547115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46704" y="3886200"/>
              <a:ext cx="2528570" cy="845819"/>
            </a:xfrm>
            <a:custGeom>
              <a:avLst/>
              <a:gdLst/>
              <a:ahLst/>
              <a:cxnLst/>
              <a:rect l="l" t="t" r="r" b="b"/>
              <a:pathLst>
                <a:path w="2528570" h="845820">
                  <a:moveTo>
                    <a:pt x="2244852" y="844295"/>
                  </a:moveTo>
                  <a:lnTo>
                    <a:pt x="283463" y="844295"/>
                  </a:lnTo>
                  <a:lnTo>
                    <a:pt x="298704" y="845819"/>
                  </a:lnTo>
                  <a:lnTo>
                    <a:pt x="2229612" y="845819"/>
                  </a:lnTo>
                  <a:lnTo>
                    <a:pt x="2244852" y="844295"/>
                  </a:lnTo>
                  <a:close/>
                </a:path>
                <a:path w="2528570" h="845820">
                  <a:moveTo>
                    <a:pt x="13716" y="0"/>
                  </a:moveTo>
                  <a:lnTo>
                    <a:pt x="0" y="0"/>
                  </a:lnTo>
                  <a:lnTo>
                    <a:pt x="0" y="547115"/>
                  </a:lnTo>
                  <a:lnTo>
                    <a:pt x="1524" y="562355"/>
                  </a:lnTo>
                  <a:lnTo>
                    <a:pt x="1524" y="577596"/>
                  </a:lnTo>
                  <a:lnTo>
                    <a:pt x="4572" y="592836"/>
                  </a:lnTo>
                  <a:lnTo>
                    <a:pt x="6096" y="606551"/>
                  </a:lnTo>
                  <a:lnTo>
                    <a:pt x="10668" y="621791"/>
                  </a:lnTo>
                  <a:lnTo>
                    <a:pt x="30480" y="676656"/>
                  </a:lnTo>
                  <a:lnTo>
                    <a:pt x="51816" y="713232"/>
                  </a:lnTo>
                  <a:lnTo>
                    <a:pt x="88392" y="757427"/>
                  </a:lnTo>
                  <a:lnTo>
                    <a:pt x="132587" y="794004"/>
                  </a:lnTo>
                  <a:lnTo>
                    <a:pt x="169163" y="815339"/>
                  </a:lnTo>
                  <a:lnTo>
                    <a:pt x="210312" y="832104"/>
                  </a:lnTo>
                  <a:lnTo>
                    <a:pt x="224028" y="835151"/>
                  </a:lnTo>
                  <a:lnTo>
                    <a:pt x="239268" y="839724"/>
                  </a:lnTo>
                  <a:lnTo>
                    <a:pt x="252984" y="841248"/>
                  </a:lnTo>
                  <a:lnTo>
                    <a:pt x="268224" y="844295"/>
                  </a:lnTo>
                  <a:lnTo>
                    <a:pt x="2260092" y="844295"/>
                  </a:lnTo>
                  <a:lnTo>
                    <a:pt x="2275332" y="841248"/>
                  </a:lnTo>
                  <a:lnTo>
                    <a:pt x="2289048" y="839724"/>
                  </a:lnTo>
                  <a:lnTo>
                    <a:pt x="2304288" y="835151"/>
                  </a:lnTo>
                  <a:lnTo>
                    <a:pt x="2318004" y="832104"/>
                  </a:lnTo>
                  <a:lnTo>
                    <a:pt x="283463" y="832104"/>
                  </a:lnTo>
                  <a:lnTo>
                    <a:pt x="269748" y="830580"/>
                  </a:lnTo>
                  <a:lnTo>
                    <a:pt x="254508" y="829056"/>
                  </a:lnTo>
                  <a:lnTo>
                    <a:pt x="213360" y="819912"/>
                  </a:lnTo>
                  <a:lnTo>
                    <a:pt x="201168" y="815339"/>
                  </a:lnTo>
                  <a:lnTo>
                    <a:pt x="187451" y="810768"/>
                  </a:lnTo>
                  <a:lnTo>
                    <a:pt x="138684" y="783336"/>
                  </a:lnTo>
                  <a:lnTo>
                    <a:pt x="96012" y="748283"/>
                  </a:lnTo>
                  <a:lnTo>
                    <a:pt x="62484" y="705612"/>
                  </a:lnTo>
                  <a:lnTo>
                    <a:pt x="54863" y="694944"/>
                  </a:lnTo>
                  <a:lnTo>
                    <a:pt x="47244" y="682751"/>
                  </a:lnTo>
                  <a:lnTo>
                    <a:pt x="35051" y="658368"/>
                  </a:lnTo>
                  <a:lnTo>
                    <a:pt x="25908" y="630936"/>
                  </a:lnTo>
                  <a:lnTo>
                    <a:pt x="22860" y="618744"/>
                  </a:lnTo>
                  <a:lnTo>
                    <a:pt x="18287" y="605027"/>
                  </a:lnTo>
                  <a:lnTo>
                    <a:pt x="16763" y="589788"/>
                  </a:lnTo>
                  <a:lnTo>
                    <a:pt x="15240" y="576072"/>
                  </a:lnTo>
                  <a:lnTo>
                    <a:pt x="13716" y="560832"/>
                  </a:lnTo>
                  <a:lnTo>
                    <a:pt x="13716" y="0"/>
                  </a:lnTo>
                  <a:close/>
                </a:path>
                <a:path w="2528570" h="845820">
                  <a:moveTo>
                    <a:pt x="2528316" y="0"/>
                  </a:moveTo>
                  <a:lnTo>
                    <a:pt x="2514600" y="0"/>
                  </a:lnTo>
                  <a:lnTo>
                    <a:pt x="2514600" y="562355"/>
                  </a:lnTo>
                  <a:lnTo>
                    <a:pt x="2513076" y="576072"/>
                  </a:lnTo>
                  <a:lnTo>
                    <a:pt x="2511552" y="591312"/>
                  </a:lnTo>
                  <a:lnTo>
                    <a:pt x="2502408" y="632460"/>
                  </a:lnTo>
                  <a:lnTo>
                    <a:pt x="2497836" y="644651"/>
                  </a:lnTo>
                  <a:lnTo>
                    <a:pt x="2493264" y="658368"/>
                  </a:lnTo>
                  <a:lnTo>
                    <a:pt x="2465832" y="707136"/>
                  </a:lnTo>
                  <a:lnTo>
                    <a:pt x="2430780" y="749807"/>
                  </a:lnTo>
                  <a:lnTo>
                    <a:pt x="2388108" y="783336"/>
                  </a:lnTo>
                  <a:lnTo>
                    <a:pt x="2377440" y="790956"/>
                  </a:lnTo>
                  <a:lnTo>
                    <a:pt x="2340864" y="810768"/>
                  </a:lnTo>
                  <a:lnTo>
                    <a:pt x="2301240" y="822960"/>
                  </a:lnTo>
                  <a:lnTo>
                    <a:pt x="2258568" y="830580"/>
                  </a:lnTo>
                  <a:lnTo>
                    <a:pt x="2243328" y="832104"/>
                  </a:lnTo>
                  <a:lnTo>
                    <a:pt x="2318004" y="832104"/>
                  </a:lnTo>
                  <a:lnTo>
                    <a:pt x="2359152" y="815339"/>
                  </a:lnTo>
                  <a:lnTo>
                    <a:pt x="2395728" y="794004"/>
                  </a:lnTo>
                  <a:lnTo>
                    <a:pt x="2439924" y="757427"/>
                  </a:lnTo>
                  <a:lnTo>
                    <a:pt x="2476500" y="713232"/>
                  </a:lnTo>
                  <a:lnTo>
                    <a:pt x="2497836" y="676656"/>
                  </a:lnTo>
                  <a:lnTo>
                    <a:pt x="2514600" y="635507"/>
                  </a:lnTo>
                  <a:lnTo>
                    <a:pt x="2517648" y="621791"/>
                  </a:lnTo>
                  <a:lnTo>
                    <a:pt x="2522220" y="606551"/>
                  </a:lnTo>
                  <a:lnTo>
                    <a:pt x="2523744" y="592836"/>
                  </a:lnTo>
                  <a:lnTo>
                    <a:pt x="2526792" y="577596"/>
                  </a:lnTo>
                  <a:lnTo>
                    <a:pt x="2526792" y="562355"/>
                  </a:lnTo>
                  <a:lnTo>
                    <a:pt x="2528316" y="547115"/>
                  </a:lnTo>
                  <a:lnTo>
                    <a:pt x="2528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4056888"/>
              <a:ext cx="1373505" cy="117475"/>
            </a:xfrm>
            <a:custGeom>
              <a:avLst/>
              <a:gdLst/>
              <a:ahLst/>
              <a:cxnLst/>
              <a:rect l="l" t="t" r="r" b="b"/>
              <a:pathLst>
                <a:path w="1373504" h="117475">
                  <a:moveTo>
                    <a:pt x="1271015" y="0"/>
                  </a:moveTo>
                  <a:lnTo>
                    <a:pt x="1263395" y="1524"/>
                  </a:lnTo>
                  <a:lnTo>
                    <a:pt x="1260348" y="7620"/>
                  </a:lnTo>
                  <a:lnTo>
                    <a:pt x="1255776" y="13715"/>
                  </a:lnTo>
                  <a:lnTo>
                    <a:pt x="1258824" y="21336"/>
                  </a:lnTo>
                  <a:lnTo>
                    <a:pt x="1264920" y="24384"/>
                  </a:lnTo>
                  <a:lnTo>
                    <a:pt x="1300391" y="45667"/>
                  </a:lnTo>
                  <a:lnTo>
                    <a:pt x="1347215" y="45720"/>
                  </a:lnTo>
                  <a:lnTo>
                    <a:pt x="1347215" y="71627"/>
                  </a:lnTo>
                  <a:lnTo>
                    <a:pt x="1299078" y="71627"/>
                  </a:lnTo>
                  <a:lnTo>
                    <a:pt x="1264920" y="91439"/>
                  </a:lnTo>
                  <a:lnTo>
                    <a:pt x="1258824" y="96012"/>
                  </a:lnTo>
                  <a:lnTo>
                    <a:pt x="1255776" y="103632"/>
                  </a:lnTo>
                  <a:lnTo>
                    <a:pt x="1260348" y="109727"/>
                  </a:lnTo>
                  <a:lnTo>
                    <a:pt x="1263395" y="115824"/>
                  </a:lnTo>
                  <a:lnTo>
                    <a:pt x="1271015" y="117348"/>
                  </a:lnTo>
                  <a:lnTo>
                    <a:pt x="1277112" y="114300"/>
                  </a:lnTo>
                  <a:lnTo>
                    <a:pt x="1349769" y="71627"/>
                  </a:lnTo>
                  <a:lnTo>
                    <a:pt x="1347215" y="71627"/>
                  </a:lnTo>
                  <a:lnTo>
                    <a:pt x="1349862" y="71573"/>
                  </a:lnTo>
                  <a:lnTo>
                    <a:pt x="1373124" y="57912"/>
                  </a:lnTo>
                  <a:lnTo>
                    <a:pt x="1277112" y="3048"/>
                  </a:lnTo>
                  <a:lnTo>
                    <a:pt x="1271015" y="0"/>
                  </a:lnTo>
                  <a:close/>
                </a:path>
                <a:path w="1373504" h="117475">
                  <a:moveTo>
                    <a:pt x="1321747" y="58480"/>
                  </a:moveTo>
                  <a:lnTo>
                    <a:pt x="1299172" y="71573"/>
                  </a:lnTo>
                  <a:lnTo>
                    <a:pt x="1347215" y="71627"/>
                  </a:lnTo>
                  <a:lnTo>
                    <a:pt x="1347215" y="70103"/>
                  </a:lnTo>
                  <a:lnTo>
                    <a:pt x="1341120" y="70103"/>
                  </a:lnTo>
                  <a:lnTo>
                    <a:pt x="1321747" y="58480"/>
                  </a:lnTo>
                  <a:close/>
                </a:path>
                <a:path w="1373504" h="117475">
                  <a:moveTo>
                    <a:pt x="0" y="44196"/>
                  </a:moveTo>
                  <a:lnTo>
                    <a:pt x="0" y="70103"/>
                  </a:lnTo>
                  <a:lnTo>
                    <a:pt x="1299172" y="71573"/>
                  </a:lnTo>
                  <a:lnTo>
                    <a:pt x="1321747" y="58480"/>
                  </a:lnTo>
                  <a:lnTo>
                    <a:pt x="1300391" y="45667"/>
                  </a:lnTo>
                  <a:lnTo>
                    <a:pt x="0" y="44196"/>
                  </a:lnTo>
                  <a:close/>
                </a:path>
                <a:path w="1373504" h="117475">
                  <a:moveTo>
                    <a:pt x="1341120" y="47244"/>
                  </a:moveTo>
                  <a:lnTo>
                    <a:pt x="1321747" y="58480"/>
                  </a:lnTo>
                  <a:lnTo>
                    <a:pt x="1341120" y="70103"/>
                  </a:lnTo>
                  <a:lnTo>
                    <a:pt x="1341120" y="47244"/>
                  </a:lnTo>
                  <a:close/>
                </a:path>
                <a:path w="1373504" h="117475">
                  <a:moveTo>
                    <a:pt x="1347215" y="47244"/>
                  </a:moveTo>
                  <a:lnTo>
                    <a:pt x="1341120" y="47244"/>
                  </a:lnTo>
                  <a:lnTo>
                    <a:pt x="1341120" y="70103"/>
                  </a:lnTo>
                  <a:lnTo>
                    <a:pt x="1347215" y="70103"/>
                  </a:lnTo>
                  <a:lnTo>
                    <a:pt x="1347215" y="47244"/>
                  </a:lnTo>
                  <a:close/>
                </a:path>
                <a:path w="1373504" h="117475">
                  <a:moveTo>
                    <a:pt x="1300391" y="45667"/>
                  </a:moveTo>
                  <a:lnTo>
                    <a:pt x="1321747" y="58480"/>
                  </a:lnTo>
                  <a:lnTo>
                    <a:pt x="1341120" y="47244"/>
                  </a:lnTo>
                  <a:lnTo>
                    <a:pt x="1347215" y="47244"/>
                  </a:lnTo>
                  <a:lnTo>
                    <a:pt x="1347215" y="45720"/>
                  </a:lnTo>
                  <a:lnTo>
                    <a:pt x="1300391" y="4566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4595" y="5649468"/>
              <a:ext cx="3570731" cy="5897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0400" y="66294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905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905000" y="533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94304" y="6623304"/>
              <a:ext cx="1918970" cy="547370"/>
            </a:xfrm>
            <a:custGeom>
              <a:avLst/>
              <a:gdLst/>
              <a:ahLst/>
              <a:cxnLst/>
              <a:rect l="l" t="t" r="r" b="b"/>
              <a:pathLst>
                <a:path w="1918970" h="547370">
                  <a:moveTo>
                    <a:pt x="19156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7" y="547116"/>
                  </a:lnTo>
                  <a:lnTo>
                    <a:pt x="1915668" y="547116"/>
                  </a:lnTo>
                  <a:lnTo>
                    <a:pt x="1918716" y="544068"/>
                  </a:lnTo>
                  <a:lnTo>
                    <a:pt x="1918716" y="539496"/>
                  </a:lnTo>
                  <a:lnTo>
                    <a:pt x="13715" y="539496"/>
                  </a:lnTo>
                  <a:lnTo>
                    <a:pt x="6095" y="533400"/>
                  </a:lnTo>
                  <a:lnTo>
                    <a:pt x="13715" y="533400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1918716" y="6096"/>
                  </a:lnTo>
                  <a:lnTo>
                    <a:pt x="1918716" y="3048"/>
                  </a:lnTo>
                  <a:lnTo>
                    <a:pt x="1915668" y="0"/>
                  </a:lnTo>
                  <a:close/>
                </a:path>
                <a:path w="1918970" h="547370">
                  <a:moveTo>
                    <a:pt x="13715" y="533400"/>
                  </a:moveTo>
                  <a:lnTo>
                    <a:pt x="6095" y="533400"/>
                  </a:lnTo>
                  <a:lnTo>
                    <a:pt x="13715" y="539496"/>
                  </a:lnTo>
                  <a:lnTo>
                    <a:pt x="13715" y="533400"/>
                  </a:lnTo>
                  <a:close/>
                </a:path>
                <a:path w="1918970" h="547370">
                  <a:moveTo>
                    <a:pt x="1904999" y="533400"/>
                  </a:moveTo>
                  <a:lnTo>
                    <a:pt x="13715" y="533400"/>
                  </a:lnTo>
                  <a:lnTo>
                    <a:pt x="13715" y="539496"/>
                  </a:lnTo>
                  <a:lnTo>
                    <a:pt x="1904999" y="539496"/>
                  </a:lnTo>
                  <a:lnTo>
                    <a:pt x="1904999" y="533400"/>
                  </a:lnTo>
                  <a:close/>
                </a:path>
                <a:path w="1918970" h="547370">
                  <a:moveTo>
                    <a:pt x="1904999" y="6096"/>
                  </a:moveTo>
                  <a:lnTo>
                    <a:pt x="1904999" y="539496"/>
                  </a:lnTo>
                  <a:lnTo>
                    <a:pt x="1911095" y="533400"/>
                  </a:lnTo>
                  <a:lnTo>
                    <a:pt x="1918716" y="533400"/>
                  </a:lnTo>
                  <a:lnTo>
                    <a:pt x="1918716" y="13716"/>
                  </a:lnTo>
                  <a:lnTo>
                    <a:pt x="1911095" y="13716"/>
                  </a:lnTo>
                  <a:lnTo>
                    <a:pt x="1904999" y="6096"/>
                  </a:lnTo>
                  <a:close/>
                </a:path>
                <a:path w="1918970" h="547370">
                  <a:moveTo>
                    <a:pt x="1918716" y="533400"/>
                  </a:moveTo>
                  <a:lnTo>
                    <a:pt x="1911095" y="533400"/>
                  </a:lnTo>
                  <a:lnTo>
                    <a:pt x="1904999" y="539496"/>
                  </a:lnTo>
                  <a:lnTo>
                    <a:pt x="1918716" y="539496"/>
                  </a:lnTo>
                  <a:lnTo>
                    <a:pt x="1918716" y="533400"/>
                  </a:lnTo>
                  <a:close/>
                </a:path>
                <a:path w="1918970" h="547370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1918970" h="547370">
                  <a:moveTo>
                    <a:pt x="1904999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1904999" y="13716"/>
                  </a:lnTo>
                  <a:lnTo>
                    <a:pt x="1904999" y="6096"/>
                  </a:lnTo>
                  <a:close/>
                </a:path>
                <a:path w="1918970" h="547370">
                  <a:moveTo>
                    <a:pt x="1918716" y="6096"/>
                  </a:moveTo>
                  <a:lnTo>
                    <a:pt x="1904999" y="6096"/>
                  </a:lnTo>
                  <a:lnTo>
                    <a:pt x="1911095" y="13716"/>
                  </a:lnTo>
                  <a:lnTo>
                    <a:pt x="1918716" y="13716"/>
                  </a:lnTo>
                  <a:lnTo>
                    <a:pt x="191871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983739" y="2861564"/>
            <a:ext cx="784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latin typeface="Times New Roman"/>
                <a:cs typeface="Times New Roman"/>
              </a:rPr>
              <a:t>Hello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9140" y="6671564"/>
            <a:ext cx="156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85" dirty="0">
                <a:latin typeface="Times New Roman"/>
                <a:cs typeface="Times New Roman"/>
              </a:rPr>
              <a:t>Position: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spc="17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70491" y="5023103"/>
            <a:ext cx="2452370" cy="471170"/>
          </a:xfrm>
          <a:custGeom>
            <a:avLst/>
            <a:gdLst/>
            <a:ahLst/>
            <a:cxnLst/>
            <a:rect l="l" t="t" r="r" b="b"/>
            <a:pathLst>
              <a:path w="2452370" h="471170">
                <a:moveTo>
                  <a:pt x="775728" y="3048"/>
                </a:moveTo>
                <a:lnTo>
                  <a:pt x="772680" y="0"/>
                </a:lnTo>
                <a:lnTo>
                  <a:pt x="762012" y="0"/>
                </a:lnTo>
                <a:lnTo>
                  <a:pt x="762012" y="13716"/>
                </a:lnTo>
                <a:lnTo>
                  <a:pt x="762012" y="381000"/>
                </a:lnTo>
                <a:lnTo>
                  <a:pt x="394728" y="381000"/>
                </a:lnTo>
                <a:lnTo>
                  <a:pt x="394728" y="13716"/>
                </a:lnTo>
                <a:lnTo>
                  <a:pt x="762012" y="13716"/>
                </a:lnTo>
                <a:lnTo>
                  <a:pt x="762012" y="0"/>
                </a:lnTo>
                <a:lnTo>
                  <a:pt x="391680" y="0"/>
                </a:lnTo>
                <a:lnTo>
                  <a:pt x="384060" y="0"/>
                </a:lnTo>
                <a:lnTo>
                  <a:pt x="381012" y="0"/>
                </a:lnTo>
                <a:lnTo>
                  <a:pt x="381012" y="13716"/>
                </a:lnTo>
                <a:lnTo>
                  <a:pt x="381012" y="381000"/>
                </a:lnTo>
                <a:lnTo>
                  <a:pt x="13728" y="381000"/>
                </a:lnTo>
                <a:lnTo>
                  <a:pt x="13728" y="13716"/>
                </a:lnTo>
                <a:lnTo>
                  <a:pt x="381012" y="13716"/>
                </a:lnTo>
                <a:lnTo>
                  <a:pt x="381012" y="0"/>
                </a:lnTo>
                <a:lnTo>
                  <a:pt x="3060" y="0"/>
                </a:lnTo>
                <a:lnTo>
                  <a:pt x="0" y="3048"/>
                </a:lnTo>
                <a:lnTo>
                  <a:pt x="0" y="391668"/>
                </a:lnTo>
                <a:lnTo>
                  <a:pt x="3060" y="394716"/>
                </a:lnTo>
                <a:lnTo>
                  <a:pt x="384060" y="394716"/>
                </a:lnTo>
                <a:lnTo>
                  <a:pt x="391680" y="394716"/>
                </a:lnTo>
                <a:lnTo>
                  <a:pt x="772680" y="394716"/>
                </a:lnTo>
                <a:lnTo>
                  <a:pt x="775728" y="391668"/>
                </a:lnTo>
                <a:lnTo>
                  <a:pt x="775728" y="387096"/>
                </a:lnTo>
                <a:lnTo>
                  <a:pt x="775728" y="381000"/>
                </a:lnTo>
                <a:lnTo>
                  <a:pt x="775728" y="13716"/>
                </a:lnTo>
                <a:lnTo>
                  <a:pt x="775728" y="6096"/>
                </a:lnTo>
                <a:lnTo>
                  <a:pt x="775728" y="3048"/>
                </a:lnTo>
                <a:close/>
              </a:path>
              <a:path w="2452370" h="471170">
                <a:moveTo>
                  <a:pt x="1994928" y="3048"/>
                </a:moveTo>
                <a:lnTo>
                  <a:pt x="1991880" y="0"/>
                </a:lnTo>
                <a:lnTo>
                  <a:pt x="1981212" y="0"/>
                </a:lnTo>
                <a:lnTo>
                  <a:pt x="1981212" y="13716"/>
                </a:lnTo>
                <a:lnTo>
                  <a:pt x="1981212" y="457200"/>
                </a:lnTo>
                <a:lnTo>
                  <a:pt x="1613928" y="457200"/>
                </a:lnTo>
                <a:lnTo>
                  <a:pt x="1613928" y="13716"/>
                </a:lnTo>
                <a:lnTo>
                  <a:pt x="1981212" y="13716"/>
                </a:lnTo>
                <a:lnTo>
                  <a:pt x="1981212" y="0"/>
                </a:lnTo>
                <a:lnTo>
                  <a:pt x="1610880" y="0"/>
                </a:lnTo>
                <a:lnTo>
                  <a:pt x="1603260" y="0"/>
                </a:lnTo>
                <a:lnTo>
                  <a:pt x="1600212" y="0"/>
                </a:lnTo>
                <a:lnTo>
                  <a:pt x="1600212" y="13716"/>
                </a:lnTo>
                <a:lnTo>
                  <a:pt x="1600212" y="457200"/>
                </a:lnTo>
                <a:lnTo>
                  <a:pt x="1232928" y="457200"/>
                </a:lnTo>
                <a:lnTo>
                  <a:pt x="1232928" y="391668"/>
                </a:lnTo>
                <a:lnTo>
                  <a:pt x="1232928" y="387096"/>
                </a:lnTo>
                <a:lnTo>
                  <a:pt x="1232928" y="381000"/>
                </a:lnTo>
                <a:lnTo>
                  <a:pt x="1232928" y="13716"/>
                </a:lnTo>
                <a:lnTo>
                  <a:pt x="1600212" y="13716"/>
                </a:lnTo>
                <a:lnTo>
                  <a:pt x="1600212" y="0"/>
                </a:lnTo>
                <a:lnTo>
                  <a:pt x="1229880" y="0"/>
                </a:lnTo>
                <a:lnTo>
                  <a:pt x="1222260" y="0"/>
                </a:lnTo>
                <a:lnTo>
                  <a:pt x="1219212" y="0"/>
                </a:lnTo>
                <a:lnTo>
                  <a:pt x="1219212" y="13716"/>
                </a:lnTo>
                <a:lnTo>
                  <a:pt x="1219212" y="381000"/>
                </a:lnTo>
                <a:lnTo>
                  <a:pt x="851928" y="381000"/>
                </a:lnTo>
                <a:lnTo>
                  <a:pt x="851928" y="13716"/>
                </a:lnTo>
                <a:lnTo>
                  <a:pt x="1219212" y="13716"/>
                </a:lnTo>
                <a:lnTo>
                  <a:pt x="1219212" y="0"/>
                </a:lnTo>
                <a:lnTo>
                  <a:pt x="841260" y="0"/>
                </a:lnTo>
                <a:lnTo>
                  <a:pt x="838212" y="3048"/>
                </a:lnTo>
                <a:lnTo>
                  <a:pt x="838212" y="391668"/>
                </a:lnTo>
                <a:lnTo>
                  <a:pt x="841260" y="394716"/>
                </a:lnTo>
                <a:lnTo>
                  <a:pt x="1219212" y="394716"/>
                </a:lnTo>
                <a:lnTo>
                  <a:pt x="1219212" y="467868"/>
                </a:lnTo>
                <a:lnTo>
                  <a:pt x="1222260" y="470916"/>
                </a:lnTo>
                <a:lnTo>
                  <a:pt x="1603260" y="470916"/>
                </a:lnTo>
                <a:lnTo>
                  <a:pt x="1610880" y="470916"/>
                </a:lnTo>
                <a:lnTo>
                  <a:pt x="1991880" y="470916"/>
                </a:lnTo>
                <a:lnTo>
                  <a:pt x="1994928" y="467868"/>
                </a:lnTo>
                <a:lnTo>
                  <a:pt x="1994928" y="463296"/>
                </a:lnTo>
                <a:lnTo>
                  <a:pt x="1994928" y="457200"/>
                </a:lnTo>
                <a:lnTo>
                  <a:pt x="1994928" y="13716"/>
                </a:lnTo>
                <a:lnTo>
                  <a:pt x="1994928" y="6096"/>
                </a:lnTo>
                <a:lnTo>
                  <a:pt x="1994928" y="3048"/>
                </a:lnTo>
                <a:close/>
              </a:path>
              <a:path w="2452370" h="471170">
                <a:moveTo>
                  <a:pt x="2452128" y="3048"/>
                </a:moveTo>
                <a:lnTo>
                  <a:pt x="2449080" y="0"/>
                </a:lnTo>
                <a:lnTo>
                  <a:pt x="2438412" y="0"/>
                </a:lnTo>
                <a:lnTo>
                  <a:pt x="2438412" y="13716"/>
                </a:lnTo>
                <a:lnTo>
                  <a:pt x="2438412" y="457200"/>
                </a:lnTo>
                <a:lnTo>
                  <a:pt x="2071128" y="457200"/>
                </a:lnTo>
                <a:lnTo>
                  <a:pt x="2071128" y="13716"/>
                </a:lnTo>
                <a:lnTo>
                  <a:pt x="2438412" y="13716"/>
                </a:lnTo>
                <a:lnTo>
                  <a:pt x="2438412" y="0"/>
                </a:lnTo>
                <a:lnTo>
                  <a:pt x="2060460" y="0"/>
                </a:lnTo>
                <a:lnTo>
                  <a:pt x="2057412" y="3048"/>
                </a:lnTo>
                <a:lnTo>
                  <a:pt x="2057412" y="467868"/>
                </a:lnTo>
                <a:lnTo>
                  <a:pt x="2060460" y="470916"/>
                </a:lnTo>
                <a:lnTo>
                  <a:pt x="2449080" y="470916"/>
                </a:lnTo>
                <a:lnTo>
                  <a:pt x="2452128" y="467868"/>
                </a:lnTo>
                <a:lnTo>
                  <a:pt x="2452128" y="463296"/>
                </a:lnTo>
                <a:lnTo>
                  <a:pt x="2452128" y="457200"/>
                </a:lnTo>
                <a:lnTo>
                  <a:pt x="2452128" y="13716"/>
                </a:lnTo>
                <a:lnTo>
                  <a:pt x="2452128" y="6096"/>
                </a:lnTo>
                <a:lnTo>
                  <a:pt x="2452128" y="30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059939" y="3318764"/>
            <a:ext cx="5312410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0" algn="ctr">
              <a:lnSpc>
                <a:spcPts val="2580"/>
              </a:lnSpc>
              <a:spcBef>
                <a:spcPts val="100"/>
              </a:spcBef>
            </a:pPr>
            <a:r>
              <a:rPr sz="2400" b="1" spc="175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323850" algn="ctr">
              <a:lnSpc>
                <a:spcPts val="2580"/>
              </a:lnSpc>
            </a:pPr>
            <a:r>
              <a:rPr sz="2400" spc="114" dirty="0">
                <a:latin typeface="Times New Roman"/>
                <a:cs typeface="Times New Roman"/>
              </a:rPr>
              <a:t>Your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spc="200" dirty="0">
                <a:latin typeface="Times New Roman"/>
                <a:cs typeface="Times New Roman"/>
              </a:rPr>
              <a:t>Program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400" b="1" spc="265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Times New Roman"/>
              <a:cs typeface="Times New Roman"/>
            </a:endParaRPr>
          </a:p>
          <a:p>
            <a:pPr marL="1308100">
              <a:lnSpc>
                <a:spcPct val="100000"/>
              </a:lnSpc>
              <a:tabLst>
                <a:tab pos="1688464" algn="l"/>
                <a:tab pos="2145665" algn="l"/>
                <a:tab pos="2526665" algn="l"/>
                <a:tab pos="2907665" algn="l"/>
                <a:tab pos="3364865" algn="l"/>
              </a:tabLst>
            </a:pP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b="1" spc="175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48400" y="5638800"/>
            <a:ext cx="609600" cy="685800"/>
          </a:xfrm>
          <a:custGeom>
            <a:avLst/>
            <a:gdLst/>
            <a:ahLst/>
            <a:cxnLst/>
            <a:rect l="l" t="t" r="r" b="b"/>
            <a:pathLst>
              <a:path w="609600" h="685800">
                <a:moveTo>
                  <a:pt x="609600" y="0"/>
                </a:moveTo>
                <a:lnTo>
                  <a:pt x="0" y="0"/>
                </a:lnTo>
                <a:lnTo>
                  <a:pt x="0" y="685800"/>
                </a:lnTo>
                <a:lnTo>
                  <a:pt x="609600" y="685800"/>
                </a:lnTo>
                <a:lnTo>
                  <a:pt x="609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444244"/>
            <a:ext cx="8056880" cy="587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main()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char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s[80],t;</a:t>
            </a:r>
            <a:endParaRPr sz="24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n,l,i,p;</a:t>
            </a:r>
            <a:endParaRPr sz="2400">
              <a:latin typeface="Courier New"/>
              <a:cs typeface="Courier New"/>
            </a:endParaRPr>
          </a:p>
          <a:p>
            <a:pPr marL="558165" marR="23749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printf("Enter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Sentence:"); gets(s);</a:t>
            </a:r>
            <a:endParaRPr sz="2400">
              <a:latin typeface="Courier New"/>
              <a:cs typeface="Courier New"/>
            </a:endParaRPr>
          </a:p>
          <a:p>
            <a:pPr marL="558165" marR="292481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printf("Which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letter?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"); </a:t>
            </a:r>
            <a:r>
              <a:rPr sz="2400" b="1" spc="-10" dirty="0">
                <a:latin typeface="Courier New"/>
                <a:cs typeface="Courier New"/>
              </a:rPr>
              <a:t>scanf("%c",&amp;t);</a:t>
            </a:r>
            <a:endParaRPr sz="2400">
              <a:latin typeface="Courier New"/>
              <a:cs typeface="Courier New"/>
            </a:endParaRPr>
          </a:p>
          <a:p>
            <a:pPr marL="558165" marR="401764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length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strlen(s); 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 </a:t>
            </a:r>
            <a:r>
              <a:rPr sz="2400" b="1" spc="-10" dirty="0">
                <a:latin typeface="Courier New"/>
                <a:cs typeface="Courier New"/>
              </a:rPr>
              <a:t>-</a:t>
            </a:r>
            <a:r>
              <a:rPr sz="2400" b="1" spc="-25" dirty="0">
                <a:latin typeface="Courier New"/>
                <a:cs typeface="Courier New"/>
              </a:rPr>
              <a:t>1;</a:t>
            </a:r>
            <a:endParaRPr sz="2400">
              <a:latin typeface="Courier New"/>
              <a:cs typeface="Courier New"/>
            </a:endParaRPr>
          </a:p>
          <a:p>
            <a:pPr marL="1470660" marR="2559050" indent="-91313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for(i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length;</a:t>
            </a:r>
            <a:r>
              <a:rPr sz="2400" b="1" spc="-20" dirty="0">
                <a:latin typeface="Courier New"/>
                <a:cs typeface="Courier New"/>
              </a:rPr>
              <a:t> i++) </a:t>
            </a:r>
            <a:r>
              <a:rPr sz="2400" b="1" dirty="0">
                <a:latin typeface="Courier New"/>
                <a:cs typeface="Courier New"/>
              </a:rPr>
              <a:t>if(s[i]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t)</a:t>
            </a:r>
            <a:endParaRPr sz="2400">
              <a:latin typeface="Courier New"/>
              <a:cs typeface="Courier New"/>
            </a:endParaRPr>
          </a:p>
          <a:p>
            <a:pPr marL="27559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i;</a:t>
            </a:r>
            <a:endParaRPr sz="2400">
              <a:latin typeface="Courier New"/>
              <a:cs typeface="Courier New"/>
            </a:endParaRPr>
          </a:p>
          <a:p>
            <a:pPr marL="558165" marR="5080">
              <a:lnSpc>
                <a:spcPct val="100000"/>
              </a:lnSpc>
              <a:tabLst>
                <a:tab pos="1653539" algn="l"/>
                <a:tab pos="2932430" algn="l"/>
              </a:tabLst>
            </a:pPr>
            <a:r>
              <a:rPr sz="2400" b="1" dirty="0">
                <a:latin typeface="Courier New"/>
                <a:cs typeface="Courier New"/>
              </a:rPr>
              <a:t>if(p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10" dirty="0">
                <a:latin typeface="Courier New"/>
                <a:cs typeface="Courier New"/>
              </a:rPr>
              <a:t> -</a:t>
            </a:r>
            <a:r>
              <a:rPr sz="2400" b="1" spc="-25" dirty="0">
                <a:latin typeface="Courier New"/>
                <a:cs typeface="Courier New"/>
              </a:rPr>
              <a:t>1)</a:t>
            </a:r>
            <a:r>
              <a:rPr sz="2400" b="1" dirty="0">
                <a:latin typeface="Courier New"/>
                <a:cs typeface="Courier New"/>
              </a:rPr>
              <a:t>	printf("Sorry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not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found"); </a:t>
            </a:r>
            <a:r>
              <a:rPr sz="2400" b="1" spc="-20" dirty="0">
                <a:latin typeface="Courier New"/>
                <a:cs typeface="Courier New"/>
              </a:rPr>
              <a:t>else</a:t>
            </a:r>
            <a:r>
              <a:rPr sz="2400" b="1" dirty="0">
                <a:latin typeface="Courier New"/>
                <a:cs typeface="Courier New"/>
              </a:rPr>
              <a:t>	printf("Found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at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position: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%d",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p);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4595" y="3592067"/>
            <a:ext cx="2513795" cy="29413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44595" y="3651503"/>
            <a:ext cx="3697604" cy="547370"/>
            <a:chOff x="3244595" y="3651503"/>
            <a:chExt cx="3697604" cy="547370"/>
          </a:xfrm>
        </p:grpSpPr>
        <p:sp>
          <p:nvSpPr>
            <p:cNvPr id="4" name="object 4"/>
            <p:cNvSpPr/>
            <p:nvPr/>
          </p:nvSpPr>
          <p:spPr>
            <a:xfrm>
              <a:off x="6470903" y="3651503"/>
              <a:ext cx="471170" cy="234950"/>
            </a:xfrm>
            <a:custGeom>
              <a:avLst/>
              <a:gdLst/>
              <a:ahLst/>
              <a:cxnLst/>
              <a:rect l="l" t="t" r="r" b="b"/>
              <a:pathLst>
                <a:path w="471170" h="234950">
                  <a:moveTo>
                    <a:pt x="4678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4696"/>
                  </a:lnTo>
                  <a:lnTo>
                    <a:pt x="13716" y="234696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470916" y="6096"/>
                  </a:lnTo>
                  <a:lnTo>
                    <a:pt x="470916" y="3048"/>
                  </a:lnTo>
                  <a:lnTo>
                    <a:pt x="467868" y="0"/>
                  </a:lnTo>
                  <a:close/>
                </a:path>
                <a:path w="471170" h="234950">
                  <a:moveTo>
                    <a:pt x="457200" y="6096"/>
                  </a:moveTo>
                  <a:lnTo>
                    <a:pt x="457200" y="234696"/>
                  </a:lnTo>
                  <a:lnTo>
                    <a:pt x="470916" y="234696"/>
                  </a:lnTo>
                  <a:lnTo>
                    <a:pt x="470916" y="13716"/>
                  </a:lnTo>
                  <a:lnTo>
                    <a:pt x="463296" y="13716"/>
                  </a:lnTo>
                  <a:lnTo>
                    <a:pt x="457200" y="6096"/>
                  </a:lnTo>
                  <a:close/>
                </a:path>
                <a:path w="471170" h="23495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471170" h="234950">
                  <a:moveTo>
                    <a:pt x="4572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457200" y="13716"/>
                  </a:lnTo>
                  <a:lnTo>
                    <a:pt x="457200" y="6096"/>
                  </a:lnTo>
                  <a:close/>
                </a:path>
                <a:path w="471170" h="234950">
                  <a:moveTo>
                    <a:pt x="470916" y="6096"/>
                  </a:moveTo>
                  <a:lnTo>
                    <a:pt x="457200" y="6096"/>
                  </a:lnTo>
                  <a:lnTo>
                    <a:pt x="463296" y="13716"/>
                  </a:lnTo>
                  <a:lnTo>
                    <a:pt x="470916" y="13716"/>
                  </a:lnTo>
                  <a:lnTo>
                    <a:pt x="470916" y="6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4595" y="3886199"/>
              <a:ext cx="3427902" cy="2956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70904" y="3886199"/>
              <a:ext cx="471170" cy="312420"/>
            </a:xfrm>
            <a:custGeom>
              <a:avLst/>
              <a:gdLst/>
              <a:ahLst/>
              <a:cxnLst/>
              <a:rect l="l" t="t" r="r" b="b"/>
              <a:pathLst>
                <a:path w="471170" h="312420">
                  <a:moveTo>
                    <a:pt x="470916" y="0"/>
                  </a:moveTo>
                  <a:lnTo>
                    <a:pt x="470916" y="0"/>
                  </a:lnTo>
                  <a:lnTo>
                    <a:pt x="0" y="0"/>
                  </a:lnTo>
                  <a:lnTo>
                    <a:pt x="0" y="309372"/>
                  </a:lnTo>
                  <a:lnTo>
                    <a:pt x="3048" y="312420"/>
                  </a:lnTo>
                  <a:lnTo>
                    <a:pt x="467868" y="312420"/>
                  </a:lnTo>
                  <a:lnTo>
                    <a:pt x="470916" y="309372"/>
                  </a:lnTo>
                  <a:lnTo>
                    <a:pt x="470916" y="304800"/>
                  </a:lnTo>
                  <a:lnTo>
                    <a:pt x="470916" y="298704"/>
                  </a:lnTo>
                  <a:lnTo>
                    <a:pt x="470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55340" y="3013964"/>
            <a:ext cx="2264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12265" algn="l"/>
                <a:tab pos="2069464" algn="l"/>
              </a:tabLst>
            </a:pP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0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2400" spc="175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84903" y="4718303"/>
            <a:ext cx="1918970" cy="547370"/>
            <a:chOff x="4184903" y="4718303"/>
            <a:chExt cx="1918970" cy="547370"/>
          </a:xfrm>
        </p:grpSpPr>
        <p:sp>
          <p:nvSpPr>
            <p:cNvPr id="9" name="object 9"/>
            <p:cNvSpPr/>
            <p:nvPr/>
          </p:nvSpPr>
          <p:spPr>
            <a:xfrm>
              <a:off x="4190999" y="4724399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905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905000" y="533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84903" y="4718303"/>
              <a:ext cx="1918970" cy="547370"/>
            </a:xfrm>
            <a:custGeom>
              <a:avLst/>
              <a:gdLst/>
              <a:ahLst/>
              <a:cxnLst/>
              <a:rect l="l" t="t" r="r" b="b"/>
              <a:pathLst>
                <a:path w="1918970" h="547370">
                  <a:moveTo>
                    <a:pt x="19156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1915668" y="547116"/>
                  </a:lnTo>
                  <a:lnTo>
                    <a:pt x="1918716" y="544068"/>
                  </a:lnTo>
                  <a:lnTo>
                    <a:pt x="1918716" y="539496"/>
                  </a:lnTo>
                  <a:lnTo>
                    <a:pt x="13716" y="539496"/>
                  </a:lnTo>
                  <a:lnTo>
                    <a:pt x="6096" y="533400"/>
                  </a:lnTo>
                  <a:lnTo>
                    <a:pt x="13716" y="533400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1918716" y="6096"/>
                  </a:lnTo>
                  <a:lnTo>
                    <a:pt x="1918716" y="3048"/>
                  </a:lnTo>
                  <a:lnTo>
                    <a:pt x="1915668" y="0"/>
                  </a:lnTo>
                  <a:close/>
                </a:path>
                <a:path w="1918970" h="547370">
                  <a:moveTo>
                    <a:pt x="13716" y="533400"/>
                  </a:moveTo>
                  <a:lnTo>
                    <a:pt x="6096" y="533400"/>
                  </a:lnTo>
                  <a:lnTo>
                    <a:pt x="13716" y="539496"/>
                  </a:lnTo>
                  <a:lnTo>
                    <a:pt x="13716" y="533400"/>
                  </a:lnTo>
                  <a:close/>
                </a:path>
                <a:path w="1918970" h="547370">
                  <a:moveTo>
                    <a:pt x="1905000" y="533400"/>
                  </a:moveTo>
                  <a:lnTo>
                    <a:pt x="13716" y="533400"/>
                  </a:lnTo>
                  <a:lnTo>
                    <a:pt x="13716" y="539496"/>
                  </a:lnTo>
                  <a:lnTo>
                    <a:pt x="1905000" y="539496"/>
                  </a:lnTo>
                  <a:lnTo>
                    <a:pt x="1905000" y="533400"/>
                  </a:lnTo>
                  <a:close/>
                </a:path>
                <a:path w="1918970" h="547370">
                  <a:moveTo>
                    <a:pt x="1905000" y="6096"/>
                  </a:moveTo>
                  <a:lnTo>
                    <a:pt x="1905000" y="539496"/>
                  </a:lnTo>
                  <a:lnTo>
                    <a:pt x="1911096" y="533400"/>
                  </a:lnTo>
                  <a:lnTo>
                    <a:pt x="1918716" y="533400"/>
                  </a:lnTo>
                  <a:lnTo>
                    <a:pt x="1918716" y="13716"/>
                  </a:lnTo>
                  <a:lnTo>
                    <a:pt x="1911096" y="13716"/>
                  </a:lnTo>
                  <a:lnTo>
                    <a:pt x="1905000" y="6096"/>
                  </a:lnTo>
                  <a:close/>
                </a:path>
                <a:path w="1918970" h="547370">
                  <a:moveTo>
                    <a:pt x="1918716" y="533400"/>
                  </a:moveTo>
                  <a:lnTo>
                    <a:pt x="1911096" y="533400"/>
                  </a:lnTo>
                  <a:lnTo>
                    <a:pt x="1905000" y="539496"/>
                  </a:lnTo>
                  <a:lnTo>
                    <a:pt x="1918716" y="539496"/>
                  </a:lnTo>
                  <a:lnTo>
                    <a:pt x="1918716" y="533400"/>
                  </a:lnTo>
                  <a:close/>
                </a:path>
                <a:path w="19189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1918970" h="547370">
                  <a:moveTo>
                    <a:pt x="19050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1905000" y="13716"/>
                  </a:lnTo>
                  <a:lnTo>
                    <a:pt x="1905000" y="6096"/>
                  </a:lnTo>
                  <a:close/>
                </a:path>
                <a:path w="1918970" h="547370">
                  <a:moveTo>
                    <a:pt x="1918716" y="6096"/>
                  </a:moveTo>
                  <a:lnTo>
                    <a:pt x="1905000" y="6096"/>
                  </a:lnTo>
                  <a:lnTo>
                    <a:pt x="1911096" y="13716"/>
                  </a:lnTo>
                  <a:lnTo>
                    <a:pt x="1918716" y="13716"/>
                  </a:lnTo>
                  <a:lnTo>
                    <a:pt x="191871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184903" y="5556503"/>
            <a:ext cx="1918970" cy="547370"/>
            <a:chOff x="4184903" y="5556503"/>
            <a:chExt cx="1918970" cy="547370"/>
          </a:xfrm>
        </p:grpSpPr>
        <p:sp>
          <p:nvSpPr>
            <p:cNvPr id="12" name="object 12"/>
            <p:cNvSpPr/>
            <p:nvPr/>
          </p:nvSpPr>
          <p:spPr>
            <a:xfrm>
              <a:off x="4190999" y="5562599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905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905000" y="5334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84903" y="5556503"/>
              <a:ext cx="1918970" cy="547370"/>
            </a:xfrm>
            <a:custGeom>
              <a:avLst/>
              <a:gdLst/>
              <a:ahLst/>
              <a:cxnLst/>
              <a:rect l="l" t="t" r="r" b="b"/>
              <a:pathLst>
                <a:path w="1918970" h="547370">
                  <a:moveTo>
                    <a:pt x="19156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544068"/>
                  </a:lnTo>
                  <a:lnTo>
                    <a:pt x="3048" y="547116"/>
                  </a:lnTo>
                  <a:lnTo>
                    <a:pt x="1915668" y="547116"/>
                  </a:lnTo>
                  <a:lnTo>
                    <a:pt x="1918716" y="544068"/>
                  </a:lnTo>
                  <a:lnTo>
                    <a:pt x="1918716" y="539496"/>
                  </a:lnTo>
                  <a:lnTo>
                    <a:pt x="13716" y="539496"/>
                  </a:lnTo>
                  <a:lnTo>
                    <a:pt x="6096" y="533400"/>
                  </a:lnTo>
                  <a:lnTo>
                    <a:pt x="13716" y="533400"/>
                  </a:lnTo>
                  <a:lnTo>
                    <a:pt x="13716" y="13716"/>
                  </a:lnTo>
                  <a:lnTo>
                    <a:pt x="6096" y="13716"/>
                  </a:lnTo>
                  <a:lnTo>
                    <a:pt x="13716" y="6096"/>
                  </a:lnTo>
                  <a:lnTo>
                    <a:pt x="1918716" y="6096"/>
                  </a:lnTo>
                  <a:lnTo>
                    <a:pt x="1918716" y="3048"/>
                  </a:lnTo>
                  <a:lnTo>
                    <a:pt x="1915668" y="0"/>
                  </a:lnTo>
                  <a:close/>
                </a:path>
                <a:path w="1918970" h="547370">
                  <a:moveTo>
                    <a:pt x="13716" y="533400"/>
                  </a:moveTo>
                  <a:lnTo>
                    <a:pt x="6096" y="533400"/>
                  </a:lnTo>
                  <a:lnTo>
                    <a:pt x="13716" y="539496"/>
                  </a:lnTo>
                  <a:lnTo>
                    <a:pt x="13716" y="533400"/>
                  </a:lnTo>
                  <a:close/>
                </a:path>
                <a:path w="1918970" h="547370">
                  <a:moveTo>
                    <a:pt x="1905000" y="533400"/>
                  </a:moveTo>
                  <a:lnTo>
                    <a:pt x="13716" y="533400"/>
                  </a:lnTo>
                  <a:lnTo>
                    <a:pt x="13716" y="539496"/>
                  </a:lnTo>
                  <a:lnTo>
                    <a:pt x="1905000" y="539496"/>
                  </a:lnTo>
                  <a:lnTo>
                    <a:pt x="1905000" y="533400"/>
                  </a:lnTo>
                  <a:close/>
                </a:path>
                <a:path w="1918970" h="547370">
                  <a:moveTo>
                    <a:pt x="1905000" y="6096"/>
                  </a:moveTo>
                  <a:lnTo>
                    <a:pt x="1905000" y="539496"/>
                  </a:lnTo>
                  <a:lnTo>
                    <a:pt x="1911096" y="533400"/>
                  </a:lnTo>
                  <a:lnTo>
                    <a:pt x="1918716" y="533400"/>
                  </a:lnTo>
                  <a:lnTo>
                    <a:pt x="1918716" y="13716"/>
                  </a:lnTo>
                  <a:lnTo>
                    <a:pt x="1911096" y="13716"/>
                  </a:lnTo>
                  <a:lnTo>
                    <a:pt x="1905000" y="6096"/>
                  </a:lnTo>
                  <a:close/>
                </a:path>
                <a:path w="1918970" h="547370">
                  <a:moveTo>
                    <a:pt x="1918716" y="533400"/>
                  </a:moveTo>
                  <a:lnTo>
                    <a:pt x="1911096" y="533400"/>
                  </a:lnTo>
                  <a:lnTo>
                    <a:pt x="1905000" y="539496"/>
                  </a:lnTo>
                  <a:lnTo>
                    <a:pt x="1918716" y="539496"/>
                  </a:lnTo>
                  <a:lnTo>
                    <a:pt x="1918716" y="533400"/>
                  </a:lnTo>
                  <a:close/>
                </a:path>
                <a:path w="1918970" h="547370">
                  <a:moveTo>
                    <a:pt x="13716" y="6096"/>
                  </a:moveTo>
                  <a:lnTo>
                    <a:pt x="6096" y="13716"/>
                  </a:lnTo>
                  <a:lnTo>
                    <a:pt x="13716" y="13716"/>
                  </a:lnTo>
                  <a:lnTo>
                    <a:pt x="13716" y="6096"/>
                  </a:lnTo>
                  <a:close/>
                </a:path>
                <a:path w="1918970" h="547370">
                  <a:moveTo>
                    <a:pt x="1905000" y="6096"/>
                  </a:moveTo>
                  <a:lnTo>
                    <a:pt x="13716" y="6096"/>
                  </a:lnTo>
                  <a:lnTo>
                    <a:pt x="13716" y="13716"/>
                  </a:lnTo>
                  <a:lnTo>
                    <a:pt x="1905000" y="13716"/>
                  </a:lnTo>
                  <a:lnTo>
                    <a:pt x="1905000" y="6096"/>
                  </a:lnTo>
                  <a:close/>
                </a:path>
                <a:path w="1918970" h="547370">
                  <a:moveTo>
                    <a:pt x="1918716" y="6096"/>
                  </a:moveTo>
                  <a:lnTo>
                    <a:pt x="1905000" y="6096"/>
                  </a:lnTo>
                  <a:lnTo>
                    <a:pt x="1911096" y="13716"/>
                  </a:lnTo>
                  <a:lnTo>
                    <a:pt x="1918716" y="13716"/>
                  </a:lnTo>
                  <a:lnTo>
                    <a:pt x="1918716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69740" y="3702824"/>
            <a:ext cx="2430145" cy="2293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85" dirty="0">
                <a:latin typeface="Times New Roman"/>
                <a:cs typeface="Times New Roman"/>
              </a:rPr>
              <a:t>Position: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spc="175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85" dirty="0">
                <a:latin typeface="Times New Roman"/>
                <a:cs typeface="Times New Roman"/>
              </a:rPr>
              <a:t>Position: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spc="175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347" y="1697228"/>
            <a:ext cx="58146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program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prints</a:t>
            </a:r>
            <a:r>
              <a:rPr spc="-45" dirty="0"/>
              <a:t> </a:t>
            </a:r>
            <a:r>
              <a:rPr dirty="0"/>
              <a:t>how</a:t>
            </a:r>
            <a:r>
              <a:rPr spc="-45" dirty="0"/>
              <a:t> </a:t>
            </a:r>
            <a:r>
              <a:rPr dirty="0"/>
              <a:t>many</a:t>
            </a:r>
            <a:r>
              <a:rPr spc="-45" dirty="0"/>
              <a:t> </a:t>
            </a:r>
            <a:r>
              <a:rPr dirty="0"/>
              <a:t>times</a:t>
            </a:r>
            <a:r>
              <a:rPr spc="-55" dirty="0"/>
              <a:t> </a:t>
            </a:r>
            <a:r>
              <a:rPr spc="-50" dirty="0"/>
              <a:t>a </a:t>
            </a:r>
            <a:r>
              <a:rPr dirty="0"/>
              <a:t>letter</a:t>
            </a:r>
            <a:r>
              <a:rPr spc="-35" dirty="0"/>
              <a:t> </a:t>
            </a:r>
            <a:r>
              <a:rPr dirty="0"/>
              <a:t>appeared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50" dirty="0"/>
              <a:t>a </a:t>
            </a:r>
            <a:r>
              <a:rPr dirty="0"/>
              <a:t>sentence.</a:t>
            </a:r>
            <a:r>
              <a:rPr spc="-70" dirty="0"/>
              <a:t> </a:t>
            </a:r>
            <a:r>
              <a:rPr dirty="0"/>
              <a:t>Both</a:t>
            </a:r>
            <a:r>
              <a:rPr spc="-55" dirty="0"/>
              <a:t> </a:t>
            </a:r>
            <a:r>
              <a:rPr dirty="0"/>
              <a:t>letter</a:t>
            </a:r>
            <a:r>
              <a:rPr spc="-45" dirty="0"/>
              <a:t> </a:t>
            </a:r>
            <a:r>
              <a:rPr spc="-25" dirty="0"/>
              <a:t>and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09292" y="3891788"/>
            <a:ext cx="53327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0" marR="5080" indent="-110553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sentence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will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be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input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to </a:t>
            </a:r>
            <a:r>
              <a:rPr sz="3600" b="1" dirty="0">
                <a:latin typeface="Arial"/>
                <a:cs typeface="Arial"/>
              </a:rPr>
              <a:t>your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program.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444244"/>
            <a:ext cx="8060055" cy="587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main()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558165" marR="456755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char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s[80],t; </a:t>
            </a:r>
            <a:r>
              <a:rPr sz="2400" b="1" dirty="0">
                <a:latin typeface="Courier New"/>
                <a:cs typeface="Courier New"/>
              </a:rPr>
              <a:t>int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n,l,i,count;</a:t>
            </a:r>
            <a:endParaRPr sz="2400">
              <a:latin typeface="Courier New"/>
              <a:cs typeface="Courier New"/>
            </a:endParaRPr>
          </a:p>
          <a:p>
            <a:pPr marL="558165" marR="237744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printf("Enter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Sentence:"); gets(s);</a:t>
            </a:r>
            <a:endParaRPr sz="2400">
              <a:latin typeface="Courier New"/>
              <a:cs typeface="Courier New"/>
            </a:endParaRPr>
          </a:p>
          <a:p>
            <a:pPr marL="558165" marR="292798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printf("Which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letter?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"); </a:t>
            </a:r>
            <a:r>
              <a:rPr sz="2400" b="1" spc="-10" dirty="0">
                <a:latin typeface="Courier New"/>
                <a:cs typeface="Courier New"/>
              </a:rPr>
              <a:t>scanf("%c",&amp;t);</a:t>
            </a:r>
            <a:endParaRPr sz="2400">
              <a:latin typeface="Courier New"/>
              <a:cs typeface="Courier New"/>
            </a:endParaRPr>
          </a:p>
          <a:p>
            <a:pPr marL="558165" marR="402082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length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strlen(s); </a:t>
            </a:r>
            <a:r>
              <a:rPr sz="2400" b="1" dirty="0">
                <a:latin typeface="Courier New"/>
                <a:cs typeface="Courier New"/>
              </a:rPr>
              <a:t>count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470660" marR="2562225" indent="-91313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for(i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0;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length;</a:t>
            </a:r>
            <a:r>
              <a:rPr sz="2400" b="1" spc="-20" dirty="0">
                <a:latin typeface="Courier New"/>
                <a:cs typeface="Courier New"/>
              </a:rPr>
              <a:t> i++) </a:t>
            </a:r>
            <a:r>
              <a:rPr sz="2400" b="1" dirty="0">
                <a:latin typeface="Courier New"/>
                <a:cs typeface="Courier New"/>
              </a:rPr>
              <a:t>if(s[i]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t)</a:t>
            </a:r>
            <a:endParaRPr sz="2400">
              <a:latin typeface="Courier New"/>
              <a:cs typeface="Courier New"/>
            </a:endParaRPr>
          </a:p>
          <a:p>
            <a:pPr marL="22021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  <a:p>
            <a:pPr marL="558165" marR="5080">
              <a:lnSpc>
                <a:spcPct val="100000"/>
              </a:lnSpc>
              <a:tabLst>
                <a:tab pos="1840864" algn="l"/>
              </a:tabLst>
            </a:pPr>
            <a:r>
              <a:rPr sz="2400" b="1" dirty="0">
                <a:latin typeface="Courier New"/>
                <a:cs typeface="Courier New"/>
              </a:rPr>
              <a:t>if(count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0)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printf("Sorry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not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found"); </a:t>
            </a:r>
            <a:r>
              <a:rPr sz="2400" b="1" spc="-20" dirty="0">
                <a:latin typeface="Courier New"/>
                <a:cs typeface="Courier New"/>
              </a:rPr>
              <a:t>else</a:t>
            </a:r>
            <a:r>
              <a:rPr sz="2400" b="1" dirty="0">
                <a:latin typeface="Courier New"/>
                <a:cs typeface="Courier New"/>
              </a:rPr>
              <a:t>	printf("Found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%d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times",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count);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347" y="1697228"/>
            <a:ext cx="58146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program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prints</a:t>
            </a:r>
            <a:r>
              <a:rPr spc="-50" dirty="0"/>
              <a:t> </a:t>
            </a:r>
            <a:r>
              <a:rPr dirty="0"/>
              <a:t>how</a:t>
            </a:r>
            <a:r>
              <a:rPr spc="-45" dirty="0"/>
              <a:t> </a:t>
            </a:r>
            <a:r>
              <a:rPr dirty="0"/>
              <a:t>many</a:t>
            </a:r>
            <a:r>
              <a:rPr spc="-50" dirty="0"/>
              <a:t> </a:t>
            </a:r>
            <a:r>
              <a:rPr spc="-10" dirty="0"/>
              <a:t>words, </a:t>
            </a:r>
            <a:r>
              <a:rPr dirty="0"/>
              <a:t>letters,</a:t>
            </a:r>
            <a:r>
              <a:rPr spc="-40" dirty="0"/>
              <a:t> </a:t>
            </a:r>
            <a:r>
              <a:rPr dirty="0"/>
              <a:t>vowels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consonants</a:t>
            </a:r>
            <a:r>
              <a:rPr spc="-25" dirty="0"/>
              <a:t> </a:t>
            </a:r>
            <a:r>
              <a:rPr dirty="0"/>
              <a:t>exist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50" dirty="0"/>
              <a:t>a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54047" y="3891788"/>
            <a:ext cx="60420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sentence.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sentence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will </a:t>
            </a:r>
            <a:r>
              <a:rPr sz="3600" b="1" dirty="0">
                <a:latin typeface="Arial"/>
                <a:cs typeface="Arial"/>
              </a:rPr>
              <a:t>be</a:t>
            </a:r>
            <a:r>
              <a:rPr sz="3600" b="1" spc="-7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input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to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your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program.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7800" y="782828"/>
            <a:ext cx="185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67" y="1145539"/>
            <a:ext cx="6730365" cy="612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ourier New"/>
                <a:cs typeface="Courier New"/>
              </a:rPr>
              <a:t>main(){</a:t>
            </a:r>
            <a:endParaRPr sz="2000">
              <a:latin typeface="Courier New"/>
              <a:cs typeface="Courier New"/>
            </a:endParaRPr>
          </a:p>
          <a:p>
            <a:pPr marL="467995">
              <a:lnSpc>
                <a:spcPts val="2400"/>
              </a:lnSpc>
              <a:spcBef>
                <a:spcPts val="5"/>
              </a:spcBef>
            </a:pP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s[80],t;</a:t>
            </a:r>
            <a:endParaRPr sz="2000">
              <a:latin typeface="Courier New"/>
              <a:cs typeface="Courier New"/>
            </a:endParaRPr>
          </a:p>
          <a:p>
            <a:pPr marL="467995" marR="198628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w,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l,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i,length; </a:t>
            </a:r>
            <a:r>
              <a:rPr sz="2000" b="1" dirty="0">
                <a:latin typeface="Courier New"/>
                <a:cs typeface="Courier New"/>
              </a:rPr>
              <a:t>printf("Enter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Sentence:"); gets(s);</a:t>
            </a:r>
            <a:endParaRPr sz="2000">
              <a:latin typeface="Courier New"/>
              <a:cs typeface="Courier New"/>
            </a:endParaRPr>
          </a:p>
          <a:p>
            <a:pPr marL="467995" marR="3357879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length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strlen(s); </a:t>
            </a:r>
            <a:r>
              <a:rPr sz="2000" b="1" dirty="0">
                <a:latin typeface="Courier New"/>
                <a:cs typeface="Courier New"/>
              </a:rPr>
              <a:t>w 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 c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229995" marR="1986280" indent="-7620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for(i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0;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length;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i++){ </a:t>
            </a:r>
            <a:r>
              <a:rPr sz="2000" b="1" dirty="0">
                <a:latin typeface="Courier New"/>
                <a:cs typeface="Courier New"/>
              </a:rPr>
              <a:t>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tolower(s[i]);</a:t>
            </a:r>
            <a:endParaRPr sz="2000">
              <a:latin typeface="Courier New"/>
              <a:cs typeface="Courier New"/>
            </a:endParaRPr>
          </a:p>
          <a:p>
            <a:pPr marL="1229995">
              <a:lnSpc>
                <a:spcPct val="100000"/>
              </a:lnSpc>
              <a:tabLst>
                <a:tab pos="3669665" algn="l"/>
              </a:tabLst>
            </a:pPr>
            <a:r>
              <a:rPr sz="2000" b="1" dirty="0">
                <a:latin typeface="Courier New"/>
                <a:cs typeface="Courier New"/>
              </a:rPr>
              <a:t>if(t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')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0" dirty="0">
                <a:latin typeface="Courier New"/>
                <a:cs typeface="Courier New"/>
              </a:rPr>
              <a:t>w++;</a:t>
            </a:r>
            <a:endParaRPr sz="2000">
              <a:latin typeface="Courier New"/>
              <a:cs typeface="Courier New"/>
            </a:endParaRPr>
          </a:p>
          <a:p>
            <a:pPr marL="12700" marR="5080" indent="121729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else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((t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'a')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(t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'e')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|| </a:t>
            </a:r>
            <a:r>
              <a:rPr sz="2000" b="1" dirty="0">
                <a:latin typeface="Courier New"/>
                <a:cs typeface="Courier New"/>
              </a:rPr>
              <a:t>(t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'i')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(t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'o')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||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'u'))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b="1" spc="-20" dirty="0">
                <a:latin typeface="Courier New"/>
                <a:cs typeface="Courier New"/>
              </a:rPr>
              <a:t>v++;</a:t>
            </a:r>
            <a:endParaRPr sz="2000">
              <a:latin typeface="Courier New"/>
              <a:cs typeface="Courier New"/>
            </a:endParaRPr>
          </a:p>
          <a:p>
            <a:pPr marL="1229995">
              <a:lnSpc>
                <a:spcPts val="2400"/>
              </a:lnSpc>
              <a:tabLst>
                <a:tab pos="2755265" algn="l"/>
              </a:tabLst>
            </a:pPr>
            <a:r>
              <a:rPr sz="2000" b="1" spc="-20" dirty="0">
                <a:latin typeface="Courier New"/>
                <a:cs typeface="Courier New"/>
              </a:rPr>
              <a:t>else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b="1" spc="-20" dirty="0">
                <a:latin typeface="Courier New"/>
                <a:cs typeface="Courier New"/>
              </a:rPr>
              <a:t>c++;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467995" marR="156845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printf("Number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words: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%d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\n",w+1); </a:t>
            </a:r>
            <a:r>
              <a:rPr sz="2000" b="1" dirty="0">
                <a:latin typeface="Courier New"/>
                <a:cs typeface="Courier New"/>
              </a:rPr>
              <a:t>printf("Number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letters: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%d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\n",v+c); </a:t>
            </a:r>
            <a:r>
              <a:rPr sz="2000" b="1" dirty="0">
                <a:latin typeface="Courier New"/>
                <a:cs typeface="Courier New"/>
              </a:rPr>
              <a:t>printf("Number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vowels: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%d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\n",v); </a:t>
            </a:r>
            <a:r>
              <a:rPr sz="2000" b="1" dirty="0">
                <a:latin typeface="Courier New"/>
                <a:cs typeface="Courier New"/>
              </a:rPr>
              <a:t>printf("Number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consonants: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%d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\n",c);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7939" y="926548"/>
            <a:ext cx="7571740" cy="18586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Example: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str1[6]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char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str2[6]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"hello";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756285" algn="l"/>
              </a:tabLst>
            </a:pPr>
            <a:r>
              <a:rPr sz="2400" b="1" dirty="0">
                <a:latin typeface="Arial"/>
                <a:cs typeface="Arial"/>
              </a:rPr>
              <a:t>if(str1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==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str2)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…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does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evaluate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TRUE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7500" y="4288180"/>
            <a:ext cx="650176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Write</a:t>
            </a:r>
            <a:r>
              <a:rPr sz="3600" b="1" spc="-9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down</a:t>
            </a:r>
            <a:r>
              <a:rPr sz="3600" b="1" spc="-6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7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function</a:t>
            </a:r>
            <a:r>
              <a:rPr sz="3600" b="1" spc="-7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that </a:t>
            </a:r>
            <a:r>
              <a:rPr sz="3600" b="1" dirty="0">
                <a:latin typeface="Arial"/>
                <a:cs typeface="Arial"/>
              </a:rPr>
              <a:t>compares</a:t>
            </a:r>
            <a:r>
              <a:rPr sz="3600" b="1" spc="-8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two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strings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and </a:t>
            </a:r>
            <a:r>
              <a:rPr sz="3600" b="1" dirty="0">
                <a:latin typeface="Arial"/>
                <a:cs typeface="Arial"/>
              </a:rPr>
              <a:t>returns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1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if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they</a:t>
            </a:r>
            <a:r>
              <a:rPr sz="3600" b="1" spc="-1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are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same</a:t>
            </a:r>
            <a:r>
              <a:rPr sz="3600" b="1" spc="-25" dirty="0">
                <a:latin typeface="Arial"/>
                <a:cs typeface="Arial"/>
              </a:rPr>
              <a:t> and </a:t>
            </a:r>
            <a:r>
              <a:rPr sz="3600" b="1" dirty="0">
                <a:latin typeface="Arial"/>
                <a:cs typeface="Arial"/>
              </a:rPr>
              <a:t>returns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0</a:t>
            </a:r>
            <a:r>
              <a:rPr sz="3600" b="1" spc="-10" dirty="0">
                <a:latin typeface="Arial"/>
                <a:cs typeface="Arial"/>
              </a:rPr>
              <a:t> otherwise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8016" y="1999665"/>
            <a:ext cx="7492365" cy="456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marR="1376680" indent="-303530">
              <a:lnSpc>
                <a:spcPct val="12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samestring(char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s1[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],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char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s2[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])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0" dirty="0">
                <a:latin typeface="Courier New"/>
                <a:cs typeface="Courier New"/>
              </a:rPr>
              <a:t>{ </a:t>
            </a:r>
            <a:r>
              <a:rPr sz="2000" b="1" dirty="0">
                <a:latin typeface="Courier New"/>
                <a:cs typeface="Courier New"/>
              </a:rPr>
              <a:t>int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i,c=0;</a:t>
            </a:r>
            <a:endParaRPr sz="2000">
              <a:latin typeface="Courier New"/>
              <a:cs typeface="Courier New"/>
            </a:endParaRPr>
          </a:p>
          <a:p>
            <a:pPr marL="315595" marR="1681480">
              <a:lnSpc>
                <a:spcPct val="120000"/>
              </a:lnSpc>
              <a:spcBef>
                <a:spcPts val="1150"/>
              </a:spcBef>
            </a:pPr>
            <a:r>
              <a:rPr sz="2000" b="1" dirty="0">
                <a:latin typeface="Courier New"/>
                <a:cs typeface="Courier New"/>
              </a:rPr>
              <a:t>/*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Not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same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not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of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same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length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*/ </a:t>
            </a: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(strlen(s1)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!=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strlen(s2))</a:t>
            </a:r>
            <a:endParaRPr sz="2000">
              <a:latin typeface="Courier New"/>
              <a:cs typeface="Courier New"/>
            </a:endParaRPr>
          </a:p>
          <a:p>
            <a:pPr marL="62039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315595" marR="1681480">
              <a:lnSpc>
                <a:spcPct val="120000"/>
              </a:lnSpc>
            </a:pPr>
            <a:r>
              <a:rPr sz="2000" b="1" dirty="0">
                <a:latin typeface="Courier New"/>
                <a:cs typeface="Courier New"/>
              </a:rPr>
              <a:t>/*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look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each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character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in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turn</a:t>
            </a:r>
            <a:r>
              <a:rPr sz="2000" b="1" spc="-25" dirty="0">
                <a:latin typeface="Courier New"/>
                <a:cs typeface="Courier New"/>
              </a:rPr>
              <a:t> */ </a:t>
            </a: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(i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0;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strlen(s1);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620395" marR="5080">
              <a:lnSpc>
                <a:spcPct val="120000"/>
              </a:lnSpc>
            </a:pPr>
            <a:r>
              <a:rPr sz="2000" b="1" dirty="0">
                <a:latin typeface="Courier New"/>
                <a:cs typeface="Courier New"/>
              </a:rPr>
              <a:t>/*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a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character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differs,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string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not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same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*/ </a:t>
            </a:r>
            <a:r>
              <a:rPr sz="2000" b="1" dirty="0">
                <a:latin typeface="Courier New"/>
                <a:cs typeface="Courier New"/>
              </a:rPr>
              <a:t>if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(s1[i]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s2[i])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20" dirty="0">
                <a:latin typeface="Courier New"/>
                <a:cs typeface="Courier New"/>
              </a:rPr>
              <a:t>c++;</a:t>
            </a:r>
            <a:endParaRPr sz="2000">
              <a:latin typeface="Courier New"/>
              <a:cs typeface="Courier New"/>
            </a:endParaRPr>
          </a:p>
          <a:p>
            <a:pPr marL="315595" marR="2748280">
              <a:lnSpc>
                <a:spcPct val="120000"/>
              </a:lnSpc>
              <a:tabLst>
                <a:tab pos="1229995" algn="l"/>
              </a:tabLst>
            </a:pPr>
            <a:r>
              <a:rPr sz="2000" b="1" dirty="0">
                <a:latin typeface="Courier New"/>
                <a:cs typeface="Courier New"/>
              </a:rPr>
              <a:t>if(c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==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strlen(s1))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1; </a:t>
            </a:r>
            <a:r>
              <a:rPr sz="2000" b="1" spc="-20" dirty="0">
                <a:latin typeface="Courier New"/>
                <a:cs typeface="Courier New"/>
              </a:rPr>
              <a:t>else</a:t>
            </a:r>
            <a:r>
              <a:rPr sz="2000" b="1" dirty="0">
                <a:latin typeface="Courier New"/>
                <a:cs typeface="Courier New"/>
              </a:rPr>
              <a:t>	return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2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4436" y="1697228"/>
            <a:ext cx="622300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dirty="0"/>
              <a:t>down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program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will</a:t>
            </a:r>
            <a:r>
              <a:rPr spc="-40" dirty="0"/>
              <a:t> </a:t>
            </a:r>
            <a:r>
              <a:rPr dirty="0"/>
              <a:t>take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word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input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dirty="0"/>
              <a:t>will</a:t>
            </a:r>
            <a:r>
              <a:rPr spc="-45" dirty="0"/>
              <a:t> </a:t>
            </a:r>
            <a:r>
              <a:rPr dirty="0"/>
              <a:t>determine</a:t>
            </a:r>
            <a:r>
              <a:rPr spc="-60" dirty="0"/>
              <a:t> </a:t>
            </a:r>
            <a:r>
              <a:rPr dirty="0"/>
              <a:t>whether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word</a:t>
            </a:r>
            <a:r>
              <a:rPr spc="-5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palindrome</a:t>
            </a:r>
            <a:r>
              <a:rPr spc="-45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dirty="0"/>
              <a:t>not.</a:t>
            </a:r>
            <a:r>
              <a:rPr spc="-55" dirty="0"/>
              <a:t> </a:t>
            </a:r>
            <a:r>
              <a:rPr spc="-50" dirty="0"/>
              <a:t>A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97939" y="3891788"/>
            <a:ext cx="6688455" cy="233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879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palindrome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is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word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that </a:t>
            </a:r>
            <a:r>
              <a:rPr sz="3600" b="1" dirty="0">
                <a:latin typeface="Arial"/>
                <a:cs typeface="Arial"/>
              </a:rPr>
              <a:t>reads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 same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backward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as </a:t>
            </a:r>
            <a:r>
              <a:rPr sz="3600" b="1" spc="-10" dirty="0">
                <a:latin typeface="Arial"/>
                <a:cs typeface="Arial"/>
              </a:rPr>
              <a:t>forward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  <a:tabLst>
                <a:tab pos="1002665" algn="l"/>
                <a:tab pos="1840864" algn="l"/>
                <a:tab pos="2679065" algn="l"/>
                <a:tab pos="3745865" algn="l"/>
              </a:tabLst>
            </a:pPr>
            <a:r>
              <a:rPr sz="24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mom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dad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eye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madam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1981200"/>
            <a:ext cx="3144011" cy="39151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3581400"/>
            <a:ext cx="3448812" cy="13624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623" y="1153160"/>
            <a:ext cx="4299585" cy="5145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char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s[80],t[80];</a:t>
            </a:r>
            <a:endParaRPr sz="1600">
              <a:latin typeface="Courier New"/>
              <a:cs typeface="Courier New"/>
            </a:endParaRPr>
          </a:p>
          <a:p>
            <a:pPr marL="499745" marR="98171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int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length,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i,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j,c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25" dirty="0">
                <a:latin typeface="Courier New"/>
                <a:cs typeface="Courier New"/>
              </a:rPr>
              <a:t>0; </a:t>
            </a:r>
            <a:r>
              <a:rPr sz="1600" b="1" spc="-10" dirty="0">
                <a:latin typeface="Courier New"/>
                <a:cs typeface="Courier New"/>
              </a:rPr>
              <a:t>gets(s);</a:t>
            </a:r>
            <a:endParaRPr sz="1600">
              <a:latin typeface="Courier New"/>
              <a:cs typeface="Courier New"/>
            </a:endParaRPr>
          </a:p>
          <a:p>
            <a:pPr marL="499745" marR="147193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length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strlen(s); </a:t>
            </a:r>
            <a:r>
              <a:rPr sz="1600" b="1" dirty="0">
                <a:latin typeface="Courier New"/>
                <a:cs typeface="Courier New"/>
              </a:rPr>
              <a:t>j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25" dirty="0"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989330" marR="5080" indent="-489584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for(i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20" dirty="0">
                <a:latin typeface="Courier New"/>
                <a:cs typeface="Courier New"/>
              </a:rPr>
              <a:t>length-</a:t>
            </a:r>
            <a:r>
              <a:rPr sz="1600" b="1" dirty="0">
                <a:latin typeface="Courier New"/>
                <a:cs typeface="Courier New"/>
              </a:rPr>
              <a:t>1;</a:t>
            </a:r>
            <a:r>
              <a:rPr sz="1600" b="1" spc="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&gt;=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0;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20" dirty="0">
                <a:latin typeface="Courier New"/>
                <a:cs typeface="Courier New"/>
              </a:rPr>
              <a:t>i-</a:t>
            </a:r>
            <a:r>
              <a:rPr sz="1600" b="1" spc="-10" dirty="0">
                <a:latin typeface="Courier New"/>
                <a:cs typeface="Courier New"/>
              </a:rPr>
              <a:t>-</a:t>
            </a:r>
            <a:r>
              <a:rPr sz="1600" b="1" spc="-25" dirty="0">
                <a:latin typeface="Courier New"/>
                <a:cs typeface="Courier New"/>
              </a:rPr>
              <a:t>){ </a:t>
            </a:r>
            <a:r>
              <a:rPr sz="1600" b="1" dirty="0">
                <a:latin typeface="Courier New"/>
                <a:cs typeface="Courier New"/>
              </a:rPr>
              <a:t>t[j]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20" dirty="0">
                <a:latin typeface="Courier New"/>
                <a:cs typeface="Courier New"/>
              </a:rPr>
              <a:t>s[i];</a:t>
            </a:r>
            <a:endParaRPr sz="1600">
              <a:latin typeface="Courier New"/>
              <a:cs typeface="Courier New"/>
            </a:endParaRPr>
          </a:p>
          <a:p>
            <a:pPr marL="989330">
              <a:lnSpc>
                <a:spcPct val="100000"/>
              </a:lnSpc>
            </a:pPr>
            <a:r>
              <a:rPr sz="1600" b="1" spc="-20" dirty="0">
                <a:latin typeface="Courier New"/>
                <a:cs typeface="Courier New"/>
              </a:rPr>
              <a:t>j++;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89330" marR="370205" indent="-489584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for(i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0;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&lt;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length; </a:t>
            </a:r>
            <a:r>
              <a:rPr sz="1600" b="1" spc="-10" dirty="0">
                <a:latin typeface="Courier New"/>
                <a:cs typeface="Courier New"/>
              </a:rPr>
              <a:t>i++){ </a:t>
            </a:r>
            <a:r>
              <a:rPr sz="1600" b="1" dirty="0">
                <a:latin typeface="Courier New"/>
                <a:cs typeface="Courier New"/>
              </a:rPr>
              <a:t>if(s[i]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==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t[i]){</a:t>
            </a:r>
            <a:endParaRPr sz="1600">
              <a:latin typeface="Courier New"/>
              <a:cs typeface="Courier New"/>
            </a:endParaRPr>
          </a:p>
          <a:p>
            <a:pPr marL="1477010">
              <a:lnSpc>
                <a:spcPct val="100000"/>
              </a:lnSpc>
            </a:pPr>
            <a:r>
              <a:rPr sz="1600" b="1" spc="-20" dirty="0">
                <a:latin typeface="Courier New"/>
                <a:cs typeface="Courier New"/>
              </a:rPr>
              <a:t>c++;</a:t>
            </a:r>
            <a:endParaRPr sz="1600">
              <a:latin typeface="Courier New"/>
              <a:cs typeface="Courier New"/>
            </a:endParaRPr>
          </a:p>
          <a:p>
            <a:pPr marL="989330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89330" marR="742950" indent="-489584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if(c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==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length) printf("Palindrome");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spc="-20" dirty="0">
                <a:latin typeface="Courier New"/>
                <a:cs typeface="Courier New"/>
              </a:rPr>
              <a:t>else</a:t>
            </a:r>
            <a:endParaRPr sz="1600">
              <a:latin typeface="Courier New"/>
              <a:cs typeface="Courier New"/>
            </a:endParaRPr>
          </a:p>
          <a:p>
            <a:pPr marL="989330">
              <a:lnSpc>
                <a:spcPct val="100000"/>
              </a:lnSpc>
            </a:pPr>
            <a:r>
              <a:rPr sz="1600" b="1" spc="-10" dirty="0">
                <a:latin typeface="Courier New"/>
                <a:cs typeface="Courier New"/>
              </a:rPr>
              <a:t>printf("No");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87800" y="477875"/>
            <a:ext cx="185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623" y="2296134"/>
            <a:ext cx="3810635" cy="417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ourier New"/>
                <a:cs typeface="Courier New"/>
              </a:rPr>
              <a:t>main(){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char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s[80];</a:t>
            </a:r>
            <a:endParaRPr sz="1600">
              <a:latin typeface="Courier New"/>
              <a:cs typeface="Courier New"/>
            </a:endParaRPr>
          </a:p>
          <a:p>
            <a:pPr marL="499745" marR="49212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int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length,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i,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j,c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25" dirty="0">
                <a:latin typeface="Courier New"/>
                <a:cs typeface="Courier New"/>
              </a:rPr>
              <a:t>0; </a:t>
            </a:r>
            <a:r>
              <a:rPr sz="1600" b="1" spc="-10" dirty="0">
                <a:latin typeface="Courier New"/>
                <a:cs typeface="Courier New"/>
              </a:rPr>
              <a:t>gets(s);</a:t>
            </a:r>
            <a:endParaRPr sz="1600">
              <a:latin typeface="Courier New"/>
              <a:cs typeface="Courier New"/>
            </a:endParaRPr>
          </a:p>
          <a:p>
            <a:pPr marL="499745" marR="98298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length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strlen(s); </a:t>
            </a:r>
            <a:r>
              <a:rPr sz="1600" b="1" dirty="0">
                <a:latin typeface="Courier New"/>
                <a:cs typeface="Courier New"/>
              </a:rPr>
              <a:t>j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35" dirty="0">
                <a:latin typeface="Courier New"/>
                <a:cs typeface="Courier New"/>
              </a:rPr>
              <a:t> </a:t>
            </a:r>
            <a:r>
              <a:rPr sz="1600" b="1" spc="-20" dirty="0">
                <a:latin typeface="Courier New"/>
                <a:cs typeface="Courier New"/>
              </a:rPr>
              <a:t>length-</a:t>
            </a:r>
            <a:r>
              <a:rPr sz="1600" b="1" spc="-25" dirty="0"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for(i =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0; i &lt;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j; </a:t>
            </a:r>
            <a:r>
              <a:rPr sz="1600" b="1" spc="-20" dirty="0">
                <a:latin typeface="Courier New"/>
                <a:cs typeface="Courier New"/>
              </a:rPr>
              <a:t>i++,j-</a:t>
            </a:r>
            <a:r>
              <a:rPr sz="1600" b="1" spc="-10" dirty="0">
                <a:latin typeface="Courier New"/>
                <a:cs typeface="Courier New"/>
              </a:rPr>
              <a:t>-</a:t>
            </a:r>
            <a:r>
              <a:rPr sz="1600" b="1" spc="-25" dirty="0">
                <a:latin typeface="Courier New"/>
                <a:cs typeface="Courier New"/>
              </a:rPr>
              <a:t>){</a:t>
            </a:r>
            <a:endParaRPr sz="1600">
              <a:latin typeface="Courier New"/>
              <a:cs typeface="Courier New"/>
            </a:endParaRPr>
          </a:p>
          <a:p>
            <a:pPr marL="1477010" marR="859790" indent="-611505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if(s[i]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==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s[j]){ </a:t>
            </a:r>
            <a:r>
              <a:rPr sz="1600" b="1" spc="-20" dirty="0">
                <a:latin typeface="Courier New"/>
                <a:cs typeface="Courier New"/>
              </a:rPr>
              <a:t>c++;</a:t>
            </a:r>
            <a:endParaRPr sz="1600">
              <a:latin typeface="Courier New"/>
              <a:cs typeface="Courier New"/>
            </a:endParaRPr>
          </a:p>
          <a:p>
            <a:pPr marL="989330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89330" marR="253365" indent="-489584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if(c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==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length/2) printf("Palindrome");</a:t>
            </a:r>
            <a:endParaRPr sz="1600">
              <a:latin typeface="Courier New"/>
              <a:cs typeface="Courier New"/>
            </a:endParaRPr>
          </a:p>
          <a:p>
            <a:pPr marL="499745">
              <a:lnSpc>
                <a:spcPct val="100000"/>
              </a:lnSpc>
            </a:pPr>
            <a:r>
              <a:rPr sz="1600" b="1" spc="-20" dirty="0">
                <a:latin typeface="Courier New"/>
                <a:cs typeface="Courier New"/>
              </a:rPr>
              <a:t>else</a:t>
            </a:r>
            <a:endParaRPr sz="1600">
              <a:latin typeface="Courier New"/>
              <a:cs typeface="Courier New"/>
            </a:endParaRPr>
          </a:p>
          <a:p>
            <a:pPr marL="989330">
              <a:lnSpc>
                <a:spcPct val="100000"/>
              </a:lnSpc>
            </a:pPr>
            <a:r>
              <a:rPr sz="1600" b="1" spc="-10" dirty="0">
                <a:latin typeface="Courier New"/>
                <a:cs typeface="Courier New"/>
              </a:rPr>
              <a:t>printf("No");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7371" y="477875"/>
            <a:ext cx="77939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825" marR="5080" indent="-1508760">
              <a:lnSpc>
                <a:spcPct val="100000"/>
              </a:lnSpc>
              <a:spcBef>
                <a:spcPts val="100"/>
              </a:spcBef>
            </a:pPr>
            <a:r>
              <a:rPr dirty="0"/>
              <a:t>Solution</a:t>
            </a:r>
            <a:r>
              <a:rPr spc="-40" dirty="0"/>
              <a:t> </a:t>
            </a:r>
            <a:r>
              <a:rPr spc="-25" dirty="0"/>
              <a:t>(in-</a:t>
            </a:r>
            <a:r>
              <a:rPr dirty="0"/>
              <a:t>place</a:t>
            </a:r>
            <a:r>
              <a:rPr spc="-25" dirty="0"/>
              <a:t> </a:t>
            </a:r>
            <a:r>
              <a:rPr dirty="0"/>
              <a:t>check</a:t>
            </a:r>
            <a:r>
              <a:rPr spc="-55" dirty="0"/>
              <a:t> </a:t>
            </a:r>
            <a:r>
              <a:rPr dirty="0"/>
              <a:t>i.e.</a:t>
            </a:r>
            <a:r>
              <a:rPr spc="-40" dirty="0"/>
              <a:t> </a:t>
            </a:r>
            <a:r>
              <a:rPr spc="-10" dirty="0"/>
              <a:t>without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any</a:t>
            </a:r>
            <a:r>
              <a:rPr spc="-20" dirty="0"/>
              <a:t> </a:t>
            </a:r>
            <a:r>
              <a:rPr dirty="0"/>
              <a:t>extra</a:t>
            </a:r>
            <a:r>
              <a:rPr spc="-30" dirty="0"/>
              <a:t> </a:t>
            </a:r>
            <a:r>
              <a:rPr spc="-10" dirty="0"/>
              <a:t>array)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</a:p>
          <a:p>
            <a:pPr marL="469900" marR="4069079">
              <a:lnSpc>
                <a:spcPct val="100000"/>
              </a:lnSpc>
            </a:pPr>
            <a:r>
              <a:rPr sz="2000" dirty="0"/>
              <a:t>Representation</a:t>
            </a:r>
            <a:r>
              <a:rPr sz="2000" spc="-85" dirty="0"/>
              <a:t> </a:t>
            </a:r>
            <a:r>
              <a:rPr sz="2000" dirty="0"/>
              <a:t>in</a:t>
            </a:r>
            <a:r>
              <a:rPr sz="2000" spc="-35" dirty="0"/>
              <a:t> </a:t>
            </a:r>
            <a:r>
              <a:rPr sz="2000" spc="-50" dirty="0"/>
              <a:t>C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Literals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Variables </a:t>
            </a:r>
            <a:r>
              <a:rPr sz="2000" dirty="0"/>
              <a:t>String</a:t>
            </a:r>
            <a:r>
              <a:rPr sz="2000" spc="-40" dirty="0"/>
              <a:t> </a:t>
            </a:r>
            <a:r>
              <a:rPr sz="2000" spc="-10" dirty="0"/>
              <a:t>Input/Output</a:t>
            </a:r>
            <a:endParaRPr sz="2000"/>
          </a:p>
          <a:p>
            <a:pPr marL="469900" marR="3495040" indent="456565">
              <a:lnSpc>
                <a:spcPct val="100000"/>
              </a:lnSpc>
              <a:spcBef>
                <a:spcPts val="10"/>
              </a:spcBef>
            </a:pPr>
            <a:r>
              <a:rPr sz="1800" dirty="0"/>
              <a:t>printf,</a:t>
            </a:r>
            <a:r>
              <a:rPr sz="1800" spc="-40" dirty="0"/>
              <a:t> </a:t>
            </a:r>
            <a:r>
              <a:rPr sz="1800" dirty="0"/>
              <a:t>scanf,</a:t>
            </a:r>
            <a:r>
              <a:rPr sz="1800" spc="-20" dirty="0"/>
              <a:t> </a:t>
            </a:r>
            <a:r>
              <a:rPr sz="1800" dirty="0"/>
              <a:t>gets,</a:t>
            </a:r>
            <a:r>
              <a:rPr sz="1800" spc="-30" dirty="0"/>
              <a:t> </a:t>
            </a:r>
            <a:r>
              <a:rPr sz="1800" spc="-20" dirty="0"/>
              <a:t>puts </a:t>
            </a:r>
            <a:r>
              <a:rPr sz="2000" dirty="0"/>
              <a:t>String</a:t>
            </a:r>
            <a:r>
              <a:rPr sz="2000" spc="-35" dirty="0"/>
              <a:t> </a:t>
            </a:r>
            <a:r>
              <a:rPr sz="2000" spc="-10" dirty="0"/>
              <a:t>Manipulations </a:t>
            </a:r>
            <a:r>
              <a:rPr sz="2000" dirty="0">
                <a:solidFill>
                  <a:srgbClr val="FF0000"/>
                </a:solidFill>
              </a:rPr>
              <a:t>String</a:t>
            </a:r>
            <a:r>
              <a:rPr sz="2000" spc="-60" dirty="0">
                <a:solidFill>
                  <a:srgbClr val="FF0000"/>
                </a:solidFill>
              </a:rPr>
              <a:t> </a:t>
            </a:r>
            <a:r>
              <a:rPr sz="2000" dirty="0">
                <a:solidFill>
                  <a:srgbClr val="FF0000"/>
                </a:solidFill>
              </a:rPr>
              <a:t>Library</a:t>
            </a:r>
            <a:r>
              <a:rPr sz="2000" spc="-25" dirty="0">
                <a:solidFill>
                  <a:srgbClr val="FF0000"/>
                </a:solidFill>
              </a:rPr>
              <a:t> </a:t>
            </a:r>
            <a:r>
              <a:rPr sz="2000" spc="-10" dirty="0">
                <a:solidFill>
                  <a:srgbClr val="FF0000"/>
                </a:solidFill>
              </a:rPr>
              <a:t>Functions</a:t>
            </a:r>
            <a:endParaRPr sz="2000"/>
          </a:p>
          <a:p>
            <a:pPr marL="1155065" marR="5080" indent="-228600">
              <a:lnSpc>
                <a:spcPct val="80000"/>
              </a:lnSpc>
              <a:spcBef>
                <a:spcPts val="434"/>
              </a:spcBef>
            </a:pPr>
            <a:r>
              <a:rPr sz="1800" dirty="0"/>
              <a:t>strlen,</a:t>
            </a:r>
            <a:r>
              <a:rPr sz="1800" spc="-45" dirty="0"/>
              <a:t> </a:t>
            </a:r>
            <a:r>
              <a:rPr sz="1800" dirty="0"/>
              <a:t>strcpy,</a:t>
            </a:r>
            <a:r>
              <a:rPr sz="1800" spc="-20" dirty="0"/>
              <a:t> </a:t>
            </a:r>
            <a:r>
              <a:rPr sz="1800" dirty="0"/>
              <a:t>strncpy,</a:t>
            </a:r>
            <a:r>
              <a:rPr sz="1800" spc="-20" dirty="0"/>
              <a:t> </a:t>
            </a:r>
            <a:r>
              <a:rPr sz="1800" dirty="0"/>
              <a:t>strcmp,</a:t>
            </a:r>
            <a:r>
              <a:rPr sz="1800" spc="-35" dirty="0"/>
              <a:t> </a:t>
            </a:r>
            <a:r>
              <a:rPr sz="1800" dirty="0"/>
              <a:t>strncmp,</a:t>
            </a:r>
            <a:r>
              <a:rPr sz="1800" spc="-30" dirty="0"/>
              <a:t> </a:t>
            </a:r>
            <a:r>
              <a:rPr sz="1800" dirty="0"/>
              <a:t>strcat,</a:t>
            </a:r>
            <a:r>
              <a:rPr sz="1800" spc="-20" dirty="0"/>
              <a:t> </a:t>
            </a:r>
            <a:r>
              <a:rPr sz="1800" spc="-10" dirty="0"/>
              <a:t>strncat, </a:t>
            </a:r>
            <a:r>
              <a:rPr sz="1800" dirty="0"/>
              <a:t>strchr,</a:t>
            </a:r>
            <a:r>
              <a:rPr sz="1800" spc="-45" dirty="0"/>
              <a:t> </a:t>
            </a:r>
            <a:r>
              <a:rPr sz="1800" dirty="0"/>
              <a:t>strrchr,</a:t>
            </a:r>
            <a:r>
              <a:rPr sz="1800" spc="-15" dirty="0"/>
              <a:t> </a:t>
            </a:r>
            <a:r>
              <a:rPr sz="1800" dirty="0"/>
              <a:t>strstr,</a:t>
            </a:r>
            <a:r>
              <a:rPr sz="1800" spc="-25" dirty="0"/>
              <a:t> </a:t>
            </a:r>
            <a:r>
              <a:rPr sz="1800" dirty="0"/>
              <a:t>strspn,</a:t>
            </a:r>
            <a:r>
              <a:rPr sz="1800" spc="-40" dirty="0"/>
              <a:t> </a:t>
            </a:r>
            <a:r>
              <a:rPr sz="1800" dirty="0"/>
              <a:t>strcspn,</a:t>
            </a:r>
            <a:r>
              <a:rPr sz="1800" spc="-35" dirty="0"/>
              <a:t> </a:t>
            </a:r>
            <a:r>
              <a:rPr sz="1800" spc="-10" dirty="0"/>
              <a:t>strtok</a:t>
            </a:r>
            <a:endParaRPr sz="1800"/>
          </a:p>
        </p:txBody>
      </p:sp>
      <p:sp>
        <p:nvSpPr>
          <p:cNvPr id="5" name="object 5"/>
          <p:cNvSpPr/>
          <p:nvPr/>
        </p:nvSpPr>
        <p:spPr>
          <a:xfrm>
            <a:off x="990600" y="4640722"/>
            <a:ext cx="535305" cy="171450"/>
          </a:xfrm>
          <a:custGeom>
            <a:avLst/>
            <a:gdLst/>
            <a:ahLst/>
            <a:cxnLst/>
            <a:rect l="l" t="t" r="r" b="b"/>
            <a:pathLst>
              <a:path w="535305" h="171450">
                <a:moveTo>
                  <a:pt x="425400" y="104794"/>
                </a:moveTo>
                <a:lnTo>
                  <a:pt x="371856" y="135493"/>
                </a:lnTo>
                <a:lnTo>
                  <a:pt x="366188" y="140827"/>
                </a:lnTo>
                <a:lnTo>
                  <a:pt x="363092" y="147304"/>
                </a:lnTo>
                <a:lnTo>
                  <a:pt x="362854" y="154352"/>
                </a:lnTo>
                <a:lnTo>
                  <a:pt x="365759" y="161401"/>
                </a:lnTo>
                <a:lnTo>
                  <a:pt x="370451" y="167092"/>
                </a:lnTo>
                <a:lnTo>
                  <a:pt x="376999" y="170354"/>
                </a:lnTo>
                <a:lnTo>
                  <a:pt x="384405" y="171045"/>
                </a:lnTo>
                <a:lnTo>
                  <a:pt x="391668" y="169021"/>
                </a:lnTo>
                <a:lnTo>
                  <a:pt x="503089" y="105013"/>
                </a:lnTo>
                <a:lnTo>
                  <a:pt x="496824" y="105013"/>
                </a:lnTo>
                <a:lnTo>
                  <a:pt x="425400" y="104794"/>
                </a:lnTo>
                <a:close/>
              </a:path>
              <a:path w="535305" h="171450">
                <a:moveTo>
                  <a:pt x="458753" y="85671"/>
                </a:moveTo>
                <a:lnTo>
                  <a:pt x="425400" y="104794"/>
                </a:lnTo>
                <a:lnTo>
                  <a:pt x="496824" y="105013"/>
                </a:lnTo>
                <a:lnTo>
                  <a:pt x="496824" y="101965"/>
                </a:lnTo>
                <a:lnTo>
                  <a:pt x="486156" y="101965"/>
                </a:lnTo>
                <a:lnTo>
                  <a:pt x="458753" y="85671"/>
                </a:lnTo>
                <a:close/>
              </a:path>
              <a:path w="535305" h="171450">
                <a:moveTo>
                  <a:pt x="384619" y="0"/>
                </a:moveTo>
                <a:lnTo>
                  <a:pt x="377571" y="238"/>
                </a:lnTo>
                <a:lnTo>
                  <a:pt x="371094" y="3333"/>
                </a:lnTo>
                <a:lnTo>
                  <a:pt x="365759" y="9001"/>
                </a:lnTo>
                <a:lnTo>
                  <a:pt x="363735" y="16263"/>
                </a:lnTo>
                <a:lnTo>
                  <a:pt x="364426" y="23669"/>
                </a:lnTo>
                <a:lnTo>
                  <a:pt x="367688" y="30218"/>
                </a:lnTo>
                <a:lnTo>
                  <a:pt x="373380" y="34909"/>
                </a:lnTo>
                <a:lnTo>
                  <a:pt x="426842" y="66697"/>
                </a:lnTo>
                <a:lnTo>
                  <a:pt x="496824" y="66913"/>
                </a:lnTo>
                <a:lnTo>
                  <a:pt x="496824" y="105013"/>
                </a:lnTo>
                <a:lnTo>
                  <a:pt x="503089" y="105013"/>
                </a:lnTo>
                <a:lnTo>
                  <a:pt x="534924" y="86725"/>
                </a:lnTo>
                <a:lnTo>
                  <a:pt x="391668" y="2905"/>
                </a:lnTo>
                <a:lnTo>
                  <a:pt x="384619" y="0"/>
                </a:lnTo>
                <a:close/>
              </a:path>
              <a:path w="535305" h="171450">
                <a:moveTo>
                  <a:pt x="1524" y="65389"/>
                </a:moveTo>
                <a:lnTo>
                  <a:pt x="0" y="103489"/>
                </a:lnTo>
                <a:lnTo>
                  <a:pt x="425400" y="104794"/>
                </a:lnTo>
                <a:lnTo>
                  <a:pt x="458753" y="85671"/>
                </a:lnTo>
                <a:lnTo>
                  <a:pt x="426842" y="66697"/>
                </a:lnTo>
                <a:lnTo>
                  <a:pt x="1524" y="65389"/>
                </a:lnTo>
                <a:close/>
              </a:path>
              <a:path w="535305" h="171450">
                <a:moveTo>
                  <a:pt x="486156" y="69961"/>
                </a:moveTo>
                <a:lnTo>
                  <a:pt x="458753" y="85671"/>
                </a:lnTo>
                <a:lnTo>
                  <a:pt x="486156" y="101965"/>
                </a:lnTo>
                <a:lnTo>
                  <a:pt x="486156" y="69961"/>
                </a:lnTo>
                <a:close/>
              </a:path>
              <a:path w="535305" h="171450">
                <a:moveTo>
                  <a:pt x="496824" y="69961"/>
                </a:moveTo>
                <a:lnTo>
                  <a:pt x="486156" y="69961"/>
                </a:lnTo>
                <a:lnTo>
                  <a:pt x="486156" y="101965"/>
                </a:lnTo>
                <a:lnTo>
                  <a:pt x="496824" y="101965"/>
                </a:lnTo>
                <a:lnTo>
                  <a:pt x="496824" y="69961"/>
                </a:lnTo>
                <a:close/>
              </a:path>
              <a:path w="535305" h="171450">
                <a:moveTo>
                  <a:pt x="426842" y="66697"/>
                </a:moveTo>
                <a:lnTo>
                  <a:pt x="458753" y="85671"/>
                </a:lnTo>
                <a:lnTo>
                  <a:pt x="486156" y="69961"/>
                </a:lnTo>
                <a:lnTo>
                  <a:pt x="496824" y="69961"/>
                </a:lnTo>
                <a:lnTo>
                  <a:pt x="496824" y="66913"/>
                </a:lnTo>
                <a:lnTo>
                  <a:pt x="426842" y="666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835">
              <a:lnSpc>
                <a:spcPct val="100000"/>
              </a:lnSpc>
              <a:spcBef>
                <a:spcPts val="100"/>
              </a:spcBef>
            </a:pPr>
            <a:r>
              <a:rPr dirty="0"/>
              <a:t>Strings</a:t>
            </a:r>
            <a:r>
              <a:rPr spc="-110" dirty="0"/>
              <a:t> </a:t>
            </a:r>
            <a:r>
              <a:rPr dirty="0"/>
              <a:t>input</a:t>
            </a:r>
            <a:r>
              <a:rPr spc="-105" dirty="0"/>
              <a:t> </a:t>
            </a:r>
            <a:r>
              <a:rPr spc="-10" dirty="0"/>
              <a:t>output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188207"/>
            <a:ext cx="9144000" cy="4127500"/>
            <a:chOff x="457200" y="3188207"/>
            <a:chExt cx="9144000" cy="4127500"/>
          </a:xfrm>
        </p:grpSpPr>
        <p:sp>
          <p:nvSpPr>
            <p:cNvPr id="4" name="object 4"/>
            <p:cNvSpPr/>
            <p:nvPr/>
          </p:nvSpPr>
          <p:spPr>
            <a:xfrm>
              <a:off x="978408" y="3188207"/>
              <a:ext cx="7950834" cy="698500"/>
            </a:xfrm>
            <a:custGeom>
              <a:avLst/>
              <a:gdLst/>
              <a:ahLst/>
              <a:cxnLst/>
              <a:rect l="l" t="t" r="r" b="b"/>
              <a:pathLst>
                <a:path w="7950834" h="6985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697992"/>
                  </a:lnTo>
                  <a:lnTo>
                    <a:pt x="25907" y="697992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6985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697992"/>
                  </a:lnTo>
                  <a:lnTo>
                    <a:pt x="7950708" y="697992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408" y="3886199"/>
              <a:ext cx="7950834" cy="3138170"/>
            </a:xfrm>
            <a:custGeom>
              <a:avLst/>
              <a:gdLst/>
              <a:ahLst/>
              <a:cxnLst/>
              <a:rect l="l" t="t" r="r" b="b"/>
              <a:pathLst>
                <a:path w="7950834" h="3138170">
                  <a:moveTo>
                    <a:pt x="25907" y="0"/>
                  </a:moveTo>
                  <a:lnTo>
                    <a:pt x="0" y="0"/>
                  </a:lnTo>
                  <a:lnTo>
                    <a:pt x="0" y="2490215"/>
                  </a:lnTo>
                  <a:lnTo>
                    <a:pt x="3047" y="2557271"/>
                  </a:lnTo>
                  <a:lnTo>
                    <a:pt x="13715" y="2621279"/>
                  </a:lnTo>
                  <a:lnTo>
                    <a:pt x="28955" y="2682239"/>
                  </a:lnTo>
                  <a:lnTo>
                    <a:pt x="64007" y="2770631"/>
                  </a:lnTo>
                  <a:lnTo>
                    <a:pt x="94487" y="2825495"/>
                  </a:lnTo>
                  <a:lnTo>
                    <a:pt x="147828" y="2901695"/>
                  </a:lnTo>
                  <a:lnTo>
                    <a:pt x="190500" y="2948939"/>
                  </a:lnTo>
                  <a:lnTo>
                    <a:pt x="236219" y="2990087"/>
                  </a:lnTo>
                  <a:lnTo>
                    <a:pt x="312419" y="3043427"/>
                  </a:lnTo>
                  <a:lnTo>
                    <a:pt x="367283" y="3073907"/>
                  </a:lnTo>
                  <a:lnTo>
                    <a:pt x="425195" y="3098291"/>
                  </a:lnTo>
                  <a:lnTo>
                    <a:pt x="486155" y="3116579"/>
                  </a:lnTo>
                  <a:lnTo>
                    <a:pt x="550163" y="3130295"/>
                  </a:lnTo>
                  <a:lnTo>
                    <a:pt x="647699" y="3137915"/>
                  </a:lnTo>
                  <a:lnTo>
                    <a:pt x="7303008" y="3137915"/>
                  </a:lnTo>
                  <a:lnTo>
                    <a:pt x="7370064" y="3134867"/>
                  </a:lnTo>
                  <a:lnTo>
                    <a:pt x="7402068" y="3130295"/>
                  </a:lnTo>
                  <a:lnTo>
                    <a:pt x="7434072" y="3124199"/>
                  </a:lnTo>
                  <a:lnTo>
                    <a:pt x="7482840" y="3112007"/>
                  </a:lnTo>
                  <a:lnTo>
                    <a:pt x="615695" y="3112007"/>
                  </a:lnTo>
                  <a:lnTo>
                    <a:pt x="583691" y="3108959"/>
                  </a:lnTo>
                  <a:lnTo>
                    <a:pt x="522731" y="3099815"/>
                  </a:lnTo>
                  <a:lnTo>
                    <a:pt x="461772" y="3084575"/>
                  </a:lnTo>
                  <a:lnTo>
                    <a:pt x="434339" y="3073907"/>
                  </a:lnTo>
                  <a:lnTo>
                    <a:pt x="405383" y="3063239"/>
                  </a:lnTo>
                  <a:lnTo>
                    <a:pt x="350519" y="3037331"/>
                  </a:lnTo>
                  <a:lnTo>
                    <a:pt x="275844" y="2988563"/>
                  </a:lnTo>
                  <a:lnTo>
                    <a:pt x="228600" y="2950463"/>
                  </a:lnTo>
                  <a:lnTo>
                    <a:pt x="187451" y="2907791"/>
                  </a:lnTo>
                  <a:lnTo>
                    <a:pt x="149351" y="2862071"/>
                  </a:lnTo>
                  <a:lnTo>
                    <a:pt x="100583" y="2785871"/>
                  </a:lnTo>
                  <a:lnTo>
                    <a:pt x="74675" y="2732531"/>
                  </a:lnTo>
                  <a:lnTo>
                    <a:pt x="53339" y="2674619"/>
                  </a:lnTo>
                  <a:lnTo>
                    <a:pt x="38100" y="2615183"/>
                  </a:lnTo>
                  <a:lnTo>
                    <a:pt x="28955" y="2552699"/>
                  </a:lnTo>
                  <a:lnTo>
                    <a:pt x="25907" y="2522219"/>
                  </a:lnTo>
                  <a:lnTo>
                    <a:pt x="25907" y="0"/>
                  </a:lnTo>
                  <a:close/>
                </a:path>
                <a:path w="7950834" h="3138170">
                  <a:moveTo>
                    <a:pt x="7950708" y="0"/>
                  </a:moveTo>
                  <a:lnTo>
                    <a:pt x="7924800" y="0"/>
                  </a:lnTo>
                  <a:lnTo>
                    <a:pt x="7924800" y="2522219"/>
                  </a:lnTo>
                  <a:lnTo>
                    <a:pt x="7921752" y="2554223"/>
                  </a:lnTo>
                  <a:lnTo>
                    <a:pt x="7912608" y="2615183"/>
                  </a:lnTo>
                  <a:lnTo>
                    <a:pt x="7897368" y="2674619"/>
                  </a:lnTo>
                  <a:lnTo>
                    <a:pt x="7876032" y="2732531"/>
                  </a:lnTo>
                  <a:lnTo>
                    <a:pt x="7850124" y="2787395"/>
                  </a:lnTo>
                  <a:lnTo>
                    <a:pt x="7801356" y="2862071"/>
                  </a:lnTo>
                  <a:lnTo>
                    <a:pt x="7763256" y="2909315"/>
                  </a:lnTo>
                  <a:lnTo>
                    <a:pt x="7720584" y="2950463"/>
                  </a:lnTo>
                  <a:lnTo>
                    <a:pt x="7674864" y="2988563"/>
                  </a:lnTo>
                  <a:lnTo>
                    <a:pt x="7598664" y="3037331"/>
                  </a:lnTo>
                  <a:lnTo>
                    <a:pt x="7545324" y="3063239"/>
                  </a:lnTo>
                  <a:lnTo>
                    <a:pt x="7487412" y="3084575"/>
                  </a:lnTo>
                  <a:lnTo>
                    <a:pt x="7427976" y="3099815"/>
                  </a:lnTo>
                  <a:lnTo>
                    <a:pt x="7365492" y="3108959"/>
                  </a:lnTo>
                  <a:lnTo>
                    <a:pt x="7335012" y="3112007"/>
                  </a:lnTo>
                  <a:lnTo>
                    <a:pt x="7482840" y="3112007"/>
                  </a:lnTo>
                  <a:lnTo>
                    <a:pt x="7525512" y="3098291"/>
                  </a:lnTo>
                  <a:lnTo>
                    <a:pt x="7583424" y="3073907"/>
                  </a:lnTo>
                  <a:lnTo>
                    <a:pt x="7638288" y="3043427"/>
                  </a:lnTo>
                  <a:lnTo>
                    <a:pt x="7714488" y="2990087"/>
                  </a:lnTo>
                  <a:lnTo>
                    <a:pt x="7761732" y="2947415"/>
                  </a:lnTo>
                  <a:lnTo>
                    <a:pt x="7802880" y="2901695"/>
                  </a:lnTo>
                  <a:lnTo>
                    <a:pt x="7856220" y="2825495"/>
                  </a:lnTo>
                  <a:lnTo>
                    <a:pt x="7886700" y="2770631"/>
                  </a:lnTo>
                  <a:lnTo>
                    <a:pt x="7911084" y="2712719"/>
                  </a:lnTo>
                  <a:lnTo>
                    <a:pt x="7929372" y="2651759"/>
                  </a:lnTo>
                  <a:lnTo>
                    <a:pt x="7943088" y="2587751"/>
                  </a:lnTo>
                  <a:lnTo>
                    <a:pt x="7949184" y="2522219"/>
                  </a:lnTo>
                  <a:lnTo>
                    <a:pt x="7950708" y="2490215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3139" y="2009648"/>
            <a:ext cx="7501255" cy="49174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gets(s)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input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array</a:t>
            </a:r>
            <a:r>
              <a:rPr sz="2400" spc="-50" dirty="0">
                <a:latin typeface="Arial"/>
                <a:cs typeface="Arial"/>
              </a:rPr>
              <a:t> 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puts(s)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Arial"/>
              <a:cs typeface="Arial"/>
            </a:endParaRPr>
          </a:p>
          <a:p>
            <a:pPr marL="274320" marR="4779645">
              <a:lnSpc>
                <a:spcPct val="100000"/>
              </a:lnSpc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118872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s[30];</a:t>
            </a:r>
            <a:endParaRPr sz="2400">
              <a:latin typeface="Trebuchet MS"/>
              <a:cs typeface="Trebuchet MS"/>
            </a:endParaRPr>
          </a:p>
          <a:p>
            <a:pPr marL="1188720" marR="1821814">
              <a:lnSpc>
                <a:spcPct val="100000"/>
              </a:lnSpc>
            </a:pPr>
            <a:r>
              <a:rPr sz="2400" spc="-55" dirty="0">
                <a:latin typeface="Trebuchet MS"/>
                <a:cs typeface="Trebuchet MS"/>
              </a:rPr>
              <a:t>printf("Please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enter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sentence: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"); </a:t>
            </a:r>
            <a:r>
              <a:rPr sz="2400" spc="-10" dirty="0">
                <a:latin typeface="Trebuchet MS"/>
                <a:cs typeface="Trebuchet MS"/>
              </a:rPr>
              <a:t>gets(s);</a:t>
            </a:r>
            <a:endParaRPr sz="2400">
              <a:latin typeface="Trebuchet MS"/>
              <a:cs typeface="Trebuchet MS"/>
            </a:endParaRPr>
          </a:p>
          <a:p>
            <a:pPr marL="1188720" marR="2759075">
              <a:lnSpc>
                <a:spcPct val="100000"/>
              </a:lnSpc>
            </a:pPr>
            <a:r>
              <a:rPr sz="2400" spc="-10" dirty="0">
                <a:latin typeface="Trebuchet MS"/>
                <a:cs typeface="Trebuchet MS"/>
              </a:rPr>
              <a:t>puts("You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have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entered: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"); </a:t>
            </a:r>
            <a:r>
              <a:rPr sz="2400" spc="-10" dirty="0">
                <a:latin typeface="Trebuchet MS"/>
                <a:cs typeface="Trebuchet MS"/>
              </a:rPr>
              <a:t>puts(s);</a:t>
            </a:r>
            <a:endParaRPr sz="2400">
              <a:latin typeface="Trebuchet MS"/>
              <a:cs typeface="Trebuchet MS"/>
            </a:endParaRPr>
          </a:p>
          <a:p>
            <a:pPr marL="1188720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2743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4600" y="531368"/>
            <a:ext cx="7339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7465" marR="5080" indent="-2565400">
              <a:lnSpc>
                <a:spcPct val="100000"/>
              </a:lnSpc>
              <a:spcBef>
                <a:spcPts val="100"/>
              </a:spcBef>
            </a:pPr>
            <a:r>
              <a:rPr dirty="0"/>
              <a:t>Strings</a:t>
            </a:r>
            <a:r>
              <a:rPr spc="-55" dirty="0"/>
              <a:t> </a:t>
            </a:r>
            <a:r>
              <a:rPr dirty="0"/>
              <a:t>initialization</a:t>
            </a:r>
            <a:r>
              <a:rPr spc="-40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spc="-25" dirty="0"/>
              <a:t>of </a:t>
            </a:r>
            <a:r>
              <a:rPr spc="-10" dirty="0"/>
              <a:t>declartion</a:t>
            </a:r>
          </a:p>
        </p:txBody>
      </p:sp>
      <p:sp>
        <p:nvSpPr>
          <p:cNvPr id="3" name="object 3"/>
          <p:cNvSpPr/>
          <p:nvPr/>
        </p:nvSpPr>
        <p:spPr>
          <a:xfrm>
            <a:off x="978408" y="2502407"/>
            <a:ext cx="8331834" cy="3836035"/>
          </a:xfrm>
          <a:custGeom>
            <a:avLst/>
            <a:gdLst/>
            <a:ahLst/>
            <a:cxnLst/>
            <a:rect l="l" t="t" r="r" b="b"/>
            <a:pathLst>
              <a:path w="8331834" h="3836035">
                <a:moveTo>
                  <a:pt x="8331708" y="647700"/>
                </a:moveTo>
                <a:lnTo>
                  <a:pt x="8328660" y="580644"/>
                </a:lnTo>
                <a:lnTo>
                  <a:pt x="8324088" y="548640"/>
                </a:lnTo>
                <a:lnTo>
                  <a:pt x="8317992" y="516636"/>
                </a:lnTo>
                <a:lnTo>
                  <a:pt x="8305800" y="467868"/>
                </a:lnTo>
                <a:lnTo>
                  <a:pt x="8305800" y="615696"/>
                </a:lnTo>
                <a:lnTo>
                  <a:pt x="8305800" y="1383792"/>
                </a:lnTo>
                <a:lnTo>
                  <a:pt x="8305800" y="3220212"/>
                </a:lnTo>
                <a:lnTo>
                  <a:pt x="8302752" y="3252216"/>
                </a:lnTo>
                <a:lnTo>
                  <a:pt x="8293608" y="3313176"/>
                </a:lnTo>
                <a:lnTo>
                  <a:pt x="8278368" y="3372612"/>
                </a:lnTo>
                <a:lnTo>
                  <a:pt x="8257032" y="3430524"/>
                </a:lnTo>
                <a:lnTo>
                  <a:pt x="8231124" y="3485388"/>
                </a:lnTo>
                <a:lnTo>
                  <a:pt x="8182356" y="3560064"/>
                </a:lnTo>
                <a:lnTo>
                  <a:pt x="8144256" y="3607320"/>
                </a:lnTo>
                <a:lnTo>
                  <a:pt x="8101584" y="3648456"/>
                </a:lnTo>
                <a:lnTo>
                  <a:pt x="8055864" y="3686556"/>
                </a:lnTo>
                <a:lnTo>
                  <a:pt x="7979664" y="3735324"/>
                </a:lnTo>
                <a:lnTo>
                  <a:pt x="7926324" y="3761232"/>
                </a:lnTo>
                <a:lnTo>
                  <a:pt x="7868412" y="3782568"/>
                </a:lnTo>
                <a:lnTo>
                  <a:pt x="7808976" y="3797808"/>
                </a:lnTo>
                <a:lnTo>
                  <a:pt x="7746492" y="3806952"/>
                </a:lnTo>
                <a:lnTo>
                  <a:pt x="7716012" y="3810000"/>
                </a:lnTo>
                <a:lnTo>
                  <a:pt x="615696" y="3810000"/>
                </a:lnTo>
                <a:lnTo>
                  <a:pt x="583692" y="3806952"/>
                </a:lnTo>
                <a:lnTo>
                  <a:pt x="522732" y="3797808"/>
                </a:lnTo>
                <a:lnTo>
                  <a:pt x="461772" y="3782568"/>
                </a:lnTo>
                <a:lnTo>
                  <a:pt x="434340" y="3771900"/>
                </a:lnTo>
                <a:lnTo>
                  <a:pt x="405384" y="3761232"/>
                </a:lnTo>
                <a:lnTo>
                  <a:pt x="350520" y="3735324"/>
                </a:lnTo>
                <a:lnTo>
                  <a:pt x="275844" y="3686556"/>
                </a:lnTo>
                <a:lnTo>
                  <a:pt x="228600" y="3648456"/>
                </a:lnTo>
                <a:lnTo>
                  <a:pt x="187452" y="3605796"/>
                </a:lnTo>
                <a:lnTo>
                  <a:pt x="149352" y="3560064"/>
                </a:lnTo>
                <a:lnTo>
                  <a:pt x="100584" y="3483864"/>
                </a:lnTo>
                <a:lnTo>
                  <a:pt x="74676" y="3430524"/>
                </a:lnTo>
                <a:lnTo>
                  <a:pt x="53340" y="3372612"/>
                </a:lnTo>
                <a:lnTo>
                  <a:pt x="38100" y="3313176"/>
                </a:lnTo>
                <a:lnTo>
                  <a:pt x="28956" y="3250692"/>
                </a:lnTo>
                <a:lnTo>
                  <a:pt x="25908" y="3220212"/>
                </a:lnTo>
                <a:lnTo>
                  <a:pt x="25908" y="1383792"/>
                </a:lnTo>
                <a:lnTo>
                  <a:pt x="25908" y="615696"/>
                </a:lnTo>
                <a:lnTo>
                  <a:pt x="28956" y="583692"/>
                </a:lnTo>
                <a:lnTo>
                  <a:pt x="38100" y="522732"/>
                </a:lnTo>
                <a:lnTo>
                  <a:pt x="53340" y="461772"/>
                </a:lnTo>
                <a:lnTo>
                  <a:pt x="64008" y="434340"/>
                </a:lnTo>
                <a:lnTo>
                  <a:pt x="74676" y="405384"/>
                </a:lnTo>
                <a:lnTo>
                  <a:pt x="100584" y="350520"/>
                </a:lnTo>
                <a:lnTo>
                  <a:pt x="149352" y="275844"/>
                </a:lnTo>
                <a:lnTo>
                  <a:pt x="187452" y="228600"/>
                </a:lnTo>
                <a:lnTo>
                  <a:pt x="230124" y="187452"/>
                </a:lnTo>
                <a:lnTo>
                  <a:pt x="275844" y="149352"/>
                </a:lnTo>
                <a:lnTo>
                  <a:pt x="352044" y="100584"/>
                </a:lnTo>
                <a:lnTo>
                  <a:pt x="405384" y="74676"/>
                </a:lnTo>
                <a:lnTo>
                  <a:pt x="463296" y="53340"/>
                </a:lnTo>
                <a:lnTo>
                  <a:pt x="522732" y="38100"/>
                </a:lnTo>
                <a:lnTo>
                  <a:pt x="615696" y="25908"/>
                </a:lnTo>
                <a:lnTo>
                  <a:pt x="7716012" y="25908"/>
                </a:lnTo>
                <a:lnTo>
                  <a:pt x="7808976" y="38100"/>
                </a:lnTo>
                <a:lnTo>
                  <a:pt x="7868412" y="53340"/>
                </a:lnTo>
                <a:lnTo>
                  <a:pt x="7926324" y="74676"/>
                </a:lnTo>
                <a:lnTo>
                  <a:pt x="7981188" y="100584"/>
                </a:lnTo>
                <a:lnTo>
                  <a:pt x="8055864" y="149352"/>
                </a:lnTo>
                <a:lnTo>
                  <a:pt x="8103108" y="187452"/>
                </a:lnTo>
                <a:lnTo>
                  <a:pt x="8144256" y="230124"/>
                </a:lnTo>
                <a:lnTo>
                  <a:pt x="8182356" y="275844"/>
                </a:lnTo>
                <a:lnTo>
                  <a:pt x="8231124" y="352044"/>
                </a:lnTo>
                <a:lnTo>
                  <a:pt x="8257032" y="405384"/>
                </a:lnTo>
                <a:lnTo>
                  <a:pt x="8278368" y="463296"/>
                </a:lnTo>
                <a:lnTo>
                  <a:pt x="8293608" y="522732"/>
                </a:lnTo>
                <a:lnTo>
                  <a:pt x="8302752" y="585216"/>
                </a:lnTo>
                <a:lnTo>
                  <a:pt x="8305800" y="615696"/>
                </a:lnTo>
                <a:lnTo>
                  <a:pt x="8305800" y="467868"/>
                </a:lnTo>
                <a:lnTo>
                  <a:pt x="8292084" y="425196"/>
                </a:lnTo>
                <a:lnTo>
                  <a:pt x="8267700" y="367284"/>
                </a:lnTo>
                <a:lnTo>
                  <a:pt x="8237220" y="312420"/>
                </a:lnTo>
                <a:lnTo>
                  <a:pt x="8183880" y="236220"/>
                </a:lnTo>
                <a:lnTo>
                  <a:pt x="8141208" y="188976"/>
                </a:lnTo>
                <a:lnTo>
                  <a:pt x="8095488" y="147828"/>
                </a:lnTo>
                <a:lnTo>
                  <a:pt x="8019288" y="94488"/>
                </a:lnTo>
                <a:lnTo>
                  <a:pt x="7964424" y="64008"/>
                </a:lnTo>
                <a:lnTo>
                  <a:pt x="7906512" y="39624"/>
                </a:lnTo>
                <a:lnTo>
                  <a:pt x="7865872" y="25908"/>
                </a:lnTo>
                <a:lnTo>
                  <a:pt x="7845552" y="19812"/>
                </a:lnTo>
                <a:lnTo>
                  <a:pt x="7781544" y="7620"/>
                </a:lnTo>
                <a:lnTo>
                  <a:pt x="7749540" y="3048"/>
                </a:lnTo>
                <a:lnTo>
                  <a:pt x="7684008" y="0"/>
                </a:lnTo>
                <a:lnTo>
                  <a:pt x="647687" y="0"/>
                </a:lnTo>
                <a:lnTo>
                  <a:pt x="580644" y="3048"/>
                </a:lnTo>
                <a:lnTo>
                  <a:pt x="516636" y="13716"/>
                </a:lnTo>
                <a:lnTo>
                  <a:pt x="455676" y="28956"/>
                </a:lnTo>
                <a:lnTo>
                  <a:pt x="367284" y="64008"/>
                </a:lnTo>
                <a:lnTo>
                  <a:pt x="312420" y="94488"/>
                </a:lnTo>
                <a:lnTo>
                  <a:pt x="236220" y="147828"/>
                </a:lnTo>
                <a:lnTo>
                  <a:pt x="167640" y="213360"/>
                </a:lnTo>
                <a:lnTo>
                  <a:pt x="128016" y="260604"/>
                </a:lnTo>
                <a:lnTo>
                  <a:pt x="94488" y="312420"/>
                </a:lnTo>
                <a:lnTo>
                  <a:pt x="64008" y="367284"/>
                </a:lnTo>
                <a:lnTo>
                  <a:pt x="39624" y="425196"/>
                </a:lnTo>
                <a:lnTo>
                  <a:pt x="19812" y="486156"/>
                </a:lnTo>
                <a:lnTo>
                  <a:pt x="7620" y="550164"/>
                </a:lnTo>
                <a:lnTo>
                  <a:pt x="1447" y="615696"/>
                </a:lnTo>
                <a:lnTo>
                  <a:pt x="0" y="647700"/>
                </a:lnTo>
                <a:lnTo>
                  <a:pt x="0" y="1383792"/>
                </a:lnTo>
                <a:lnTo>
                  <a:pt x="0" y="3188208"/>
                </a:lnTo>
                <a:lnTo>
                  <a:pt x="3048" y="3255264"/>
                </a:lnTo>
                <a:lnTo>
                  <a:pt x="13716" y="3319272"/>
                </a:lnTo>
                <a:lnTo>
                  <a:pt x="28956" y="3380232"/>
                </a:lnTo>
                <a:lnTo>
                  <a:pt x="64008" y="3468624"/>
                </a:lnTo>
                <a:lnTo>
                  <a:pt x="94488" y="3523488"/>
                </a:lnTo>
                <a:lnTo>
                  <a:pt x="147828" y="3599688"/>
                </a:lnTo>
                <a:lnTo>
                  <a:pt x="190500" y="3646932"/>
                </a:lnTo>
                <a:lnTo>
                  <a:pt x="236220" y="3688080"/>
                </a:lnTo>
                <a:lnTo>
                  <a:pt x="312420" y="3741420"/>
                </a:lnTo>
                <a:lnTo>
                  <a:pt x="367284" y="3771900"/>
                </a:lnTo>
                <a:lnTo>
                  <a:pt x="425196" y="3796284"/>
                </a:lnTo>
                <a:lnTo>
                  <a:pt x="486156" y="3814572"/>
                </a:lnTo>
                <a:lnTo>
                  <a:pt x="550164" y="3828288"/>
                </a:lnTo>
                <a:lnTo>
                  <a:pt x="647687" y="3835908"/>
                </a:lnTo>
                <a:lnTo>
                  <a:pt x="7684008" y="3835908"/>
                </a:lnTo>
                <a:lnTo>
                  <a:pt x="7751064" y="3832860"/>
                </a:lnTo>
                <a:lnTo>
                  <a:pt x="7783068" y="3828288"/>
                </a:lnTo>
                <a:lnTo>
                  <a:pt x="7815072" y="3822192"/>
                </a:lnTo>
                <a:lnTo>
                  <a:pt x="7863840" y="3810000"/>
                </a:lnTo>
                <a:lnTo>
                  <a:pt x="7876032" y="3806952"/>
                </a:lnTo>
                <a:lnTo>
                  <a:pt x="7964424" y="3771900"/>
                </a:lnTo>
                <a:lnTo>
                  <a:pt x="8019288" y="3741420"/>
                </a:lnTo>
                <a:lnTo>
                  <a:pt x="8095488" y="3688080"/>
                </a:lnTo>
                <a:lnTo>
                  <a:pt x="8142732" y="3645408"/>
                </a:lnTo>
                <a:lnTo>
                  <a:pt x="8183880" y="3599688"/>
                </a:lnTo>
                <a:lnTo>
                  <a:pt x="8237220" y="3523488"/>
                </a:lnTo>
                <a:lnTo>
                  <a:pt x="8267700" y="3468624"/>
                </a:lnTo>
                <a:lnTo>
                  <a:pt x="8292084" y="3410712"/>
                </a:lnTo>
                <a:lnTo>
                  <a:pt x="8310372" y="3349752"/>
                </a:lnTo>
                <a:lnTo>
                  <a:pt x="8324088" y="3285744"/>
                </a:lnTo>
                <a:lnTo>
                  <a:pt x="8330184" y="3220212"/>
                </a:lnTo>
                <a:lnTo>
                  <a:pt x="8331708" y="3188208"/>
                </a:lnTo>
                <a:lnTo>
                  <a:pt x="8331708" y="1383792"/>
                </a:lnTo>
                <a:lnTo>
                  <a:pt x="8331708" y="647700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5267" y="3106928"/>
            <a:ext cx="759968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4096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27100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s[80]="To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be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or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not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be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that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question"; puts(s);</a:t>
            </a:r>
            <a:endParaRPr sz="24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919" y="469074"/>
            <a:ext cx="7532370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7785" marR="5080" indent="-13157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</a:t>
            </a:r>
            <a:r>
              <a:rPr sz="4000" spc="-130" dirty="0"/>
              <a:t> </a:t>
            </a:r>
            <a:r>
              <a:rPr sz="4000" dirty="0"/>
              <a:t>offers</a:t>
            </a:r>
            <a:r>
              <a:rPr sz="4000" spc="-85" dirty="0"/>
              <a:t> </a:t>
            </a:r>
            <a:r>
              <a:rPr sz="4000" dirty="0"/>
              <a:t>following</a:t>
            </a:r>
            <a:r>
              <a:rPr sz="4000" spc="-125" dirty="0"/>
              <a:t> </a:t>
            </a:r>
            <a:r>
              <a:rPr sz="4000" dirty="0"/>
              <a:t>major</a:t>
            </a:r>
            <a:r>
              <a:rPr sz="4000" spc="-95" dirty="0"/>
              <a:t> </a:t>
            </a:r>
            <a:r>
              <a:rPr sz="4000" spc="-10" dirty="0"/>
              <a:t>library </a:t>
            </a:r>
            <a:r>
              <a:rPr sz="4000" dirty="0"/>
              <a:t>functions</a:t>
            </a:r>
            <a:r>
              <a:rPr sz="4000" spc="-60" dirty="0"/>
              <a:t> </a:t>
            </a:r>
            <a:r>
              <a:rPr sz="4000" dirty="0"/>
              <a:t>on</a:t>
            </a:r>
            <a:r>
              <a:rPr sz="4000" spc="-85" dirty="0"/>
              <a:t> </a:t>
            </a:r>
            <a:r>
              <a:rPr sz="4000" spc="-10" dirty="0"/>
              <a:t>strings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704848"/>
            <a:ext cx="8675370" cy="5438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strlen(s)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return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length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strlwr(s)–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convert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lower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strupr(s)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convert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upper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1744980" algn="l"/>
              </a:tabLst>
            </a:pPr>
            <a:r>
              <a:rPr sz="2400" b="1" spc="-10" dirty="0">
                <a:latin typeface="Arial"/>
                <a:cs typeface="Arial"/>
              </a:rPr>
              <a:t>strrev(s)</a:t>
            </a:r>
            <a:r>
              <a:rPr sz="2400" b="1" dirty="0">
                <a:latin typeface="Arial"/>
                <a:cs typeface="Arial"/>
              </a:rPr>
              <a:t>	–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reverse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content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50" dirty="0">
                <a:latin typeface="Arial"/>
                <a:cs typeface="Arial"/>
              </a:rPr>
              <a:t> 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strcpy(s,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t)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copy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into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another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strncpy(s,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n)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copy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characters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into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another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5600" marR="753745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strcat(s,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t)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append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into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right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side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5600" marR="27432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strncat(s,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t,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n)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append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characters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onto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right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side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5600" marR="25527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strcmp(s,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t)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compare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alphabetic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order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two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strings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s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3194304"/>
            <a:ext cx="6871970" cy="1583690"/>
            <a:chOff x="1822704" y="3194304"/>
            <a:chExt cx="6871970" cy="1583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3194304"/>
              <a:ext cx="6871716" cy="6918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3194304"/>
              <a:ext cx="6871970" cy="692150"/>
            </a:xfrm>
            <a:custGeom>
              <a:avLst/>
              <a:gdLst/>
              <a:ahLst/>
              <a:cxnLst/>
              <a:rect l="l" t="t" r="r" b="b"/>
              <a:pathLst>
                <a:path w="6871970" h="692150">
                  <a:moveTo>
                    <a:pt x="68686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691896"/>
                  </a:lnTo>
                  <a:lnTo>
                    <a:pt x="13715" y="691896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6871716" y="6096"/>
                  </a:lnTo>
                  <a:lnTo>
                    <a:pt x="6871716" y="3048"/>
                  </a:lnTo>
                  <a:lnTo>
                    <a:pt x="6868668" y="0"/>
                  </a:lnTo>
                  <a:close/>
                </a:path>
                <a:path w="6871970" h="692150">
                  <a:moveTo>
                    <a:pt x="6858000" y="6096"/>
                  </a:moveTo>
                  <a:lnTo>
                    <a:pt x="6858000" y="691896"/>
                  </a:lnTo>
                  <a:lnTo>
                    <a:pt x="6871716" y="691896"/>
                  </a:lnTo>
                  <a:lnTo>
                    <a:pt x="6871716" y="13716"/>
                  </a:lnTo>
                  <a:lnTo>
                    <a:pt x="6864096" y="13716"/>
                  </a:lnTo>
                  <a:lnTo>
                    <a:pt x="6858000" y="6096"/>
                  </a:lnTo>
                  <a:close/>
                </a:path>
                <a:path w="6871970" h="692150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6871970" h="692150">
                  <a:moveTo>
                    <a:pt x="68580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6858000" y="13716"/>
                  </a:lnTo>
                  <a:lnTo>
                    <a:pt x="6858000" y="6096"/>
                  </a:lnTo>
                  <a:close/>
                </a:path>
                <a:path w="6871970" h="692150">
                  <a:moveTo>
                    <a:pt x="6871716" y="6096"/>
                  </a:moveTo>
                  <a:lnTo>
                    <a:pt x="6858000" y="6096"/>
                  </a:lnTo>
                  <a:lnTo>
                    <a:pt x="6864096" y="13716"/>
                  </a:lnTo>
                  <a:lnTo>
                    <a:pt x="6871716" y="13716"/>
                  </a:lnTo>
                  <a:lnTo>
                    <a:pt x="68717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2704" y="3886200"/>
              <a:ext cx="6871716" cy="8915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2704" y="3886200"/>
              <a:ext cx="6871970" cy="891540"/>
            </a:xfrm>
            <a:custGeom>
              <a:avLst/>
              <a:gdLst/>
              <a:ahLst/>
              <a:cxnLst/>
              <a:rect l="l" t="t" r="r" b="b"/>
              <a:pathLst>
                <a:path w="6871970" h="891539">
                  <a:moveTo>
                    <a:pt x="13715" y="0"/>
                  </a:moveTo>
                  <a:lnTo>
                    <a:pt x="0" y="0"/>
                  </a:lnTo>
                  <a:lnTo>
                    <a:pt x="0" y="888492"/>
                  </a:lnTo>
                  <a:lnTo>
                    <a:pt x="3047" y="891539"/>
                  </a:lnTo>
                  <a:lnTo>
                    <a:pt x="6868668" y="891539"/>
                  </a:lnTo>
                  <a:lnTo>
                    <a:pt x="6871716" y="888492"/>
                  </a:lnTo>
                  <a:lnTo>
                    <a:pt x="6871716" y="885443"/>
                  </a:lnTo>
                  <a:lnTo>
                    <a:pt x="13715" y="885444"/>
                  </a:lnTo>
                  <a:lnTo>
                    <a:pt x="6095" y="879348"/>
                  </a:lnTo>
                  <a:lnTo>
                    <a:pt x="13715" y="879348"/>
                  </a:lnTo>
                  <a:lnTo>
                    <a:pt x="13715" y="0"/>
                  </a:lnTo>
                  <a:close/>
                </a:path>
                <a:path w="6871970" h="891539">
                  <a:moveTo>
                    <a:pt x="13715" y="879348"/>
                  </a:moveTo>
                  <a:lnTo>
                    <a:pt x="6095" y="879348"/>
                  </a:lnTo>
                  <a:lnTo>
                    <a:pt x="13715" y="885444"/>
                  </a:lnTo>
                  <a:lnTo>
                    <a:pt x="13715" y="879348"/>
                  </a:lnTo>
                  <a:close/>
                </a:path>
                <a:path w="6871970" h="891539">
                  <a:moveTo>
                    <a:pt x="6858000" y="879348"/>
                  </a:moveTo>
                  <a:lnTo>
                    <a:pt x="13715" y="879348"/>
                  </a:lnTo>
                  <a:lnTo>
                    <a:pt x="13715" y="885444"/>
                  </a:lnTo>
                  <a:lnTo>
                    <a:pt x="6858000" y="885444"/>
                  </a:lnTo>
                  <a:lnTo>
                    <a:pt x="6858000" y="879348"/>
                  </a:lnTo>
                  <a:close/>
                </a:path>
                <a:path w="6871970" h="891539">
                  <a:moveTo>
                    <a:pt x="6871716" y="0"/>
                  </a:moveTo>
                  <a:lnTo>
                    <a:pt x="6858000" y="0"/>
                  </a:lnTo>
                  <a:lnTo>
                    <a:pt x="6858000" y="885444"/>
                  </a:lnTo>
                  <a:lnTo>
                    <a:pt x="6864096" y="879348"/>
                  </a:lnTo>
                  <a:lnTo>
                    <a:pt x="6871716" y="879348"/>
                  </a:lnTo>
                  <a:lnTo>
                    <a:pt x="6871716" y="0"/>
                  </a:lnTo>
                  <a:close/>
                </a:path>
                <a:path w="6871970" h="891539">
                  <a:moveTo>
                    <a:pt x="6871716" y="879348"/>
                  </a:moveTo>
                  <a:lnTo>
                    <a:pt x="6864096" y="879348"/>
                  </a:lnTo>
                  <a:lnTo>
                    <a:pt x="6858000" y="885444"/>
                  </a:lnTo>
                  <a:lnTo>
                    <a:pt x="6871716" y="885443"/>
                  </a:lnTo>
                  <a:lnTo>
                    <a:pt x="6871716" y="879348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07539" y="3225800"/>
            <a:ext cx="66446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detailed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implementation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see: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https://en.wikibooks.org/wiki/C_Programming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/String_manipulation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884932"/>
            <a:ext cx="6414770" cy="475615"/>
            <a:chOff x="1822704" y="2884932"/>
            <a:chExt cx="6414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2884932"/>
              <a:ext cx="6414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2884932"/>
              <a:ext cx="6414770" cy="475615"/>
            </a:xfrm>
            <a:custGeom>
              <a:avLst/>
              <a:gdLst/>
              <a:ahLst/>
              <a:cxnLst/>
              <a:rect l="l" t="t" r="r" b="b"/>
              <a:pathLst>
                <a:path w="6414770" h="475614">
                  <a:moveTo>
                    <a:pt x="6411468" y="0"/>
                  </a:moveTo>
                  <a:lnTo>
                    <a:pt x="3047" y="0"/>
                  </a:lnTo>
                  <a:lnTo>
                    <a:pt x="0" y="3047"/>
                  </a:lnTo>
                  <a:lnTo>
                    <a:pt x="0" y="472439"/>
                  </a:lnTo>
                  <a:lnTo>
                    <a:pt x="3047" y="475488"/>
                  </a:lnTo>
                  <a:lnTo>
                    <a:pt x="6411468" y="475488"/>
                  </a:lnTo>
                  <a:lnTo>
                    <a:pt x="6414516" y="472439"/>
                  </a:lnTo>
                  <a:lnTo>
                    <a:pt x="6414516" y="467867"/>
                  </a:lnTo>
                  <a:lnTo>
                    <a:pt x="13715" y="467867"/>
                  </a:lnTo>
                  <a:lnTo>
                    <a:pt x="6095" y="461771"/>
                  </a:lnTo>
                  <a:lnTo>
                    <a:pt x="13715" y="46177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5"/>
                  </a:lnTo>
                  <a:lnTo>
                    <a:pt x="6414516" y="6095"/>
                  </a:lnTo>
                  <a:lnTo>
                    <a:pt x="6414516" y="3047"/>
                  </a:lnTo>
                  <a:lnTo>
                    <a:pt x="6411468" y="0"/>
                  </a:lnTo>
                  <a:close/>
                </a:path>
                <a:path w="6414770" h="475614">
                  <a:moveTo>
                    <a:pt x="13715" y="461771"/>
                  </a:moveTo>
                  <a:lnTo>
                    <a:pt x="6095" y="461771"/>
                  </a:lnTo>
                  <a:lnTo>
                    <a:pt x="13715" y="467867"/>
                  </a:lnTo>
                  <a:lnTo>
                    <a:pt x="13715" y="461771"/>
                  </a:lnTo>
                  <a:close/>
                </a:path>
                <a:path w="6414770" h="475614">
                  <a:moveTo>
                    <a:pt x="6400800" y="461771"/>
                  </a:moveTo>
                  <a:lnTo>
                    <a:pt x="13715" y="461771"/>
                  </a:lnTo>
                  <a:lnTo>
                    <a:pt x="13715" y="467867"/>
                  </a:lnTo>
                  <a:lnTo>
                    <a:pt x="6400800" y="467867"/>
                  </a:lnTo>
                  <a:lnTo>
                    <a:pt x="6400800" y="461771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6400800" y="467867"/>
                  </a:lnTo>
                  <a:lnTo>
                    <a:pt x="6406896" y="461771"/>
                  </a:lnTo>
                  <a:lnTo>
                    <a:pt x="6414516" y="461771"/>
                  </a:lnTo>
                  <a:lnTo>
                    <a:pt x="6414516" y="13715"/>
                  </a:lnTo>
                  <a:lnTo>
                    <a:pt x="6406896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461771"/>
                  </a:moveTo>
                  <a:lnTo>
                    <a:pt x="6406896" y="461771"/>
                  </a:lnTo>
                  <a:lnTo>
                    <a:pt x="6400800" y="467867"/>
                  </a:lnTo>
                  <a:lnTo>
                    <a:pt x="6414516" y="467867"/>
                  </a:lnTo>
                  <a:lnTo>
                    <a:pt x="6414516" y="461771"/>
                  </a:lnTo>
                  <a:close/>
                </a:path>
                <a:path w="6414770" h="475614">
                  <a:moveTo>
                    <a:pt x="13715" y="6095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5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13715" y="6095"/>
                  </a:lnTo>
                  <a:lnTo>
                    <a:pt x="13715" y="13715"/>
                  </a:lnTo>
                  <a:lnTo>
                    <a:pt x="6400800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6095"/>
                  </a:moveTo>
                  <a:lnTo>
                    <a:pt x="6400800" y="6095"/>
                  </a:lnTo>
                  <a:lnTo>
                    <a:pt x="6406896" y="13715"/>
                  </a:lnTo>
                  <a:lnTo>
                    <a:pt x="6414516" y="13715"/>
                  </a:lnTo>
                  <a:lnTo>
                    <a:pt x="6414516" y="609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7539" y="2916428"/>
            <a:ext cx="5597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strlen(s)</a:t>
            </a:r>
            <a:r>
              <a:rPr sz="2400" spc="-55" dirty="0"/>
              <a:t> 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returns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length</a:t>
            </a:r>
            <a:r>
              <a:rPr sz="2400" b="0" spc="-3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3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50" dirty="0">
                <a:latin typeface="Arial"/>
                <a:cs typeface="Arial"/>
              </a:rPr>
              <a:t> 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6586855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4094479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main(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)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152654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str[20]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"BeginnersBook";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length;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60" dirty="0">
                <a:latin typeface="Trebuchet MS"/>
                <a:cs typeface="Trebuchet MS"/>
              </a:rPr>
              <a:t>length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strlen(str);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35" dirty="0">
                <a:latin typeface="Trebuchet MS"/>
                <a:cs typeface="Trebuchet MS"/>
              </a:rPr>
              <a:t>printf("Length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of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string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85" dirty="0">
                <a:latin typeface="Trebuchet MS"/>
                <a:cs typeface="Trebuchet MS"/>
              </a:rPr>
              <a:t>: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%d",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length); </a:t>
            </a: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30" dirty="0">
                <a:latin typeface="Trebuchet MS"/>
                <a:cs typeface="Trebuchet MS"/>
              </a:rPr>
              <a:t>Length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of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string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is: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95" dirty="0">
                <a:latin typeface="Trebuchet MS"/>
                <a:cs typeface="Trebuchet MS"/>
              </a:rPr>
              <a:t>13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884932"/>
            <a:ext cx="6414770" cy="475615"/>
            <a:chOff x="1822704" y="2884932"/>
            <a:chExt cx="6414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2884932"/>
              <a:ext cx="6414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2884932"/>
              <a:ext cx="6414770" cy="475615"/>
            </a:xfrm>
            <a:custGeom>
              <a:avLst/>
              <a:gdLst/>
              <a:ahLst/>
              <a:cxnLst/>
              <a:rect l="l" t="t" r="r" b="b"/>
              <a:pathLst>
                <a:path w="6414770" h="475614">
                  <a:moveTo>
                    <a:pt x="6411468" y="0"/>
                  </a:moveTo>
                  <a:lnTo>
                    <a:pt x="3047" y="0"/>
                  </a:lnTo>
                  <a:lnTo>
                    <a:pt x="0" y="3047"/>
                  </a:lnTo>
                  <a:lnTo>
                    <a:pt x="0" y="472439"/>
                  </a:lnTo>
                  <a:lnTo>
                    <a:pt x="3047" y="475488"/>
                  </a:lnTo>
                  <a:lnTo>
                    <a:pt x="6411468" y="475488"/>
                  </a:lnTo>
                  <a:lnTo>
                    <a:pt x="6414516" y="472439"/>
                  </a:lnTo>
                  <a:lnTo>
                    <a:pt x="6414516" y="467867"/>
                  </a:lnTo>
                  <a:lnTo>
                    <a:pt x="13715" y="467867"/>
                  </a:lnTo>
                  <a:lnTo>
                    <a:pt x="6095" y="461771"/>
                  </a:lnTo>
                  <a:lnTo>
                    <a:pt x="13715" y="46177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5"/>
                  </a:lnTo>
                  <a:lnTo>
                    <a:pt x="6414516" y="6095"/>
                  </a:lnTo>
                  <a:lnTo>
                    <a:pt x="6414516" y="3047"/>
                  </a:lnTo>
                  <a:lnTo>
                    <a:pt x="6411468" y="0"/>
                  </a:lnTo>
                  <a:close/>
                </a:path>
                <a:path w="6414770" h="475614">
                  <a:moveTo>
                    <a:pt x="13715" y="461771"/>
                  </a:moveTo>
                  <a:lnTo>
                    <a:pt x="6095" y="461771"/>
                  </a:lnTo>
                  <a:lnTo>
                    <a:pt x="13715" y="467867"/>
                  </a:lnTo>
                  <a:lnTo>
                    <a:pt x="13715" y="461771"/>
                  </a:lnTo>
                  <a:close/>
                </a:path>
                <a:path w="6414770" h="475614">
                  <a:moveTo>
                    <a:pt x="6400800" y="461771"/>
                  </a:moveTo>
                  <a:lnTo>
                    <a:pt x="13715" y="461771"/>
                  </a:lnTo>
                  <a:lnTo>
                    <a:pt x="13715" y="467867"/>
                  </a:lnTo>
                  <a:lnTo>
                    <a:pt x="6400800" y="467867"/>
                  </a:lnTo>
                  <a:lnTo>
                    <a:pt x="6400800" y="461771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6400800" y="467867"/>
                  </a:lnTo>
                  <a:lnTo>
                    <a:pt x="6406896" y="461771"/>
                  </a:lnTo>
                  <a:lnTo>
                    <a:pt x="6414516" y="461771"/>
                  </a:lnTo>
                  <a:lnTo>
                    <a:pt x="6414516" y="13715"/>
                  </a:lnTo>
                  <a:lnTo>
                    <a:pt x="6406896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461771"/>
                  </a:moveTo>
                  <a:lnTo>
                    <a:pt x="6406896" y="461771"/>
                  </a:lnTo>
                  <a:lnTo>
                    <a:pt x="6400800" y="467867"/>
                  </a:lnTo>
                  <a:lnTo>
                    <a:pt x="6414516" y="467867"/>
                  </a:lnTo>
                  <a:lnTo>
                    <a:pt x="6414516" y="461771"/>
                  </a:lnTo>
                  <a:close/>
                </a:path>
                <a:path w="6414770" h="475614">
                  <a:moveTo>
                    <a:pt x="13715" y="6095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5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13715" y="6095"/>
                  </a:lnTo>
                  <a:lnTo>
                    <a:pt x="13715" y="13715"/>
                  </a:lnTo>
                  <a:lnTo>
                    <a:pt x="6400800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6095"/>
                  </a:moveTo>
                  <a:lnTo>
                    <a:pt x="6400800" y="6095"/>
                  </a:lnTo>
                  <a:lnTo>
                    <a:pt x="6406896" y="13715"/>
                  </a:lnTo>
                  <a:lnTo>
                    <a:pt x="6414516" y="13715"/>
                  </a:lnTo>
                  <a:lnTo>
                    <a:pt x="6414516" y="609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7539" y="2916428"/>
            <a:ext cx="5920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strlwr(s)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9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convert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in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lower</a:t>
            </a:r>
            <a:r>
              <a:rPr sz="2400" b="0" spc="-30" dirty="0">
                <a:latin typeface="Arial"/>
                <a:cs typeface="Arial"/>
              </a:rPr>
              <a:t> </a:t>
            </a:r>
            <a:r>
              <a:rPr sz="2400" b="0" spc="-2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435607"/>
            <a:ext cx="7950834" cy="3836035"/>
          </a:xfrm>
          <a:custGeom>
            <a:avLst/>
            <a:gdLst/>
            <a:ahLst/>
            <a:cxnLst/>
            <a:rect l="l" t="t" r="r" b="b"/>
            <a:pathLst>
              <a:path w="7950834" h="3836035">
                <a:moveTo>
                  <a:pt x="7950708" y="647700"/>
                </a:moveTo>
                <a:lnTo>
                  <a:pt x="7947660" y="580644"/>
                </a:lnTo>
                <a:lnTo>
                  <a:pt x="7943088" y="548640"/>
                </a:lnTo>
                <a:lnTo>
                  <a:pt x="7936992" y="516636"/>
                </a:lnTo>
                <a:lnTo>
                  <a:pt x="7924800" y="467868"/>
                </a:lnTo>
                <a:lnTo>
                  <a:pt x="7924800" y="615696"/>
                </a:lnTo>
                <a:lnTo>
                  <a:pt x="7924800" y="2450592"/>
                </a:lnTo>
                <a:lnTo>
                  <a:pt x="7924800" y="3220212"/>
                </a:lnTo>
                <a:lnTo>
                  <a:pt x="7921752" y="3252216"/>
                </a:lnTo>
                <a:lnTo>
                  <a:pt x="7912608" y="3313176"/>
                </a:lnTo>
                <a:lnTo>
                  <a:pt x="7897368" y="3372612"/>
                </a:lnTo>
                <a:lnTo>
                  <a:pt x="7876032" y="3430524"/>
                </a:lnTo>
                <a:lnTo>
                  <a:pt x="7850124" y="3485388"/>
                </a:lnTo>
                <a:lnTo>
                  <a:pt x="7801356" y="3560064"/>
                </a:lnTo>
                <a:lnTo>
                  <a:pt x="7763256" y="3607308"/>
                </a:lnTo>
                <a:lnTo>
                  <a:pt x="7720584" y="3648456"/>
                </a:lnTo>
                <a:lnTo>
                  <a:pt x="7674864" y="3686556"/>
                </a:lnTo>
                <a:lnTo>
                  <a:pt x="7598664" y="3735324"/>
                </a:lnTo>
                <a:lnTo>
                  <a:pt x="7545324" y="3761232"/>
                </a:lnTo>
                <a:lnTo>
                  <a:pt x="7487412" y="3782568"/>
                </a:lnTo>
                <a:lnTo>
                  <a:pt x="7427976" y="3797808"/>
                </a:lnTo>
                <a:lnTo>
                  <a:pt x="7365492" y="3806952"/>
                </a:lnTo>
                <a:lnTo>
                  <a:pt x="7335012" y="3810000"/>
                </a:lnTo>
                <a:lnTo>
                  <a:pt x="615696" y="3810000"/>
                </a:lnTo>
                <a:lnTo>
                  <a:pt x="583692" y="3806952"/>
                </a:lnTo>
                <a:lnTo>
                  <a:pt x="522732" y="3797808"/>
                </a:lnTo>
                <a:lnTo>
                  <a:pt x="461772" y="3782568"/>
                </a:lnTo>
                <a:lnTo>
                  <a:pt x="434340" y="3771900"/>
                </a:lnTo>
                <a:lnTo>
                  <a:pt x="405384" y="3761232"/>
                </a:lnTo>
                <a:lnTo>
                  <a:pt x="350520" y="3735324"/>
                </a:lnTo>
                <a:lnTo>
                  <a:pt x="275844" y="3686556"/>
                </a:lnTo>
                <a:lnTo>
                  <a:pt x="228600" y="3648456"/>
                </a:lnTo>
                <a:lnTo>
                  <a:pt x="187452" y="3605784"/>
                </a:lnTo>
                <a:lnTo>
                  <a:pt x="149352" y="3560064"/>
                </a:lnTo>
                <a:lnTo>
                  <a:pt x="100584" y="3483864"/>
                </a:lnTo>
                <a:lnTo>
                  <a:pt x="74676" y="3430524"/>
                </a:lnTo>
                <a:lnTo>
                  <a:pt x="53340" y="3372612"/>
                </a:lnTo>
                <a:lnTo>
                  <a:pt x="38100" y="3313176"/>
                </a:lnTo>
                <a:lnTo>
                  <a:pt x="28956" y="3250692"/>
                </a:lnTo>
                <a:lnTo>
                  <a:pt x="25908" y="3220212"/>
                </a:lnTo>
                <a:lnTo>
                  <a:pt x="25908" y="2450592"/>
                </a:lnTo>
                <a:lnTo>
                  <a:pt x="25908" y="615696"/>
                </a:lnTo>
                <a:lnTo>
                  <a:pt x="28956" y="583692"/>
                </a:lnTo>
                <a:lnTo>
                  <a:pt x="38100" y="522732"/>
                </a:lnTo>
                <a:lnTo>
                  <a:pt x="53340" y="461772"/>
                </a:lnTo>
                <a:lnTo>
                  <a:pt x="64008" y="434340"/>
                </a:lnTo>
                <a:lnTo>
                  <a:pt x="74676" y="405384"/>
                </a:lnTo>
                <a:lnTo>
                  <a:pt x="100584" y="350520"/>
                </a:lnTo>
                <a:lnTo>
                  <a:pt x="149352" y="275844"/>
                </a:lnTo>
                <a:lnTo>
                  <a:pt x="187452" y="228600"/>
                </a:lnTo>
                <a:lnTo>
                  <a:pt x="230124" y="187452"/>
                </a:lnTo>
                <a:lnTo>
                  <a:pt x="275844" y="149352"/>
                </a:lnTo>
                <a:lnTo>
                  <a:pt x="352044" y="100584"/>
                </a:lnTo>
                <a:lnTo>
                  <a:pt x="405384" y="74676"/>
                </a:lnTo>
                <a:lnTo>
                  <a:pt x="463296" y="53340"/>
                </a:lnTo>
                <a:lnTo>
                  <a:pt x="522732" y="38100"/>
                </a:lnTo>
                <a:lnTo>
                  <a:pt x="615696" y="25908"/>
                </a:lnTo>
                <a:lnTo>
                  <a:pt x="7335012" y="25908"/>
                </a:lnTo>
                <a:lnTo>
                  <a:pt x="7427976" y="38100"/>
                </a:lnTo>
                <a:lnTo>
                  <a:pt x="7487412" y="53340"/>
                </a:lnTo>
                <a:lnTo>
                  <a:pt x="7545324" y="74676"/>
                </a:lnTo>
                <a:lnTo>
                  <a:pt x="7600188" y="100584"/>
                </a:lnTo>
                <a:lnTo>
                  <a:pt x="7674864" y="149352"/>
                </a:lnTo>
                <a:lnTo>
                  <a:pt x="7722108" y="187452"/>
                </a:lnTo>
                <a:lnTo>
                  <a:pt x="7763256" y="230124"/>
                </a:lnTo>
                <a:lnTo>
                  <a:pt x="7801356" y="275844"/>
                </a:lnTo>
                <a:lnTo>
                  <a:pt x="7850124" y="352044"/>
                </a:lnTo>
                <a:lnTo>
                  <a:pt x="7876032" y="405384"/>
                </a:lnTo>
                <a:lnTo>
                  <a:pt x="7897368" y="463296"/>
                </a:lnTo>
                <a:lnTo>
                  <a:pt x="7912608" y="522732"/>
                </a:lnTo>
                <a:lnTo>
                  <a:pt x="7921752" y="585216"/>
                </a:lnTo>
                <a:lnTo>
                  <a:pt x="7924800" y="615696"/>
                </a:lnTo>
                <a:lnTo>
                  <a:pt x="7924800" y="467868"/>
                </a:lnTo>
                <a:lnTo>
                  <a:pt x="7911084" y="425196"/>
                </a:lnTo>
                <a:lnTo>
                  <a:pt x="7886700" y="367284"/>
                </a:lnTo>
                <a:lnTo>
                  <a:pt x="7856220" y="312420"/>
                </a:lnTo>
                <a:lnTo>
                  <a:pt x="7802880" y="236220"/>
                </a:lnTo>
                <a:lnTo>
                  <a:pt x="7760208" y="188976"/>
                </a:lnTo>
                <a:lnTo>
                  <a:pt x="7714488" y="147828"/>
                </a:lnTo>
                <a:lnTo>
                  <a:pt x="7638288" y="94488"/>
                </a:lnTo>
                <a:lnTo>
                  <a:pt x="7583424" y="64008"/>
                </a:lnTo>
                <a:lnTo>
                  <a:pt x="7525512" y="39624"/>
                </a:lnTo>
                <a:lnTo>
                  <a:pt x="7484872" y="25908"/>
                </a:lnTo>
                <a:lnTo>
                  <a:pt x="7464552" y="19812"/>
                </a:lnTo>
                <a:lnTo>
                  <a:pt x="7400544" y="7620"/>
                </a:lnTo>
                <a:lnTo>
                  <a:pt x="7368540" y="3048"/>
                </a:lnTo>
                <a:lnTo>
                  <a:pt x="7303008" y="0"/>
                </a:lnTo>
                <a:lnTo>
                  <a:pt x="647687" y="0"/>
                </a:lnTo>
                <a:lnTo>
                  <a:pt x="580644" y="3048"/>
                </a:lnTo>
                <a:lnTo>
                  <a:pt x="516636" y="13716"/>
                </a:lnTo>
                <a:lnTo>
                  <a:pt x="455676" y="28956"/>
                </a:lnTo>
                <a:lnTo>
                  <a:pt x="367284" y="64008"/>
                </a:lnTo>
                <a:lnTo>
                  <a:pt x="312420" y="94488"/>
                </a:lnTo>
                <a:lnTo>
                  <a:pt x="236220" y="147828"/>
                </a:lnTo>
                <a:lnTo>
                  <a:pt x="167640" y="213360"/>
                </a:lnTo>
                <a:lnTo>
                  <a:pt x="128016" y="260604"/>
                </a:lnTo>
                <a:lnTo>
                  <a:pt x="94488" y="312420"/>
                </a:lnTo>
                <a:lnTo>
                  <a:pt x="64008" y="367284"/>
                </a:lnTo>
                <a:lnTo>
                  <a:pt x="39624" y="425196"/>
                </a:lnTo>
                <a:lnTo>
                  <a:pt x="19812" y="486156"/>
                </a:lnTo>
                <a:lnTo>
                  <a:pt x="7620" y="550164"/>
                </a:lnTo>
                <a:lnTo>
                  <a:pt x="1447" y="615696"/>
                </a:lnTo>
                <a:lnTo>
                  <a:pt x="0" y="647700"/>
                </a:lnTo>
                <a:lnTo>
                  <a:pt x="0" y="2450592"/>
                </a:lnTo>
                <a:lnTo>
                  <a:pt x="0" y="3188208"/>
                </a:lnTo>
                <a:lnTo>
                  <a:pt x="3048" y="3255264"/>
                </a:lnTo>
                <a:lnTo>
                  <a:pt x="13716" y="3319272"/>
                </a:lnTo>
                <a:lnTo>
                  <a:pt x="28956" y="3380232"/>
                </a:lnTo>
                <a:lnTo>
                  <a:pt x="64008" y="3468624"/>
                </a:lnTo>
                <a:lnTo>
                  <a:pt x="94488" y="3523488"/>
                </a:lnTo>
                <a:lnTo>
                  <a:pt x="147828" y="3599688"/>
                </a:lnTo>
                <a:lnTo>
                  <a:pt x="190500" y="3646932"/>
                </a:lnTo>
                <a:lnTo>
                  <a:pt x="236220" y="3688080"/>
                </a:lnTo>
                <a:lnTo>
                  <a:pt x="312420" y="3741420"/>
                </a:lnTo>
                <a:lnTo>
                  <a:pt x="367284" y="3771900"/>
                </a:lnTo>
                <a:lnTo>
                  <a:pt x="425196" y="3796284"/>
                </a:lnTo>
                <a:lnTo>
                  <a:pt x="486156" y="3814572"/>
                </a:lnTo>
                <a:lnTo>
                  <a:pt x="550164" y="3828288"/>
                </a:lnTo>
                <a:lnTo>
                  <a:pt x="647687" y="3835908"/>
                </a:lnTo>
                <a:lnTo>
                  <a:pt x="7303008" y="3835908"/>
                </a:lnTo>
                <a:lnTo>
                  <a:pt x="7370064" y="3832860"/>
                </a:lnTo>
                <a:lnTo>
                  <a:pt x="7402068" y="3828288"/>
                </a:lnTo>
                <a:lnTo>
                  <a:pt x="7434072" y="3822192"/>
                </a:lnTo>
                <a:lnTo>
                  <a:pt x="7482840" y="3810000"/>
                </a:lnTo>
                <a:lnTo>
                  <a:pt x="7495032" y="3806952"/>
                </a:lnTo>
                <a:lnTo>
                  <a:pt x="7583424" y="3771900"/>
                </a:lnTo>
                <a:lnTo>
                  <a:pt x="7638288" y="3741420"/>
                </a:lnTo>
                <a:lnTo>
                  <a:pt x="7714488" y="3688080"/>
                </a:lnTo>
                <a:lnTo>
                  <a:pt x="7761732" y="3645408"/>
                </a:lnTo>
                <a:lnTo>
                  <a:pt x="7802880" y="3599688"/>
                </a:lnTo>
                <a:lnTo>
                  <a:pt x="7856220" y="3523488"/>
                </a:lnTo>
                <a:lnTo>
                  <a:pt x="7886700" y="3468624"/>
                </a:lnTo>
                <a:lnTo>
                  <a:pt x="7911084" y="3410712"/>
                </a:lnTo>
                <a:lnTo>
                  <a:pt x="7929372" y="3349752"/>
                </a:lnTo>
                <a:lnTo>
                  <a:pt x="7943088" y="3285744"/>
                </a:lnTo>
                <a:lnTo>
                  <a:pt x="7949184" y="3220212"/>
                </a:lnTo>
                <a:lnTo>
                  <a:pt x="7950708" y="3188208"/>
                </a:lnTo>
                <a:lnTo>
                  <a:pt x="7950708" y="2450592"/>
                </a:lnTo>
                <a:lnTo>
                  <a:pt x="7950708" y="647700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1600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857247"/>
            <a:ext cx="5065395" cy="48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257238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main(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)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str[20]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"BeginnersBook"; strlwr(str);</a:t>
            </a:r>
            <a:endParaRPr sz="2400">
              <a:latin typeface="Trebuchet MS"/>
              <a:cs typeface="Trebuchet MS"/>
            </a:endParaRPr>
          </a:p>
          <a:p>
            <a:pPr marL="960119" marR="2103120">
              <a:lnSpc>
                <a:spcPct val="100000"/>
              </a:lnSpc>
            </a:pPr>
            <a:r>
              <a:rPr sz="2400" spc="-55" dirty="0">
                <a:latin typeface="Trebuchet MS"/>
                <a:cs typeface="Trebuchet MS"/>
              </a:rPr>
              <a:t>printf("%s",str); </a:t>
            </a: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" dirty="0">
                <a:latin typeface="Trebuchet MS"/>
                <a:cs typeface="Trebuchet MS"/>
              </a:rPr>
              <a:t>beginnersbook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884932"/>
            <a:ext cx="6414770" cy="475615"/>
            <a:chOff x="1822704" y="2884932"/>
            <a:chExt cx="6414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2884932"/>
              <a:ext cx="6414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2884932"/>
              <a:ext cx="6414770" cy="475615"/>
            </a:xfrm>
            <a:custGeom>
              <a:avLst/>
              <a:gdLst/>
              <a:ahLst/>
              <a:cxnLst/>
              <a:rect l="l" t="t" r="r" b="b"/>
              <a:pathLst>
                <a:path w="6414770" h="475614">
                  <a:moveTo>
                    <a:pt x="6411468" y="0"/>
                  </a:moveTo>
                  <a:lnTo>
                    <a:pt x="3047" y="0"/>
                  </a:lnTo>
                  <a:lnTo>
                    <a:pt x="0" y="3047"/>
                  </a:lnTo>
                  <a:lnTo>
                    <a:pt x="0" y="472439"/>
                  </a:lnTo>
                  <a:lnTo>
                    <a:pt x="3047" y="475488"/>
                  </a:lnTo>
                  <a:lnTo>
                    <a:pt x="6411468" y="475488"/>
                  </a:lnTo>
                  <a:lnTo>
                    <a:pt x="6414516" y="472439"/>
                  </a:lnTo>
                  <a:lnTo>
                    <a:pt x="6414516" y="467867"/>
                  </a:lnTo>
                  <a:lnTo>
                    <a:pt x="13715" y="467867"/>
                  </a:lnTo>
                  <a:lnTo>
                    <a:pt x="6095" y="461771"/>
                  </a:lnTo>
                  <a:lnTo>
                    <a:pt x="13715" y="46177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5"/>
                  </a:lnTo>
                  <a:lnTo>
                    <a:pt x="6414516" y="6095"/>
                  </a:lnTo>
                  <a:lnTo>
                    <a:pt x="6414516" y="3047"/>
                  </a:lnTo>
                  <a:lnTo>
                    <a:pt x="6411468" y="0"/>
                  </a:lnTo>
                  <a:close/>
                </a:path>
                <a:path w="6414770" h="475614">
                  <a:moveTo>
                    <a:pt x="13715" y="461771"/>
                  </a:moveTo>
                  <a:lnTo>
                    <a:pt x="6095" y="461771"/>
                  </a:lnTo>
                  <a:lnTo>
                    <a:pt x="13715" y="467867"/>
                  </a:lnTo>
                  <a:lnTo>
                    <a:pt x="13715" y="461771"/>
                  </a:lnTo>
                  <a:close/>
                </a:path>
                <a:path w="6414770" h="475614">
                  <a:moveTo>
                    <a:pt x="6400800" y="461771"/>
                  </a:moveTo>
                  <a:lnTo>
                    <a:pt x="13715" y="461771"/>
                  </a:lnTo>
                  <a:lnTo>
                    <a:pt x="13715" y="467867"/>
                  </a:lnTo>
                  <a:lnTo>
                    <a:pt x="6400800" y="467867"/>
                  </a:lnTo>
                  <a:lnTo>
                    <a:pt x="6400800" y="461771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6400800" y="467867"/>
                  </a:lnTo>
                  <a:lnTo>
                    <a:pt x="6406896" y="461771"/>
                  </a:lnTo>
                  <a:lnTo>
                    <a:pt x="6414516" y="461771"/>
                  </a:lnTo>
                  <a:lnTo>
                    <a:pt x="6414516" y="13715"/>
                  </a:lnTo>
                  <a:lnTo>
                    <a:pt x="6406896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461771"/>
                  </a:moveTo>
                  <a:lnTo>
                    <a:pt x="6406896" y="461771"/>
                  </a:lnTo>
                  <a:lnTo>
                    <a:pt x="6400800" y="467867"/>
                  </a:lnTo>
                  <a:lnTo>
                    <a:pt x="6414516" y="467867"/>
                  </a:lnTo>
                  <a:lnTo>
                    <a:pt x="6414516" y="461771"/>
                  </a:lnTo>
                  <a:close/>
                </a:path>
                <a:path w="6414770" h="475614">
                  <a:moveTo>
                    <a:pt x="13715" y="6095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5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13715" y="6095"/>
                  </a:lnTo>
                  <a:lnTo>
                    <a:pt x="13715" y="13715"/>
                  </a:lnTo>
                  <a:lnTo>
                    <a:pt x="6400800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6095"/>
                  </a:moveTo>
                  <a:lnTo>
                    <a:pt x="6400800" y="6095"/>
                  </a:lnTo>
                  <a:lnTo>
                    <a:pt x="6406896" y="13715"/>
                  </a:lnTo>
                  <a:lnTo>
                    <a:pt x="6414516" y="13715"/>
                  </a:lnTo>
                  <a:lnTo>
                    <a:pt x="6414516" y="609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7539" y="2916428"/>
            <a:ext cx="6022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strupr(s)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7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convert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7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in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upper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spc="-2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435607"/>
            <a:ext cx="7950834" cy="3836035"/>
          </a:xfrm>
          <a:custGeom>
            <a:avLst/>
            <a:gdLst/>
            <a:ahLst/>
            <a:cxnLst/>
            <a:rect l="l" t="t" r="r" b="b"/>
            <a:pathLst>
              <a:path w="7950834" h="3836035">
                <a:moveTo>
                  <a:pt x="7950708" y="647700"/>
                </a:moveTo>
                <a:lnTo>
                  <a:pt x="7947660" y="580644"/>
                </a:lnTo>
                <a:lnTo>
                  <a:pt x="7943088" y="548640"/>
                </a:lnTo>
                <a:lnTo>
                  <a:pt x="7936992" y="516636"/>
                </a:lnTo>
                <a:lnTo>
                  <a:pt x="7924800" y="467868"/>
                </a:lnTo>
                <a:lnTo>
                  <a:pt x="7924800" y="615696"/>
                </a:lnTo>
                <a:lnTo>
                  <a:pt x="7924800" y="2450592"/>
                </a:lnTo>
                <a:lnTo>
                  <a:pt x="7924800" y="3220212"/>
                </a:lnTo>
                <a:lnTo>
                  <a:pt x="7921752" y="3252216"/>
                </a:lnTo>
                <a:lnTo>
                  <a:pt x="7912608" y="3313176"/>
                </a:lnTo>
                <a:lnTo>
                  <a:pt x="7897368" y="3372612"/>
                </a:lnTo>
                <a:lnTo>
                  <a:pt x="7876032" y="3430524"/>
                </a:lnTo>
                <a:lnTo>
                  <a:pt x="7850124" y="3485388"/>
                </a:lnTo>
                <a:lnTo>
                  <a:pt x="7801356" y="3560064"/>
                </a:lnTo>
                <a:lnTo>
                  <a:pt x="7763256" y="3607308"/>
                </a:lnTo>
                <a:lnTo>
                  <a:pt x="7720584" y="3648456"/>
                </a:lnTo>
                <a:lnTo>
                  <a:pt x="7674864" y="3686556"/>
                </a:lnTo>
                <a:lnTo>
                  <a:pt x="7598664" y="3735324"/>
                </a:lnTo>
                <a:lnTo>
                  <a:pt x="7545324" y="3761232"/>
                </a:lnTo>
                <a:lnTo>
                  <a:pt x="7487412" y="3782568"/>
                </a:lnTo>
                <a:lnTo>
                  <a:pt x="7427976" y="3797808"/>
                </a:lnTo>
                <a:lnTo>
                  <a:pt x="7365492" y="3806952"/>
                </a:lnTo>
                <a:lnTo>
                  <a:pt x="7335012" y="3810000"/>
                </a:lnTo>
                <a:lnTo>
                  <a:pt x="615696" y="3810000"/>
                </a:lnTo>
                <a:lnTo>
                  <a:pt x="583692" y="3806952"/>
                </a:lnTo>
                <a:lnTo>
                  <a:pt x="522732" y="3797808"/>
                </a:lnTo>
                <a:lnTo>
                  <a:pt x="461772" y="3782568"/>
                </a:lnTo>
                <a:lnTo>
                  <a:pt x="434340" y="3771900"/>
                </a:lnTo>
                <a:lnTo>
                  <a:pt x="405384" y="3761232"/>
                </a:lnTo>
                <a:lnTo>
                  <a:pt x="350520" y="3735324"/>
                </a:lnTo>
                <a:lnTo>
                  <a:pt x="275844" y="3686556"/>
                </a:lnTo>
                <a:lnTo>
                  <a:pt x="228600" y="3648456"/>
                </a:lnTo>
                <a:lnTo>
                  <a:pt x="187452" y="3605784"/>
                </a:lnTo>
                <a:lnTo>
                  <a:pt x="149352" y="3560064"/>
                </a:lnTo>
                <a:lnTo>
                  <a:pt x="100584" y="3483864"/>
                </a:lnTo>
                <a:lnTo>
                  <a:pt x="74676" y="3430524"/>
                </a:lnTo>
                <a:lnTo>
                  <a:pt x="53340" y="3372612"/>
                </a:lnTo>
                <a:lnTo>
                  <a:pt x="38100" y="3313176"/>
                </a:lnTo>
                <a:lnTo>
                  <a:pt x="28956" y="3250692"/>
                </a:lnTo>
                <a:lnTo>
                  <a:pt x="25908" y="3220212"/>
                </a:lnTo>
                <a:lnTo>
                  <a:pt x="25908" y="2450592"/>
                </a:lnTo>
                <a:lnTo>
                  <a:pt x="25908" y="615696"/>
                </a:lnTo>
                <a:lnTo>
                  <a:pt x="28956" y="583692"/>
                </a:lnTo>
                <a:lnTo>
                  <a:pt x="38100" y="522732"/>
                </a:lnTo>
                <a:lnTo>
                  <a:pt x="53340" y="461772"/>
                </a:lnTo>
                <a:lnTo>
                  <a:pt x="64008" y="434340"/>
                </a:lnTo>
                <a:lnTo>
                  <a:pt x="74676" y="405384"/>
                </a:lnTo>
                <a:lnTo>
                  <a:pt x="100584" y="350520"/>
                </a:lnTo>
                <a:lnTo>
                  <a:pt x="149352" y="275844"/>
                </a:lnTo>
                <a:lnTo>
                  <a:pt x="187452" y="228600"/>
                </a:lnTo>
                <a:lnTo>
                  <a:pt x="230124" y="187452"/>
                </a:lnTo>
                <a:lnTo>
                  <a:pt x="275844" y="149352"/>
                </a:lnTo>
                <a:lnTo>
                  <a:pt x="352044" y="100584"/>
                </a:lnTo>
                <a:lnTo>
                  <a:pt x="405384" y="74676"/>
                </a:lnTo>
                <a:lnTo>
                  <a:pt x="463296" y="53340"/>
                </a:lnTo>
                <a:lnTo>
                  <a:pt x="522732" y="38100"/>
                </a:lnTo>
                <a:lnTo>
                  <a:pt x="615696" y="25908"/>
                </a:lnTo>
                <a:lnTo>
                  <a:pt x="7335012" y="25908"/>
                </a:lnTo>
                <a:lnTo>
                  <a:pt x="7427976" y="38100"/>
                </a:lnTo>
                <a:lnTo>
                  <a:pt x="7487412" y="53340"/>
                </a:lnTo>
                <a:lnTo>
                  <a:pt x="7545324" y="74676"/>
                </a:lnTo>
                <a:lnTo>
                  <a:pt x="7600188" y="100584"/>
                </a:lnTo>
                <a:lnTo>
                  <a:pt x="7674864" y="149352"/>
                </a:lnTo>
                <a:lnTo>
                  <a:pt x="7722108" y="187452"/>
                </a:lnTo>
                <a:lnTo>
                  <a:pt x="7763256" y="230124"/>
                </a:lnTo>
                <a:lnTo>
                  <a:pt x="7801356" y="275844"/>
                </a:lnTo>
                <a:lnTo>
                  <a:pt x="7850124" y="352044"/>
                </a:lnTo>
                <a:lnTo>
                  <a:pt x="7876032" y="405384"/>
                </a:lnTo>
                <a:lnTo>
                  <a:pt x="7897368" y="463296"/>
                </a:lnTo>
                <a:lnTo>
                  <a:pt x="7912608" y="522732"/>
                </a:lnTo>
                <a:lnTo>
                  <a:pt x="7921752" y="585216"/>
                </a:lnTo>
                <a:lnTo>
                  <a:pt x="7924800" y="615696"/>
                </a:lnTo>
                <a:lnTo>
                  <a:pt x="7924800" y="467868"/>
                </a:lnTo>
                <a:lnTo>
                  <a:pt x="7911084" y="425196"/>
                </a:lnTo>
                <a:lnTo>
                  <a:pt x="7886700" y="367284"/>
                </a:lnTo>
                <a:lnTo>
                  <a:pt x="7856220" y="312420"/>
                </a:lnTo>
                <a:lnTo>
                  <a:pt x="7802880" y="236220"/>
                </a:lnTo>
                <a:lnTo>
                  <a:pt x="7760208" y="188976"/>
                </a:lnTo>
                <a:lnTo>
                  <a:pt x="7714488" y="147828"/>
                </a:lnTo>
                <a:lnTo>
                  <a:pt x="7638288" y="94488"/>
                </a:lnTo>
                <a:lnTo>
                  <a:pt x="7583424" y="64008"/>
                </a:lnTo>
                <a:lnTo>
                  <a:pt x="7525512" y="39624"/>
                </a:lnTo>
                <a:lnTo>
                  <a:pt x="7484872" y="25908"/>
                </a:lnTo>
                <a:lnTo>
                  <a:pt x="7464552" y="19812"/>
                </a:lnTo>
                <a:lnTo>
                  <a:pt x="7400544" y="7620"/>
                </a:lnTo>
                <a:lnTo>
                  <a:pt x="7368540" y="3048"/>
                </a:lnTo>
                <a:lnTo>
                  <a:pt x="7303008" y="0"/>
                </a:lnTo>
                <a:lnTo>
                  <a:pt x="647687" y="0"/>
                </a:lnTo>
                <a:lnTo>
                  <a:pt x="580644" y="3048"/>
                </a:lnTo>
                <a:lnTo>
                  <a:pt x="516636" y="13716"/>
                </a:lnTo>
                <a:lnTo>
                  <a:pt x="455676" y="28956"/>
                </a:lnTo>
                <a:lnTo>
                  <a:pt x="367284" y="64008"/>
                </a:lnTo>
                <a:lnTo>
                  <a:pt x="312420" y="94488"/>
                </a:lnTo>
                <a:lnTo>
                  <a:pt x="236220" y="147828"/>
                </a:lnTo>
                <a:lnTo>
                  <a:pt x="167640" y="213360"/>
                </a:lnTo>
                <a:lnTo>
                  <a:pt x="128016" y="260604"/>
                </a:lnTo>
                <a:lnTo>
                  <a:pt x="94488" y="312420"/>
                </a:lnTo>
                <a:lnTo>
                  <a:pt x="64008" y="367284"/>
                </a:lnTo>
                <a:lnTo>
                  <a:pt x="39624" y="425196"/>
                </a:lnTo>
                <a:lnTo>
                  <a:pt x="19812" y="486156"/>
                </a:lnTo>
                <a:lnTo>
                  <a:pt x="7620" y="550164"/>
                </a:lnTo>
                <a:lnTo>
                  <a:pt x="1447" y="615696"/>
                </a:lnTo>
                <a:lnTo>
                  <a:pt x="0" y="647700"/>
                </a:lnTo>
                <a:lnTo>
                  <a:pt x="0" y="2450592"/>
                </a:lnTo>
                <a:lnTo>
                  <a:pt x="0" y="3188208"/>
                </a:lnTo>
                <a:lnTo>
                  <a:pt x="3048" y="3255264"/>
                </a:lnTo>
                <a:lnTo>
                  <a:pt x="13716" y="3319272"/>
                </a:lnTo>
                <a:lnTo>
                  <a:pt x="28956" y="3380232"/>
                </a:lnTo>
                <a:lnTo>
                  <a:pt x="64008" y="3468624"/>
                </a:lnTo>
                <a:lnTo>
                  <a:pt x="94488" y="3523488"/>
                </a:lnTo>
                <a:lnTo>
                  <a:pt x="147828" y="3599688"/>
                </a:lnTo>
                <a:lnTo>
                  <a:pt x="190500" y="3646932"/>
                </a:lnTo>
                <a:lnTo>
                  <a:pt x="236220" y="3688080"/>
                </a:lnTo>
                <a:lnTo>
                  <a:pt x="312420" y="3741420"/>
                </a:lnTo>
                <a:lnTo>
                  <a:pt x="367284" y="3771900"/>
                </a:lnTo>
                <a:lnTo>
                  <a:pt x="425196" y="3796284"/>
                </a:lnTo>
                <a:lnTo>
                  <a:pt x="486156" y="3814572"/>
                </a:lnTo>
                <a:lnTo>
                  <a:pt x="550164" y="3828288"/>
                </a:lnTo>
                <a:lnTo>
                  <a:pt x="647687" y="3835908"/>
                </a:lnTo>
                <a:lnTo>
                  <a:pt x="7303008" y="3835908"/>
                </a:lnTo>
                <a:lnTo>
                  <a:pt x="7370064" y="3832860"/>
                </a:lnTo>
                <a:lnTo>
                  <a:pt x="7402068" y="3828288"/>
                </a:lnTo>
                <a:lnTo>
                  <a:pt x="7434072" y="3822192"/>
                </a:lnTo>
                <a:lnTo>
                  <a:pt x="7482840" y="3810000"/>
                </a:lnTo>
                <a:lnTo>
                  <a:pt x="7495032" y="3806952"/>
                </a:lnTo>
                <a:lnTo>
                  <a:pt x="7583424" y="3771900"/>
                </a:lnTo>
                <a:lnTo>
                  <a:pt x="7638288" y="3741420"/>
                </a:lnTo>
                <a:lnTo>
                  <a:pt x="7714488" y="3688080"/>
                </a:lnTo>
                <a:lnTo>
                  <a:pt x="7761732" y="3645408"/>
                </a:lnTo>
                <a:lnTo>
                  <a:pt x="7802880" y="3599688"/>
                </a:lnTo>
                <a:lnTo>
                  <a:pt x="7856220" y="3523488"/>
                </a:lnTo>
                <a:lnTo>
                  <a:pt x="7886700" y="3468624"/>
                </a:lnTo>
                <a:lnTo>
                  <a:pt x="7911084" y="3410712"/>
                </a:lnTo>
                <a:lnTo>
                  <a:pt x="7929372" y="3349752"/>
                </a:lnTo>
                <a:lnTo>
                  <a:pt x="7943088" y="3285744"/>
                </a:lnTo>
                <a:lnTo>
                  <a:pt x="7949184" y="3220212"/>
                </a:lnTo>
                <a:lnTo>
                  <a:pt x="7950708" y="3188208"/>
                </a:lnTo>
                <a:lnTo>
                  <a:pt x="7950708" y="2450592"/>
                </a:lnTo>
                <a:lnTo>
                  <a:pt x="7950708" y="647700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1600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857247"/>
            <a:ext cx="5065395" cy="48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257238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main(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)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str[20]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"BeginnersBook"; strupr(str);</a:t>
            </a:r>
            <a:endParaRPr sz="2400">
              <a:latin typeface="Trebuchet MS"/>
              <a:cs typeface="Trebuchet MS"/>
            </a:endParaRPr>
          </a:p>
          <a:p>
            <a:pPr marL="960119" marR="2103120">
              <a:lnSpc>
                <a:spcPct val="100000"/>
              </a:lnSpc>
            </a:pPr>
            <a:r>
              <a:rPr sz="2400" spc="-55" dirty="0">
                <a:latin typeface="Trebuchet MS"/>
                <a:cs typeface="Trebuchet MS"/>
              </a:rPr>
              <a:t>printf("%s",str); </a:t>
            </a: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" dirty="0">
                <a:latin typeface="Trebuchet MS"/>
                <a:cs typeface="Trebuchet MS"/>
              </a:rPr>
              <a:t>BEGINNERSBOOK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884932"/>
            <a:ext cx="6414770" cy="475615"/>
            <a:chOff x="1822704" y="2884932"/>
            <a:chExt cx="6414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2884932"/>
              <a:ext cx="6414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2884932"/>
              <a:ext cx="6414770" cy="475615"/>
            </a:xfrm>
            <a:custGeom>
              <a:avLst/>
              <a:gdLst/>
              <a:ahLst/>
              <a:cxnLst/>
              <a:rect l="l" t="t" r="r" b="b"/>
              <a:pathLst>
                <a:path w="6414770" h="475614">
                  <a:moveTo>
                    <a:pt x="6411468" y="0"/>
                  </a:moveTo>
                  <a:lnTo>
                    <a:pt x="3047" y="0"/>
                  </a:lnTo>
                  <a:lnTo>
                    <a:pt x="0" y="3047"/>
                  </a:lnTo>
                  <a:lnTo>
                    <a:pt x="0" y="472439"/>
                  </a:lnTo>
                  <a:lnTo>
                    <a:pt x="3047" y="475488"/>
                  </a:lnTo>
                  <a:lnTo>
                    <a:pt x="6411468" y="475488"/>
                  </a:lnTo>
                  <a:lnTo>
                    <a:pt x="6414516" y="472439"/>
                  </a:lnTo>
                  <a:lnTo>
                    <a:pt x="6414516" y="467867"/>
                  </a:lnTo>
                  <a:lnTo>
                    <a:pt x="13715" y="467867"/>
                  </a:lnTo>
                  <a:lnTo>
                    <a:pt x="6095" y="461771"/>
                  </a:lnTo>
                  <a:lnTo>
                    <a:pt x="13715" y="46177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5"/>
                  </a:lnTo>
                  <a:lnTo>
                    <a:pt x="6414516" y="6095"/>
                  </a:lnTo>
                  <a:lnTo>
                    <a:pt x="6414516" y="3047"/>
                  </a:lnTo>
                  <a:lnTo>
                    <a:pt x="6411468" y="0"/>
                  </a:lnTo>
                  <a:close/>
                </a:path>
                <a:path w="6414770" h="475614">
                  <a:moveTo>
                    <a:pt x="13715" y="461771"/>
                  </a:moveTo>
                  <a:lnTo>
                    <a:pt x="6095" y="461771"/>
                  </a:lnTo>
                  <a:lnTo>
                    <a:pt x="13715" y="467867"/>
                  </a:lnTo>
                  <a:lnTo>
                    <a:pt x="13715" y="461771"/>
                  </a:lnTo>
                  <a:close/>
                </a:path>
                <a:path w="6414770" h="475614">
                  <a:moveTo>
                    <a:pt x="6400800" y="461771"/>
                  </a:moveTo>
                  <a:lnTo>
                    <a:pt x="13715" y="461771"/>
                  </a:lnTo>
                  <a:lnTo>
                    <a:pt x="13715" y="467867"/>
                  </a:lnTo>
                  <a:lnTo>
                    <a:pt x="6400800" y="467867"/>
                  </a:lnTo>
                  <a:lnTo>
                    <a:pt x="6400800" y="461771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6400800" y="467867"/>
                  </a:lnTo>
                  <a:lnTo>
                    <a:pt x="6406896" y="461771"/>
                  </a:lnTo>
                  <a:lnTo>
                    <a:pt x="6414516" y="461771"/>
                  </a:lnTo>
                  <a:lnTo>
                    <a:pt x="6414516" y="13715"/>
                  </a:lnTo>
                  <a:lnTo>
                    <a:pt x="6406896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461771"/>
                  </a:moveTo>
                  <a:lnTo>
                    <a:pt x="6406896" y="461771"/>
                  </a:lnTo>
                  <a:lnTo>
                    <a:pt x="6400800" y="467867"/>
                  </a:lnTo>
                  <a:lnTo>
                    <a:pt x="6414516" y="467867"/>
                  </a:lnTo>
                  <a:lnTo>
                    <a:pt x="6414516" y="461771"/>
                  </a:lnTo>
                  <a:close/>
                </a:path>
                <a:path w="6414770" h="475614">
                  <a:moveTo>
                    <a:pt x="13715" y="6095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5"/>
                  </a:lnTo>
                  <a:close/>
                </a:path>
                <a:path w="6414770" h="475614">
                  <a:moveTo>
                    <a:pt x="6400800" y="6095"/>
                  </a:moveTo>
                  <a:lnTo>
                    <a:pt x="13715" y="6095"/>
                  </a:lnTo>
                  <a:lnTo>
                    <a:pt x="13715" y="13715"/>
                  </a:lnTo>
                  <a:lnTo>
                    <a:pt x="6400800" y="13715"/>
                  </a:lnTo>
                  <a:lnTo>
                    <a:pt x="6400800" y="6095"/>
                  </a:lnTo>
                  <a:close/>
                </a:path>
                <a:path w="6414770" h="475614">
                  <a:moveTo>
                    <a:pt x="6414516" y="6095"/>
                  </a:moveTo>
                  <a:lnTo>
                    <a:pt x="6400800" y="6095"/>
                  </a:lnTo>
                  <a:lnTo>
                    <a:pt x="6406896" y="13715"/>
                  </a:lnTo>
                  <a:lnTo>
                    <a:pt x="6414516" y="13715"/>
                  </a:lnTo>
                  <a:lnTo>
                    <a:pt x="6414516" y="609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7539" y="2916428"/>
            <a:ext cx="6191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2080" algn="l"/>
              </a:tabLst>
            </a:pPr>
            <a:r>
              <a:rPr sz="2400" spc="-10" dirty="0"/>
              <a:t>strrev(s)</a:t>
            </a:r>
            <a:r>
              <a:rPr sz="2400" dirty="0"/>
              <a:t>	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reverse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content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50" dirty="0">
                <a:latin typeface="Arial"/>
                <a:cs typeface="Arial"/>
              </a:rPr>
              <a:t> 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435607"/>
            <a:ext cx="7950834" cy="3836035"/>
          </a:xfrm>
          <a:custGeom>
            <a:avLst/>
            <a:gdLst/>
            <a:ahLst/>
            <a:cxnLst/>
            <a:rect l="l" t="t" r="r" b="b"/>
            <a:pathLst>
              <a:path w="7950834" h="3836035">
                <a:moveTo>
                  <a:pt x="7950708" y="647700"/>
                </a:moveTo>
                <a:lnTo>
                  <a:pt x="7947660" y="580644"/>
                </a:lnTo>
                <a:lnTo>
                  <a:pt x="7943088" y="548640"/>
                </a:lnTo>
                <a:lnTo>
                  <a:pt x="7936992" y="516636"/>
                </a:lnTo>
                <a:lnTo>
                  <a:pt x="7924800" y="467868"/>
                </a:lnTo>
                <a:lnTo>
                  <a:pt x="7924800" y="615696"/>
                </a:lnTo>
                <a:lnTo>
                  <a:pt x="7924800" y="2450592"/>
                </a:lnTo>
                <a:lnTo>
                  <a:pt x="7924800" y="3220212"/>
                </a:lnTo>
                <a:lnTo>
                  <a:pt x="7921752" y="3252216"/>
                </a:lnTo>
                <a:lnTo>
                  <a:pt x="7912608" y="3313176"/>
                </a:lnTo>
                <a:lnTo>
                  <a:pt x="7897368" y="3372612"/>
                </a:lnTo>
                <a:lnTo>
                  <a:pt x="7876032" y="3430524"/>
                </a:lnTo>
                <a:lnTo>
                  <a:pt x="7850124" y="3485388"/>
                </a:lnTo>
                <a:lnTo>
                  <a:pt x="7801356" y="3560064"/>
                </a:lnTo>
                <a:lnTo>
                  <a:pt x="7763256" y="3607308"/>
                </a:lnTo>
                <a:lnTo>
                  <a:pt x="7720584" y="3648456"/>
                </a:lnTo>
                <a:lnTo>
                  <a:pt x="7674864" y="3686556"/>
                </a:lnTo>
                <a:lnTo>
                  <a:pt x="7598664" y="3735324"/>
                </a:lnTo>
                <a:lnTo>
                  <a:pt x="7545324" y="3761232"/>
                </a:lnTo>
                <a:lnTo>
                  <a:pt x="7487412" y="3782568"/>
                </a:lnTo>
                <a:lnTo>
                  <a:pt x="7427976" y="3797808"/>
                </a:lnTo>
                <a:lnTo>
                  <a:pt x="7365492" y="3806952"/>
                </a:lnTo>
                <a:lnTo>
                  <a:pt x="7335012" y="3810000"/>
                </a:lnTo>
                <a:lnTo>
                  <a:pt x="615696" y="3810000"/>
                </a:lnTo>
                <a:lnTo>
                  <a:pt x="583692" y="3806952"/>
                </a:lnTo>
                <a:lnTo>
                  <a:pt x="522732" y="3797808"/>
                </a:lnTo>
                <a:lnTo>
                  <a:pt x="461772" y="3782568"/>
                </a:lnTo>
                <a:lnTo>
                  <a:pt x="434340" y="3771900"/>
                </a:lnTo>
                <a:lnTo>
                  <a:pt x="405384" y="3761232"/>
                </a:lnTo>
                <a:lnTo>
                  <a:pt x="350520" y="3735324"/>
                </a:lnTo>
                <a:lnTo>
                  <a:pt x="275844" y="3686556"/>
                </a:lnTo>
                <a:lnTo>
                  <a:pt x="228600" y="3648456"/>
                </a:lnTo>
                <a:lnTo>
                  <a:pt x="187452" y="3605784"/>
                </a:lnTo>
                <a:lnTo>
                  <a:pt x="149352" y="3560064"/>
                </a:lnTo>
                <a:lnTo>
                  <a:pt x="100584" y="3483864"/>
                </a:lnTo>
                <a:lnTo>
                  <a:pt x="74676" y="3430524"/>
                </a:lnTo>
                <a:lnTo>
                  <a:pt x="53340" y="3372612"/>
                </a:lnTo>
                <a:lnTo>
                  <a:pt x="38100" y="3313176"/>
                </a:lnTo>
                <a:lnTo>
                  <a:pt x="28956" y="3250692"/>
                </a:lnTo>
                <a:lnTo>
                  <a:pt x="25908" y="3220212"/>
                </a:lnTo>
                <a:lnTo>
                  <a:pt x="25908" y="2450592"/>
                </a:lnTo>
                <a:lnTo>
                  <a:pt x="25908" y="615696"/>
                </a:lnTo>
                <a:lnTo>
                  <a:pt x="28956" y="583692"/>
                </a:lnTo>
                <a:lnTo>
                  <a:pt x="38100" y="522732"/>
                </a:lnTo>
                <a:lnTo>
                  <a:pt x="53340" y="461772"/>
                </a:lnTo>
                <a:lnTo>
                  <a:pt x="64008" y="434340"/>
                </a:lnTo>
                <a:lnTo>
                  <a:pt x="74676" y="405384"/>
                </a:lnTo>
                <a:lnTo>
                  <a:pt x="100584" y="350520"/>
                </a:lnTo>
                <a:lnTo>
                  <a:pt x="149352" y="275844"/>
                </a:lnTo>
                <a:lnTo>
                  <a:pt x="187452" y="228600"/>
                </a:lnTo>
                <a:lnTo>
                  <a:pt x="230124" y="187452"/>
                </a:lnTo>
                <a:lnTo>
                  <a:pt x="275844" y="149352"/>
                </a:lnTo>
                <a:lnTo>
                  <a:pt x="352044" y="100584"/>
                </a:lnTo>
                <a:lnTo>
                  <a:pt x="405384" y="74676"/>
                </a:lnTo>
                <a:lnTo>
                  <a:pt x="463296" y="53340"/>
                </a:lnTo>
                <a:lnTo>
                  <a:pt x="522732" y="38100"/>
                </a:lnTo>
                <a:lnTo>
                  <a:pt x="615696" y="25908"/>
                </a:lnTo>
                <a:lnTo>
                  <a:pt x="7335012" y="25908"/>
                </a:lnTo>
                <a:lnTo>
                  <a:pt x="7427976" y="38100"/>
                </a:lnTo>
                <a:lnTo>
                  <a:pt x="7487412" y="53340"/>
                </a:lnTo>
                <a:lnTo>
                  <a:pt x="7545324" y="74676"/>
                </a:lnTo>
                <a:lnTo>
                  <a:pt x="7600188" y="100584"/>
                </a:lnTo>
                <a:lnTo>
                  <a:pt x="7674864" y="149352"/>
                </a:lnTo>
                <a:lnTo>
                  <a:pt x="7722108" y="187452"/>
                </a:lnTo>
                <a:lnTo>
                  <a:pt x="7763256" y="230124"/>
                </a:lnTo>
                <a:lnTo>
                  <a:pt x="7801356" y="275844"/>
                </a:lnTo>
                <a:lnTo>
                  <a:pt x="7850124" y="352044"/>
                </a:lnTo>
                <a:lnTo>
                  <a:pt x="7876032" y="405384"/>
                </a:lnTo>
                <a:lnTo>
                  <a:pt x="7897368" y="463296"/>
                </a:lnTo>
                <a:lnTo>
                  <a:pt x="7912608" y="522732"/>
                </a:lnTo>
                <a:lnTo>
                  <a:pt x="7921752" y="585216"/>
                </a:lnTo>
                <a:lnTo>
                  <a:pt x="7924800" y="615696"/>
                </a:lnTo>
                <a:lnTo>
                  <a:pt x="7924800" y="467868"/>
                </a:lnTo>
                <a:lnTo>
                  <a:pt x="7911084" y="425196"/>
                </a:lnTo>
                <a:lnTo>
                  <a:pt x="7886700" y="367284"/>
                </a:lnTo>
                <a:lnTo>
                  <a:pt x="7856220" y="312420"/>
                </a:lnTo>
                <a:lnTo>
                  <a:pt x="7802880" y="236220"/>
                </a:lnTo>
                <a:lnTo>
                  <a:pt x="7760208" y="188976"/>
                </a:lnTo>
                <a:lnTo>
                  <a:pt x="7714488" y="147828"/>
                </a:lnTo>
                <a:lnTo>
                  <a:pt x="7638288" y="94488"/>
                </a:lnTo>
                <a:lnTo>
                  <a:pt x="7583424" y="64008"/>
                </a:lnTo>
                <a:lnTo>
                  <a:pt x="7525512" y="39624"/>
                </a:lnTo>
                <a:lnTo>
                  <a:pt x="7484872" y="25908"/>
                </a:lnTo>
                <a:lnTo>
                  <a:pt x="7464552" y="19812"/>
                </a:lnTo>
                <a:lnTo>
                  <a:pt x="7400544" y="7620"/>
                </a:lnTo>
                <a:lnTo>
                  <a:pt x="7368540" y="3048"/>
                </a:lnTo>
                <a:lnTo>
                  <a:pt x="7303008" y="0"/>
                </a:lnTo>
                <a:lnTo>
                  <a:pt x="647687" y="0"/>
                </a:lnTo>
                <a:lnTo>
                  <a:pt x="580644" y="3048"/>
                </a:lnTo>
                <a:lnTo>
                  <a:pt x="516636" y="13716"/>
                </a:lnTo>
                <a:lnTo>
                  <a:pt x="455676" y="28956"/>
                </a:lnTo>
                <a:lnTo>
                  <a:pt x="367284" y="64008"/>
                </a:lnTo>
                <a:lnTo>
                  <a:pt x="312420" y="94488"/>
                </a:lnTo>
                <a:lnTo>
                  <a:pt x="236220" y="147828"/>
                </a:lnTo>
                <a:lnTo>
                  <a:pt x="167640" y="213360"/>
                </a:lnTo>
                <a:lnTo>
                  <a:pt x="128016" y="260604"/>
                </a:lnTo>
                <a:lnTo>
                  <a:pt x="94488" y="312420"/>
                </a:lnTo>
                <a:lnTo>
                  <a:pt x="64008" y="367284"/>
                </a:lnTo>
                <a:lnTo>
                  <a:pt x="39624" y="425196"/>
                </a:lnTo>
                <a:lnTo>
                  <a:pt x="19812" y="486156"/>
                </a:lnTo>
                <a:lnTo>
                  <a:pt x="7620" y="550164"/>
                </a:lnTo>
                <a:lnTo>
                  <a:pt x="1447" y="615696"/>
                </a:lnTo>
                <a:lnTo>
                  <a:pt x="0" y="647700"/>
                </a:lnTo>
                <a:lnTo>
                  <a:pt x="0" y="2450592"/>
                </a:lnTo>
                <a:lnTo>
                  <a:pt x="0" y="3188208"/>
                </a:lnTo>
                <a:lnTo>
                  <a:pt x="3048" y="3255264"/>
                </a:lnTo>
                <a:lnTo>
                  <a:pt x="13716" y="3319272"/>
                </a:lnTo>
                <a:lnTo>
                  <a:pt x="28956" y="3380232"/>
                </a:lnTo>
                <a:lnTo>
                  <a:pt x="64008" y="3468624"/>
                </a:lnTo>
                <a:lnTo>
                  <a:pt x="94488" y="3523488"/>
                </a:lnTo>
                <a:lnTo>
                  <a:pt x="147828" y="3599688"/>
                </a:lnTo>
                <a:lnTo>
                  <a:pt x="190500" y="3646932"/>
                </a:lnTo>
                <a:lnTo>
                  <a:pt x="236220" y="3688080"/>
                </a:lnTo>
                <a:lnTo>
                  <a:pt x="312420" y="3741420"/>
                </a:lnTo>
                <a:lnTo>
                  <a:pt x="367284" y="3771900"/>
                </a:lnTo>
                <a:lnTo>
                  <a:pt x="425196" y="3796284"/>
                </a:lnTo>
                <a:lnTo>
                  <a:pt x="486156" y="3814572"/>
                </a:lnTo>
                <a:lnTo>
                  <a:pt x="550164" y="3828288"/>
                </a:lnTo>
                <a:lnTo>
                  <a:pt x="647687" y="3835908"/>
                </a:lnTo>
                <a:lnTo>
                  <a:pt x="7303008" y="3835908"/>
                </a:lnTo>
                <a:lnTo>
                  <a:pt x="7370064" y="3832860"/>
                </a:lnTo>
                <a:lnTo>
                  <a:pt x="7402068" y="3828288"/>
                </a:lnTo>
                <a:lnTo>
                  <a:pt x="7434072" y="3822192"/>
                </a:lnTo>
                <a:lnTo>
                  <a:pt x="7482840" y="3810000"/>
                </a:lnTo>
                <a:lnTo>
                  <a:pt x="7495032" y="3806952"/>
                </a:lnTo>
                <a:lnTo>
                  <a:pt x="7583424" y="3771900"/>
                </a:lnTo>
                <a:lnTo>
                  <a:pt x="7638288" y="3741420"/>
                </a:lnTo>
                <a:lnTo>
                  <a:pt x="7714488" y="3688080"/>
                </a:lnTo>
                <a:lnTo>
                  <a:pt x="7761732" y="3645408"/>
                </a:lnTo>
                <a:lnTo>
                  <a:pt x="7802880" y="3599688"/>
                </a:lnTo>
                <a:lnTo>
                  <a:pt x="7856220" y="3523488"/>
                </a:lnTo>
                <a:lnTo>
                  <a:pt x="7886700" y="3468624"/>
                </a:lnTo>
                <a:lnTo>
                  <a:pt x="7911084" y="3410712"/>
                </a:lnTo>
                <a:lnTo>
                  <a:pt x="7929372" y="3349752"/>
                </a:lnTo>
                <a:lnTo>
                  <a:pt x="7943088" y="3285744"/>
                </a:lnTo>
                <a:lnTo>
                  <a:pt x="7949184" y="3220212"/>
                </a:lnTo>
                <a:lnTo>
                  <a:pt x="7950708" y="3188208"/>
                </a:lnTo>
                <a:lnTo>
                  <a:pt x="7950708" y="2450592"/>
                </a:lnTo>
                <a:lnTo>
                  <a:pt x="7950708" y="647700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1600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857247"/>
            <a:ext cx="4282440" cy="48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790064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main(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)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str[20]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40" dirty="0">
                <a:latin typeface="Trebuchet MS"/>
                <a:cs typeface="Trebuchet MS"/>
              </a:rPr>
              <a:t>"DRAWER"; </a:t>
            </a:r>
            <a:r>
              <a:rPr sz="2400" spc="-10" dirty="0">
                <a:latin typeface="Trebuchet MS"/>
                <a:cs typeface="Trebuchet MS"/>
              </a:rPr>
              <a:t>strrev(str); printf("%s",str);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" dirty="0">
                <a:latin typeface="Trebuchet MS"/>
                <a:cs typeface="Trebuchet MS"/>
              </a:rPr>
              <a:t>REWARD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884932"/>
            <a:ext cx="6643370" cy="475615"/>
            <a:chOff x="1822704" y="2884932"/>
            <a:chExt cx="66433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2704" y="2884932"/>
              <a:ext cx="66431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2704" y="2884932"/>
              <a:ext cx="6643370" cy="475615"/>
            </a:xfrm>
            <a:custGeom>
              <a:avLst/>
              <a:gdLst/>
              <a:ahLst/>
              <a:cxnLst/>
              <a:rect l="l" t="t" r="r" b="b"/>
              <a:pathLst>
                <a:path w="6643370" h="475614">
                  <a:moveTo>
                    <a:pt x="6640068" y="0"/>
                  </a:moveTo>
                  <a:lnTo>
                    <a:pt x="3047" y="0"/>
                  </a:lnTo>
                  <a:lnTo>
                    <a:pt x="0" y="3047"/>
                  </a:lnTo>
                  <a:lnTo>
                    <a:pt x="0" y="472439"/>
                  </a:lnTo>
                  <a:lnTo>
                    <a:pt x="3047" y="475488"/>
                  </a:lnTo>
                  <a:lnTo>
                    <a:pt x="6640068" y="475488"/>
                  </a:lnTo>
                  <a:lnTo>
                    <a:pt x="6643116" y="472439"/>
                  </a:lnTo>
                  <a:lnTo>
                    <a:pt x="6643116" y="467867"/>
                  </a:lnTo>
                  <a:lnTo>
                    <a:pt x="13715" y="467867"/>
                  </a:lnTo>
                  <a:lnTo>
                    <a:pt x="6095" y="461771"/>
                  </a:lnTo>
                  <a:lnTo>
                    <a:pt x="13715" y="461771"/>
                  </a:lnTo>
                  <a:lnTo>
                    <a:pt x="13715" y="13715"/>
                  </a:lnTo>
                  <a:lnTo>
                    <a:pt x="6095" y="13715"/>
                  </a:lnTo>
                  <a:lnTo>
                    <a:pt x="13715" y="6095"/>
                  </a:lnTo>
                  <a:lnTo>
                    <a:pt x="6643116" y="6095"/>
                  </a:lnTo>
                  <a:lnTo>
                    <a:pt x="6643116" y="3047"/>
                  </a:lnTo>
                  <a:lnTo>
                    <a:pt x="6640068" y="0"/>
                  </a:lnTo>
                  <a:close/>
                </a:path>
                <a:path w="6643370" h="475614">
                  <a:moveTo>
                    <a:pt x="13715" y="461771"/>
                  </a:moveTo>
                  <a:lnTo>
                    <a:pt x="6095" y="461771"/>
                  </a:lnTo>
                  <a:lnTo>
                    <a:pt x="13715" y="467867"/>
                  </a:lnTo>
                  <a:lnTo>
                    <a:pt x="13715" y="461771"/>
                  </a:lnTo>
                  <a:close/>
                </a:path>
                <a:path w="6643370" h="475614">
                  <a:moveTo>
                    <a:pt x="6629400" y="461771"/>
                  </a:moveTo>
                  <a:lnTo>
                    <a:pt x="13715" y="461771"/>
                  </a:lnTo>
                  <a:lnTo>
                    <a:pt x="13715" y="467867"/>
                  </a:lnTo>
                  <a:lnTo>
                    <a:pt x="6629400" y="467867"/>
                  </a:lnTo>
                  <a:lnTo>
                    <a:pt x="6629400" y="461771"/>
                  </a:lnTo>
                  <a:close/>
                </a:path>
                <a:path w="6643370" h="475614">
                  <a:moveTo>
                    <a:pt x="6629400" y="6095"/>
                  </a:moveTo>
                  <a:lnTo>
                    <a:pt x="6629400" y="467867"/>
                  </a:lnTo>
                  <a:lnTo>
                    <a:pt x="6635496" y="461771"/>
                  </a:lnTo>
                  <a:lnTo>
                    <a:pt x="6643116" y="461771"/>
                  </a:lnTo>
                  <a:lnTo>
                    <a:pt x="6643116" y="13715"/>
                  </a:lnTo>
                  <a:lnTo>
                    <a:pt x="6635496" y="13715"/>
                  </a:lnTo>
                  <a:lnTo>
                    <a:pt x="6629400" y="6095"/>
                  </a:lnTo>
                  <a:close/>
                </a:path>
                <a:path w="6643370" h="475614">
                  <a:moveTo>
                    <a:pt x="6643116" y="461771"/>
                  </a:moveTo>
                  <a:lnTo>
                    <a:pt x="6635496" y="461771"/>
                  </a:lnTo>
                  <a:lnTo>
                    <a:pt x="6629400" y="467867"/>
                  </a:lnTo>
                  <a:lnTo>
                    <a:pt x="6643116" y="467867"/>
                  </a:lnTo>
                  <a:lnTo>
                    <a:pt x="6643116" y="461771"/>
                  </a:lnTo>
                  <a:close/>
                </a:path>
                <a:path w="6643370" h="475614">
                  <a:moveTo>
                    <a:pt x="13715" y="6095"/>
                  </a:moveTo>
                  <a:lnTo>
                    <a:pt x="6095" y="13715"/>
                  </a:lnTo>
                  <a:lnTo>
                    <a:pt x="13715" y="13715"/>
                  </a:lnTo>
                  <a:lnTo>
                    <a:pt x="13715" y="6095"/>
                  </a:lnTo>
                  <a:close/>
                </a:path>
                <a:path w="6643370" h="475614">
                  <a:moveTo>
                    <a:pt x="6629400" y="6095"/>
                  </a:moveTo>
                  <a:lnTo>
                    <a:pt x="13715" y="6095"/>
                  </a:lnTo>
                  <a:lnTo>
                    <a:pt x="13715" y="13715"/>
                  </a:lnTo>
                  <a:lnTo>
                    <a:pt x="6629400" y="13715"/>
                  </a:lnTo>
                  <a:lnTo>
                    <a:pt x="6629400" y="6095"/>
                  </a:lnTo>
                  <a:close/>
                </a:path>
                <a:path w="6643370" h="475614">
                  <a:moveTo>
                    <a:pt x="6643116" y="6095"/>
                  </a:moveTo>
                  <a:lnTo>
                    <a:pt x="6629400" y="6095"/>
                  </a:lnTo>
                  <a:lnTo>
                    <a:pt x="6635496" y="13715"/>
                  </a:lnTo>
                  <a:lnTo>
                    <a:pt x="6643116" y="13715"/>
                  </a:lnTo>
                  <a:lnTo>
                    <a:pt x="6643116" y="609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07539" y="2916428"/>
            <a:ext cx="632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strcpy(s,</a:t>
            </a:r>
            <a:r>
              <a:rPr sz="2400" spc="-30" dirty="0"/>
              <a:t> </a:t>
            </a:r>
            <a:r>
              <a:rPr sz="2400" dirty="0"/>
              <a:t>t)</a:t>
            </a:r>
            <a:r>
              <a:rPr sz="2400" spc="-65" dirty="0"/>
              <a:t> 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copy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into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another</a:t>
            </a:r>
            <a:r>
              <a:rPr sz="2400" b="0" spc="-2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734435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24142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"Bad";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"Good"; </a:t>
            </a:r>
            <a:r>
              <a:rPr sz="2400" spc="-120" dirty="0">
                <a:latin typeface="Trebuchet MS"/>
                <a:cs typeface="Trebuchet MS"/>
              </a:rPr>
              <a:t>strcpy(s1,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s2); </a:t>
            </a:r>
            <a:r>
              <a:rPr sz="2400" spc="-10" dirty="0">
                <a:latin typeface="Trebuchet MS"/>
                <a:cs typeface="Trebuchet MS"/>
              </a:rPr>
              <a:t>printf("%s",s1);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20" dirty="0">
                <a:latin typeface="Trebuchet MS"/>
                <a:cs typeface="Trebuchet MS"/>
              </a:rPr>
              <a:t>Good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734435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24142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"Bad";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"Good"; </a:t>
            </a:r>
            <a:r>
              <a:rPr sz="2400" spc="-95" dirty="0">
                <a:latin typeface="Trebuchet MS"/>
                <a:cs typeface="Trebuchet MS"/>
              </a:rPr>
              <a:t>strcpy(s2,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s1); </a:t>
            </a:r>
            <a:r>
              <a:rPr sz="2400" spc="-10" dirty="0">
                <a:latin typeface="Trebuchet MS"/>
                <a:cs typeface="Trebuchet MS"/>
              </a:rPr>
              <a:t>printf("%s",s2); </a:t>
            </a: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25" dirty="0">
                <a:latin typeface="Trebuchet MS"/>
                <a:cs typeface="Trebuchet MS"/>
              </a:rPr>
              <a:t>Bad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9303" y="3041904"/>
            <a:ext cx="6795770" cy="844550"/>
            <a:chOff x="1289303" y="3041904"/>
            <a:chExt cx="6795770" cy="844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303" y="3041904"/>
              <a:ext cx="6795516" cy="8442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9303" y="3041904"/>
              <a:ext cx="6795770" cy="844550"/>
            </a:xfrm>
            <a:custGeom>
              <a:avLst/>
              <a:gdLst/>
              <a:ahLst/>
              <a:cxnLst/>
              <a:rect l="l" t="t" r="r" b="b"/>
              <a:pathLst>
                <a:path w="6795770" h="844550">
                  <a:moveTo>
                    <a:pt x="6792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44296"/>
                  </a:lnTo>
                  <a:lnTo>
                    <a:pt x="13715" y="844296"/>
                  </a:lnTo>
                  <a:lnTo>
                    <a:pt x="13715" y="13716"/>
                  </a:lnTo>
                  <a:lnTo>
                    <a:pt x="6096" y="13716"/>
                  </a:lnTo>
                  <a:lnTo>
                    <a:pt x="13715" y="6096"/>
                  </a:lnTo>
                  <a:lnTo>
                    <a:pt x="6795516" y="6096"/>
                  </a:lnTo>
                  <a:lnTo>
                    <a:pt x="6795516" y="3048"/>
                  </a:lnTo>
                  <a:lnTo>
                    <a:pt x="6792468" y="0"/>
                  </a:lnTo>
                  <a:close/>
                </a:path>
                <a:path w="6795770" h="844550">
                  <a:moveTo>
                    <a:pt x="6781800" y="6096"/>
                  </a:moveTo>
                  <a:lnTo>
                    <a:pt x="6781800" y="844296"/>
                  </a:lnTo>
                  <a:lnTo>
                    <a:pt x="6795516" y="844296"/>
                  </a:lnTo>
                  <a:lnTo>
                    <a:pt x="6795516" y="13716"/>
                  </a:lnTo>
                  <a:lnTo>
                    <a:pt x="6787896" y="13716"/>
                  </a:lnTo>
                  <a:lnTo>
                    <a:pt x="6781800" y="6096"/>
                  </a:lnTo>
                  <a:close/>
                </a:path>
                <a:path w="6795770" h="844550">
                  <a:moveTo>
                    <a:pt x="13715" y="6096"/>
                  </a:moveTo>
                  <a:lnTo>
                    <a:pt x="6096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6795770" h="844550">
                  <a:moveTo>
                    <a:pt x="6781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6781800" y="13716"/>
                  </a:lnTo>
                  <a:lnTo>
                    <a:pt x="6781800" y="6096"/>
                  </a:lnTo>
                  <a:close/>
                </a:path>
                <a:path w="6795770" h="844550">
                  <a:moveTo>
                    <a:pt x="6795516" y="6096"/>
                  </a:moveTo>
                  <a:lnTo>
                    <a:pt x="6781800" y="6096"/>
                  </a:lnTo>
                  <a:lnTo>
                    <a:pt x="6787896" y="13716"/>
                  </a:lnTo>
                  <a:lnTo>
                    <a:pt x="6795516" y="13716"/>
                  </a:lnTo>
                  <a:lnTo>
                    <a:pt x="6795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4139" y="3073400"/>
            <a:ext cx="2308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strncpy(s,</a:t>
            </a:r>
            <a:r>
              <a:rPr sz="2400" spc="-50" dirty="0"/>
              <a:t> </a:t>
            </a:r>
            <a:r>
              <a:rPr sz="2400" dirty="0"/>
              <a:t>t,</a:t>
            </a:r>
            <a:r>
              <a:rPr sz="2400" spc="-50" dirty="0"/>
              <a:t> </a:t>
            </a:r>
            <a:r>
              <a:rPr sz="2400" dirty="0"/>
              <a:t>n)</a:t>
            </a:r>
            <a:r>
              <a:rPr sz="2400" spc="-65" dirty="0"/>
              <a:t> </a:t>
            </a:r>
            <a:r>
              <a:rPr sz="2400" b="0" spc="-50" dirty="0">
                <a:latin typeface="Arial"/>
                <a:cs typeface="Arial"/>
              </a:rPr>
              <a:t>-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89303" y="3886200"/>
            <a:ext cx="6795770" cy="739140"/>
            <a:chOff x="1289303" y="3886200"/>
            <a:chExt cx="6795770" cy="7391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303" y="3886200"/>
              <a:ext cx="6795516" cy="7391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89303" y="3886200"/>
              <a:ext cx="6795770" cy="739140"/>
            </a:xfrm>
            <a:custGeom>
              <a:avLst/>
              <a:gdLst/>
              <a:ahLst/>
              <a:cxnLst/>
              <a:rect l="l" t="t" r="r" b="b"/>
              <a:pathLst>
                <a:path w="6795770" h="739139">
                  <a:moveTo>
                    <a:pt x="13715" y="0"/>
                  </a:moveTo>
                  <a:lnTo>
                    <a:pt x="0" y="0"/>
                  </a:lnTo>
                  <a:lnTo>
                    <a:pt x="0" y="736092"/>
                  </a:lnTo>
                  <a:lnTo>
                    <a:pt x="3048" y="739139"/>
                  </a:lnTo>
                  <a:lnTo>
                    <a:pt x="6792468" y="739139"/>
                  </a:lnTo>
                  <a:lnTo>
                    <a:pt x="6795516" y="736092"/>
                  </a:lnTo>
                  <a:lnTo>
                    <a:pt x="6795516" y="733044"/>
                  </a:lnTo>
                  <a:lnTo>
                    <a:pt x="13715" y="733044"/>
                  </a:lnTo>
                  <a:lnTo>
                    <a:pt x="6096" y="726948"/>
                  </a:lnTo>
                  <a:lnTo>
                    <a:pt x="13715" y="726948"/>
                  </a:lnTo>
                  <a:lnTo>
                    <a:pt x="13715" y="0"/>
                  </a:lnTo>
                  <a:close/>
                </a:path>
                <a:path w="6795770" h="739139">
                  <a:moveTo>
                    <a:pt x="13715" y="726948"/>
                  </a:moveTo>
                  <a:lnTo>
                    <a:pt x="6096" y="726948"/>
                  </a:lnTo>
                  <a:lnTo>
                    <a:pt x="13715" y="733044"/>
                  </a:lnTo>
                  <a:lnTo>
                    <a:pt x="13715" y="726948"/>
                  </a:lnTo>
                  <a:close/>
                </a:path>
                <a:path w="6795770" h="739139">
                  <a:moveTo>
                    <a:pt x="6781800" y="726948"/>
                  </a:moveTo>
                  <a:lnTo>
                    <a:pt x="13715" y="726948"/>
                  </a:lnTo>
                  <a:lnTo>
                    <a:pt x="13715" y="733044"/>
                  </a:lnTo>
                  <a:lnTo>
                    <a:pt x="6781800" y="733044"/>
                  </a:lnTo>
                  <a:lnTo>
                    <a:pt x="6781800" y="726948"/>
                  </a:lnTo>
                  <a:close/>
                </a:path>
                <a:path w="6795770" h="739139">
                  <a:moveTo>
                    <a:pt x="6795516" y="0"/>
                  </a:moveTo>
                  <a:lnTo>
                    <a:pt x="6781800" y="0"/>
                  </a:lnTo>
                  <a:lnTo>
                    <a:pt x="6781800" y="733044"/>
                  </a:lnTo>
                  <a:lnTo>
                    <a:pt x="6787896" y="726948"/>
                  </a:lnTo>
                  <a:lnTo>
                    <a:pt x="6795516" y="726948"/>
                  </a:lnTo>
                  <a:lnTo>
                    <a:pt x="6795516" y="0"/>
                  </a:lnTo>
                  <a:close/>
                </a:path>
                <a:path w="6795770" h="739139">
                  <a:moveTo>
                    <a:pt x="6795516" y="726948"/>
                  </a:moveTo>
                  <a:lnTo>
                    <a:pt x="6787896" y="726948"/>
                  </a:lnTo>
                  <a:lnTo>
                    <a:pt x="6781800" y="733044"/>
                  </a:lnTo>
                  <a:lnTo>
                    <a:pt x="6795516" y="733044"/>
                  </a:lnTo>
                  <a:lnTo>
                    <a:pt x="6795516" y="726948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71035" y="3073400"/>
            <a:ext cx="37858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copy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characters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  <a:p>
            <a:pPr marL="21590" marR="5080" indent="-952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string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s. </a:t>
            </a:r>
            <a:r>
              <a:rPr sz="2400" dirty="0">
                <a:latin typeface="Arial"/>
                <a:cs typeface="Arial"/>
              </a:rPr>
              <a:t>Fills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null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character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t </a:t>
            </a:r>
            <a:r>
              <a:rPr sz="2400" dirty="0">
                <a:latin typeface="Arial"/>
                <a:cs typeface="Arial"/>
              </a:rPr>
              <a:t>doesn’t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characters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945890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45351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"Coastal";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"Cry"; </a:t>
            </a:r>
            <a:r>
              <a:rPr sz="2400" spc="-110" dirty="0">
                <a:latin typeface="Trebuchet MS"/>
                <a:cs typeface="Trebuchet MS"/>
              </a:rPr>
              <a:t>strncpy(s1,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s2,3); printf("%s",s1);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" dirty="0">
                <a:latin typeface="Trebuchet MS"/>
                <a:cs typeface="Trebuchet MS"/>
              </a:rPr>
              <a:t>Crystal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945890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45351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 dirty="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"Coastal";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"Cry"; </a:t>
            </a:r>
            <a:r>
              <a:rPr sz="2400" spc="-110" dirty="0">
                <a:latin typeface="Trebuchet MS"/>
                <a:cs typeface="Trebuchet MS"/>
              </a:rPr>
              <a:t>strncpy(s1,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s2,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4</a:t>
            </a:r>
            <a:r>
              <a:rPr sz="2400" spc="-10" dirty="0">
                <a:latin typeface="Trebuchet MS"/>
                <a:cs typeface="Trebuchet MS"/>
              </a:rPr>
              <a:t>); printf("%s",s1);</a:t>
            </a:r>
            <a:endParaRPr sz="2400" dirty="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 dirty="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 dirty="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25" dirty="0">
                <a:latin typeface="Trebuchet MS"/>
                <a:cs typeface="Trebuchet MS"/>
              </a:rPr>
              <a:t>Cry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9303" y="3041904"/>
            <a:ext cx="6795770" cy="843280"/>
            <a:chOff x="1289303" y="3041904"/>
            <a:chExt cx="6795770" cy="843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303" y="3041904"/>
              <a:ext cx="6795516" cy="8427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9303" y="3041904"/>
              <a:ext cx="6795770" cy="843280"/>
            </a:xfrm>
            <a:custGeom>
              <a:avLst/>
              <a:gdLst/>
              <a:ahLst/>
              <a:cxnLst/>
              <a:rect l="l" t="t" r="r" b="b"/>
              <a:pathLst>
                <a:path w="6795770" h="843279">
                  <a:moveTo>
                    <a:pt x="6792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41248"/>
                  </a:lnTo>
                  <a:lnTo>
                    <a:pt x="3048" y="842772"/>
                  </a:lnTo>
                  <a:lnTo>
                    <a:pt x="6792468" y="842772"/>
                  </a:lnTo>
                  <a:lnTo>
                    <a:pt x="6795516" y="841248"/>
                  </a:lnTo>
                  <a:lnTo>
                    <a:pt x="6795516" y="836676"/>
                  </a:lnTo>
                  <a:lnTo>
                    <a:pt x="13715" y="836676"/>
                  </a:lnTo>
                  <a:lnTo>
                    <a:pt x="6096" y="830580"/>
                  </a:lnTo>
                  <a:lnTo>
                    <a:pt x="13715" y="830580"/>
                  </a:lnTo>
                  <a:lnTo>
                    <a:pt x="13715" y="13716"/>
                  </a:lnTo>
                  <a:lnTo>
                    <a:pt x="6096" y="13716"/>
                  </a:lnTo>
                  <a:lnTo>
                    <a:pt x="13715" y="6096"/>
                  </a:lnTo>
                  <a:lnTo>
                    <a:pt x="6795516" y="6096"/>
                  </a:lnTo>
                  <a:lnTo>
                    <a:pt x="6795516" y="3048"/>
                  </a:lnTo>
                  <a:lnTo>
                    <a:pt x="6792468" y="0"/>
                  </a:lnTo>
                  <a:close/>
                </a:path>
                <a:path w="6795770" h="843279">
                  <a:moveTo>
                    <a:pt x="13715" y="830580"/>
                  </a:moveTo>
                  <a:lnTo>
                    <a:pt x="6096" y="830580"/>
                  </a:lnTo>
                  <a:lnTo>
                    <a:pt x="13715" y="836676"/>
                  </a:lnTo>
                  <a:lnTo>
                    <a:pt x="13715" y="830580"/>
                  </a:lnTo>
                  <a:close/>
                </a:path>
                <a:path w="6795770" h="843279">
                  <a:moveTo>
                    <a:pt x="6781800" y="830580"/>
                  </a:moveTo>
                  <a:lnTo>
                    <a:pt x="13715" y="830580"/>
                  </a:lnTo>
                  <a:lnTo>
                    <a:pt x="13715" y="836676"/>
                  </a:lnTo>
                  <a:lnTo>
                    <a:pt x="6781800" y="836676"/>
                  </a:lnTo>
                  <a:lnTo>
                    <a:pt x="6781800" y="830580"/>
                  </a:lnTo>
                  <a:close/>
                </a:path>
                <a:path w="6795770" h="843279">
                  <a:moveTo>
                    <a:pt x="6781800" y="6096"/>
                  </a:moveTo>
                  <a:lnTo>
                    <a:pt x="6781800" y="836676"/>
                  </a:lnTo>
                  <a:lnTo>
                    <a:pt x="6787896" y="830580"/>
                  </a:lnTo>
                  <a:lnTo>
                    <a:pt x="6795516" y="830580"/>
                  </a:lnTo>
                  <a:lnTo>
                    <a:pt x="6795516" y="13716"/>
                  </a:lnTo>
                  <a:lnTo>
                    <a:pt x="6787896" y="13716"/>
                  </a:lnTo>
                  <a:lnTo>
                    <a:pt x="6781800" y="6096"/>
                  </a:lnTo>
                  <a:close/>
                </a:path>
                <a:path w="6795770" h="843279">
                  <a:moveTo>
                    <a:pt x="6795516" y="830580"/>
                  </a:moveTo>
                  <a:lnTo>
                    <a:pt x="6787896" y="830580"/>
                  </a:lnTo>
                  <a:lnTo>
                    <a:pt x="6781800" y="836676"/>
                  </a:lnTo>
                  <a:lnTo>
                    <a:pt x="6795516" y="836676"/>
                  </a:lnTo>
                  <a:lnTo>
                    <a:pt x="6795516" y="830580"/>
                  </a:lnTo>
                  <a:close/>
                </a:path>
                <a:path w="6795770" h="843279">
                  <a:moveTo>
                    <a:pt x="13715" y="6096"/>
                  </a:moveTo>
                  <a:lnTo>
                    <a:pt x="6096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6795770" h="843279">
                  <a:moveTo>
                    <a:pt x="6781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6781800" y="13716"/>
                  </a:lnTo>
                  <a:lnTo>
                    <a:pt x="6781800" y="6096"/>
                  </a:lnTo>
                  <a:close/>
                </a:path>
                <a:path w="6795770" h="843279">
                  <a:moveTo>
                    <a:pt x="6795516" y="6096"/>
                  </a:moveTo>
                  <a:lnTo>
                    <a:pt x="6781800" y="6096"/>
                  </a:lnTo>
                  <a:lnTo>
                    <a:pt x="6787896" y="13716"/>
                  </a:lnTo>
                  <a:lnTo>
                    <a:pt x="6795516" y="13716"/>
                  </a:lnTo>
                  <a:lnTo>
                    <a:pt x="6795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4139" y="3073400"/>
            <a:ext cx="66001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strcat(s,</a:t>
            </a:r>
            <a:r>
              <a:rPr sz="2400" spc="-60" dirty="0"/>
              <a:t> </a:t>
            </a:r>
            <a:r>
              <a:rPr sz="2400" dirty="0"/>
              <a:t>t)</a:t>
            </a:r>
            <a:r>
              <a:rPr sz="2400" spc="-45" dirty="0"/>
              <a:t> 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append</a:t>
            </a:r>
            <a:r>
              <a:rPr sz="2400" b="0" spc="-2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into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right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side</a:t>
            </a:r>
            <a:r>
              <a:rPr sz="2400" b="0" spc="-35" dirty="0">
                <a:latin typeface="Arial"/>
                <a:cs typeface="Arial"/>
              </a:rPr>
              <a:t> of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813810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32143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"Hello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"World"; </a:t>
            </a:r>
            <a:r>
              <a:rPr sz="2400" spc="-125" dirty="0">
                <a:latin typeface="Trebuchet MS"/>
                <a:cs typeface="Trebuchet MS"/>
              </a:rPr>
              <a:t>strcat(s1,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s2); </a:t>
            </a:r>
            <a:r>
              <a:rPr sz="2400" spc="-10" dirty="0">
                <a:latin typeface="Trebuchet MS"/>
                <a:cs typeface="Trebuchet MS"/>
              </a:rPr>
              <a:t>printf("%s",s1);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85" dirty="0">
                <a:latin typeface="Trebuchet MS"/>
                <a:cs typeface="Trebuchet MS"/>
              </a:rPr>
              <a:t>Hello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World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9303" y="3041904"/>
            <a:ext cx="6795770" cy="1213485"/>
            <a:chOff x="1289303" y="3041904"/>
            <a:chExt cx="6795770" cy="1213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303" y="3041904"/>
              <a:ext cx="6795516" cy="8442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9303" y="3041904"/>
              <a:ext cx="6795770" cy="844550"/>
            </a:xfrm>
            <a:custGeom>
              <a:avLst/>
              <a:gdLst/>
              <a:ahLst/>
              <a:cxnLst/>
              <a:rect l="l" t="t" r="r" b="b"/>
              <a:pathLst>
                <a:path w="6795770" h="844550">
                  <a:moveTo>
                    <a:pt x="6792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844296"/>
                  </a:lnTo>
                  <a:lnTo>
                    <a:pt x="13715" y="844296"/>
                  </a:lnTo>
                  <a:lnTo>
                    <a:pt x="13715" y="13716"/>
                  </a:lnTo>
                  <a:lnTo>
                    <a:pt x="6096" y="13716"/>
                  </a:lnTo>
                  <a:lnTo>
                    <a:pt x="13715" y="6096"/>
                  </a:lnTo>
                  <a:lnTo>
                    <a:pt x="6795516" y="6096"/>
                  </a:lnTo>
                  <a:lnTo>
                    <a:pt x="6795516" y="3048"/>
                  </a:lnTo>
                  <a:lnTo>
                    <a:pt x="6792468" y="0"/>
                  </a:lnTo>
                  <a:close/>
                </a:path>
                <a:path w="6795770" h="844550">
                  <a:moveTo>
                    <a:pt x="6781800" y="6096"/>
                  </a:moveTo>
                  <a:lnTo>
                    <a:pt x="6781800" y="844296"/>
                  </a:lnTo>
                  <a:lnTo>
                    <a:pt x="6795516" y="844296"/>
                  </a:lnTo>
                  <a:lnTo>
                    <a:pt x="6795516" y="13716"/>
                  </a:lnTo>
                  <a:lnTo>
                    <a:pt x="6787896" y="13716"/>
                  </a:lnTo>
                  <a:lnTo>
                    <a:pt x="6781800" y="6096"/>
                  </a:lnTo>
                  <a:close/>
                </a:path>
                <a:path w="6795770" h="844550">
                  <a:moveTo>
                    <a:pt x="13715" y="6096"/>
                  </a:moveTo>
                  <a:lnTo>
                    <a:pt x="6096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6795770" h="844550">
                  <a:moveTo>
                    <a:pt x="6781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6781800" y="13716"/>
                  </a:lnTo>
                  <a:lnTo>
                    <a:pt x="6781800" y="6096"/>
                  </a:lnTo>
                  <a:close/>
                </a:path>
                <a:path w="6795770" h="844550">
                  <a:moveTo>
                    <a:pt x="6795516" y="6096"/>
                  </a:moveTo>
                  <a:lnTo>
                    <a:pt x="6781800" y="6096"/>
                  </a:lnTo>
                  <a:lnTo>
                    <a:pt x="6787896" y="13716"/>
                  </a:lnTo>
                  <a:lnTo>
                    <a:pt x="6795516" y="13716"/>
                  </a:lnTo>
                  <a:lnTo>
                    <a:pt x="6795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303" y="3886200"/>
              <a:ext cx="6795516" cy="368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9303" y="3886200"/>
              <a:ext cx="6795770" cy="368935"/>
            </a:xfrm>
            <a:custGeom>
              <a:avLst/>
              <a:gdLst/>
              <a:ahLst/>
              <a:cxnLst/>
              <a:rect l="l" t="t" r="r" b="b"/>
              <a:pathLst>
                <a:path w="6795770" h="368935">
                  <a:moveTo>
                    <a:pt x="13715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048" y="368808"/>
                  </a:lnTo>
                  <a:lnTo>
                    <a:pt x="6792468" y="368808"/>
                  </a:lnTo>
                  <a:lnTo>
                    <a:pt x="6795516" y="365760"/>
                  </a:lnTo>
                  <a:lnTo>
                    <a:pt x="6795516" y="362712"/>
                  </a:lnTo>
                  <a:lnTo>
                    <a:pt x="13715" y="362712"/>
                  </a:lnTo>
                  <a:lnTo>
                    <a:pt x="6096" y="356615"/>
                  </a:lnTo>
                  <a:lnTo>
                    <a:pt x="13715" y="356615"/>
                  </a:lnTo>
                  <a:lnTo>
                    <a:pt x="13715" y="0"/>
                  </a:lnTo>
                  <a:close/>
                </a:path>
                <a:path w="6795770" h="368935">
                  <a:moveTo>
                    <a:pt x="13715" y="356615"/>
                  </a:moveTo>
                  <a:lnTo>
                    <a:pt x="6096" y="356615"/>
                  </a:lnTo>
                  <a:lnTo>
                    <a:pt x="13715" y="362712"/>
                  </a:lnTo>
                  <a:lnTo>
                    <a:pt x="13715" y="356615"/>
                  </a:lnTo>
                  <a:close/>
                </a:path>
                <a:path w="6795770" h="368935">
                  <a:moveTo>
                    <a:pt x="6781800" y="356615"/>
                  </a:moveTo>
                  <a:lnTo>
                    <a:pt x="13715" y="356615"/>
                  </a:lnTo>
                  <a:lnTo>
                    <a:pt x="13715" y="362712"/>
                  </a:lnTo>
                  <a:lnTo>
                    <a:pt x="6781800" y="362712"/>
                  </a:lnTo>
                  <a:lnTo>
                    <a:pt x="6781800" y="356615"/>
                  </a:lnTo>
                  <a:close/>
                </a:path>
                <a:path w="6795770" h="368935">
                  <a:moveTo>
                    <a:pt x="6795516" y="0"/>
                  </a:moveTo>
                  <a:lnTo>
                    <a:pt x="6781800" y="0"/>
                  </a:lnTo>
                  <a:lnTo>
                    <a:pt x="6781800" y="362712"/>
                  </a:lnTo>
                  <a:lnTo>
                    <a:pt x="6787896" y="356615"/>
                  </a:lnTo>
                  <a:lnTo>
                    <a:pt x="6795516" y="356615"/>
                  </a:lnTo>
                  <a:lnTo>
                    <a:pt x="6795516" y="0"/>
                  </a:lnTo>
                  <a:close/>
                </a:path>
                <a:path w="6795770" h="368935">
                  <a:moveTo>
                    <a:pt x="6795516" y="356615"/>
                  </a:moveTo>
                  <a:lnTo>
                    <a:pt x="6787896" y="356615"/>
                  </a:lnTo>
                  <a:lnTo>
                    <a:pt x="6781800" y="362712"/>
                  </a:lnTo>
                  <a:lnTo>
                    <a:pt x="6795516" y="362712"/>
                  </a:lnTo>
                  <a:lnTo>
                    <a:pt x="6795516" y="356615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74139" y="3073400"/>
            <a:ext cx="64738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strncat(s,</a:t>
            </a:r>
            <a:r>
              <a:rPr sz="2400" spc="-55" dirty="0"/>
              <a:t> </a:t>
            </a:r>
            <a:r>
              <a:rPr sz="2400" dirty="0"/>
              <a:t>t,</a:t>
            </a:r>
            <a:r>
              <a:rPr sz="2400" spc="-50" dirty="0"/>
              <a:t> </a:t>
            </a:r>
            <a:r>
              <a:rPr sz="2400" dirty="0"/>
              <a:t>n)</a:t>
            </a:r>
            <a:r>
              <a:rPr sz="2400" spc="-45" dirty="0"/>
              <a:t> </a:t>
            </a:r>
            <a:r>
              <a:rPr sz="2400" b="0" dirty="0">
                <a:latin typeface="Arial"/>
                <a:cs typeface="Arial"/>
              </a:rPr>
              <a:t>-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append</a:t>
            </a:r>
            <a:r>
              <a:rPr sz="2400" b="0" spc="-2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n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characters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spc="-25" dirty="0">
                <a:latin typeface="Arial"/>
                <a:cs typeface="Arial"/>
              </a:rPr>
              <a:t>the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onto</a:t>
            </a:r>
            <a:r>
              <a:rPr sz="2400" b="0" spc="-3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right</a:t>
            </a:r>
            <a:r>
              <a:rPr sz="2400" b="0" spc="-3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side</a:t>
            </a:r>
            <a:r>
              <a:rPr sz="2400" b="0" spc="-2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3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</a:t>
            </a:r>
            <a:r>
              <a:rPr sz="2400" b="0" spc="-3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s.</a:t>
            </a:r>
            <a:r>
              <a:rPr sz="2400" b="0" spc="-165" dirty="0">
                <a:latin typeface="Arial"/>
                <a:cs typeface="Arial"/>
              </a:rPr>
              <a:t> </a:t>
            </a:r>
            <a:r>
              <a:rPr sz="2400" b="0" spc="-10" dirty="0">
                <a:latin typeface="Arial"/>
                <a:cs typeface="Arial"/>
              </a:rPr>
              <a:t>Always </a:t>
            </a:r>
            <a:r>
              <a:rPr sz="2400" b="0" dirty="0">
                <a:latin typeface="Arial"/>
                <a:cs typeface="Arial"/>
              </a:rPr>
              <a:t>add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NULL</a:t>
            </a:r>
            <a:r>
              <a:rPr sz="2400" b="0" spc="-12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character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at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the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spc="-25" dirty="0">
                <a:latin typeface="Arial"/>
                <a:cs typeface="Arial"/>
              </a:rPr>
              <a:t>end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45179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435608"/>
            <a:ext cx="9144000" cy="5880100"/>
            <a:chOff x="457200" y="1435608"/>
            <a:chExt cx="9144000" cy="5880100"/>
          </a:xfrm>
        </p:grpSpPr>
        <p:sp>
          <p:nvSpPr>
            <p:cNvPr id="7" name="object 7"/>
            <p:cNvSpPr/>
            <p:nvPr/>
          </p:nvSpPr>
          <p:spPr>
            <a:xfrm>
              <a:off x="978408" y="1435608"/>
              <a:ext cx="7950834" cy="2451100"/>
            </a:xfrm>
            <a:custGeom>
              <a:avLst/>
              <a:gdLst/>
              <a:ahLst/>
              <a:cxnLst/>
              <a:rect l="l" t="t" r="r" b="b"/>
              <a:pathLst>
                <a:path w="7950834" h="2451100">
                  <a:moveTo>
                    <a:pt x="7303008" y="0"/>
                  </a:moveTo>
                  <a:lnTo>
                    <a:pt x="647699" y="0"/>
                  </a:lnTo>
                  <a:lnTo>
                    <a:pt x="580644" y="3047"/>
                  </a:lnTo>
                  <a:lnTo>
                    <a:pt x="516635" y="13715"/>
                  </a:lnTo>
                  <a:lnTo>
                    <a:pt x="455675" y="28955"/>
                  </a:lnTo>
                  <a:lnTo>
                    <a:pt x="367283" y="64007"/>
                  </a:lnTo>
                  <a:lnTo>
                    <a:pt x="312419" y="94487"/>
                  </a:lnTo>
                  <a:lnTo>
                    <a:pt x="236219" y="147827"/>
                  </a:lnTo>
                  <a:lnTo>
                    <a:pt x="167639" y="213359"/>
                  </a:lnTo>
                  <a:lnTo>
                    <a:pt x="128015" y="260603"/>
                  </a:lnTo>
                  <a:lnTo>
                    <a:pt x="94487" y="312419"/>
                  </a:lnTo>
                  <a:lnTo>
                    <a:pt x="64007" y="367283"/>
                  </a:lnTo>
                  <a:lnTo>
                    <a:pt x="39623" y="425195"/>
                  </a:lnTo>
                  <a:lnTo>
                    <a:pt x="19811" y="486155"/>
                  </a:lnTo>
                  <a:lnTo>
                    <a:pt x="7619" y="550163"/>
                  </a:lnTo>
                  <a:lnTo>
                    <a:pt x="1454" y="615695"/>
                  </a:lnTo>
                  <a:lnTo>
                    <a:pt x="0" y="647700"/>
                  </a:lnTo>
                  <a:lnTo>
                    <a:pt x="0" y="2450591"/>
                  </a:lnTo>
                  <a:lnTo>
                    <a:pt x="25907" y="2450591"/>
                  </a:lnTo>
                  <a:lnTo>
                    <a:pt x="25907" y="615695"/>
                  </a:lnTo>
                  <a:lnTo>
                    <a:pt x="28955" y="583691"/>
                  </a:lnTo>
                  <a:lnTo>
                    <a:pt x="38100" y="522731"/>
                  </a:lnTo>
                  <a:lnTo>
                    <a:pt x="53339" y="461771"/>
                  </a:lnTo>
                  <a:lnTo>
                    <a:pt x="64007" y="434339"/>
                  </a:lnTo>
                  <a:lnTo>
                    <a:pt x="74675" y="405383"/>
                  </a:lnTo>
                  <a:lnTo>
                    <a:pt x="100583" y="350519"/>
                  </a:lnTo>
                  <a:lnTo>
                    <a:pt x="149351" y="275843"/>
                  </a:lnTo>
                  <a:lnTo>
                    <a:pt x="187451" y="228600"/>
                  </a:lnTo>
                  <a:lnTo>
                    <a:pt x="230123" y="187451"/>
                  </a:lnTo>
                  <a:lnTo>
                    <a:pt x="275844" y="149351"/>
                  </a:lnTo>
                  <a:lnTo>
                    <a:pt x="352044" y="100583"/>
                  </a:lnTo>
                  <a:lnTo>
                    <a:pt x="405383" y="74675"/>
                  </a:lnTo>
                  <a:lnTo>
                    <a:pt x="463295" y="53339"/>
                  </a:lnTo>
                  <a:lnTo>
                    <a:pt x="522731" y="38100"/>
                  </a:lnTo>
                  <a:lnTo>
                    <a:pt x="615695" y="25907"/>
                  </a:lnTo>
                  <a:lnTo>
                    <a:pt x="7484872" y="25907"/>
                  </a:lnTo>
                  <a:lnTo>
                    <a:pt x="7464552" y="19812"/>
                  </a:lnTo>
                  <a:lnTo>
                    <a:pt x="7400544" y="7619"/>
                  </a:lnTo>
                  <a:lnTo>
                    <a:pt x="7368540" y="3047"/>
                  </a:lnTo>
                  <a:lnTo>
                    <a:pt x="7303008" y="0"/>
                  </a:lnTo>
                  <a:close/>
                </a:path>
                <a:path w="7950834" h="2451100">
                  <a:moveTo>
                    <a:pt x="7484872" y="25907"/>
                  </a:moveTo>
                  <a:lnTo>
                    <a:pt x="7335012" y="25907"/>
                  </a:lnTo>
                  <a:lnTo>
                    <a:pt x="7367016" y="28955"/>
                  </a:lnTo>
                  <a:lnTo>
                    <a:pt x="7427976" y="38100"/>
                  </a:lnTo>
                  <a:lnTo>
                    <a:pt x="7487412" y="53339"/>
                  </a:lnTo>
                  <a:lnTo>
                    <a:pt x="7545324" y="74675"/>
                  </a:lnTo>
                  <a:lnTo>
                    <a:pt x="7600188" y="100583"/>
                  </a:lnTo>
                  <a:lnTo>
                    <a:pt x="7674864" y="149351"/>
                  </a:lnTo>
                  <a:lnTo>
                    <a:pt x="7722108" y="187451"/>
                  </a:lnTo>
                  <a:lnTo>
                    <a:pt x="7763256" y="230124"/>
                  </a:lnTo>
                  <a:lnTo>
                    <a:pt x="7801356" y="275843"/>
                  </a:lnTo>
                  <a:lnTo>
                    <a:pt x="7850124" y="352043"/>
                  </a:lnTo>
                  <a:lnTo>
                    <a:pt x="7876032" y="405383"/>
                  </a:lnTo>
                  <a:lnTo>
                    <a:pt x="7897368" y="463295"/>
                  </a:lnTo>
                  <a:lnTo>
                    <a:pt x="7912608" y="522731"/>
                  </a:lnTo>
                  <a:lnTo>
                    <a:pt x="7921752" y="585215"/>
                  </a:lnTo>
                  <a:lnTo>
                    <a:pt x="7924800" y="615695"/>
                  </a:lnTo>
                  <a:lnTo>
                    <a:pt x="7924800" y="2450591"/>
                  </a:lnTo>
                  <a:lnTo>
                    <a:pt x="7950708" y="2450591"/>
                  </a:lnTo>
                  <a:lnTo>
                    <a:pt x="7950708" y="647700"/>
                  </a:lnTo>
                  <a:lnTo>
                    <a:pt x="7947660" y="580643"/>
                  </a:lnTo>
                  <a:lnTo>
                    <a:pt x="7936992" y="516636"/>
                  </a:lnTo>
                  <a:lnTo>
                    <a:pt x="7921752" y="455675"/>
                  </a:lnTo>
                  <a:lnTo>
                    <a:pt x="7886700" y="367283"/>
                  </a:lnTo>
                  <a:lnTo>
                    <a:pt x="7856220" y="312419"/>
                  </a:lnTo>
                  <a:lnTo>
                    <a:pt x="7802880" y="236219"/>
                  </a:lnTo>
                  <a:lnTo>
                    <a:pt x="7760208" y="188975"/>
                  </a:lnTo>
                  <a:lnTo>
                    <a:pt x="7714488" y="147827"/>
                  </a:lnTo>
                  <a:lnTo>
                    <a:pt x="7638288" y="94487"/>
                  </a:lnTo>
                  <a:lnTo>
                    <a:pt x="7583424" y="64007"/>
                  </a:lnTo>
                  <a:lnTo>
                    <a:pt x="7525512" y="39624"/>
                  </a:lnTo>
                  <a:lnTo>
                    <a:pt x="7495032" y="28955"/>
                  </a:lnTo>
                  <a:lnTo>
                    <a:pt x="7484872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1385570"/>
            </a:xfrm>
            <a:custGeom>
              <a:avLst/>
              <a:gdLst/>
              <a:ahLst/>
              <a:cxnLst/>
              <a:rect l="l" t="t" r="r" b="b"/>
              <a:pathLst>
                <a:path w="7950834" h="1385570">
                  <a:moveTo>
                    <a:pt x="25907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3047" y="804672"/>
                  </a:lnTo>
                  <a:lnTo>
                    <a:pt x="13715" y="868680"/>
                  </a:lnTo>
                  <a:lnTo>
                    <a:pt x="28955" y="929639"/>
                  </a:lnTo>
                  <a:lnTo>
                    <a:pt x="64007" y="1018032"/>
                  </a:lnTo>
                  <a:lnTo>
                    <a:pt x="94487" y="1072895"/>
                  </a:lnTo>
                  <a:lnTo>
                    <a:pt x="147828" y="1149095"/>
                  </a:lnTo>
                  <a:lnTo>
                    <a:pt x="190500" y="1196339"/>
                  </a:lnTo>
                  <a:lnTo>
                    <a:pt x="236219" y="1237488"/>
                  </a:lnTo>
                  <a:lnTo>
                    <a:pt x="312419" y="1290827"/>
                  </a:lnTo>
                  <a:lnTo>
                    <a:pt x="367283" y="1321308"/>
                  </a:lnTo>
                  <a:lnTo>
                    <a:pt x="425195" y="1345692"/>
                  </a:lnTo>
                  <a:lnTo>
                    <a:pt x="486155" y="1363980"/>
                  </a:lnTo>
                  <a:lnTo>
                    <a:pt x="550163" y="1377695"/>
                  </a:lnTo>
                  <a:lnTo>
                    <a:pt x="647699" y="1385316"/>
                  </a:lnTo>
                  <a:lnTo>
                    <a:pt x="7303008" y="1385316"/>
                  </a:lnTo>
                  <a:lnTo>
                    <a:pt x="7370064" y="1382268"/>
                  </a:lnTo>
                  <a:lnTo>
                    <a:pt x="7402068" y="1377695"/>
                  </a:lnTo>
                  <a:lnTo>
                    <a:pt x="7434072" y="1371600"/>
                  </a:lnTo>
                  <a:lnTo>
                    <a:pt x="7482840" y="1359408"/>
                  </a:lnTo>
                  <a:lnTo>
                    <a:pt x="615695" y="1359408"/>
                  </a:lnTo>
                  <a:lnTo>
                    <a:pt x="583691" y="1356360"/>
                  </a:lnTo>
                  <a:lnTo>
                    <a:pt x="522731" y="1347216"/>
                  </a:lnTo>
                  <a:lnTo>
                    <a:pt x="461772" y="1331976"/>
                  </a:lnTo>
                  <a:lnTo>
                    <a:pt x="434339" y="1321308"/>
                  </a:lnTo>
                  <a:lnTo>
                    <a:pt x="405383" y="1310639"/>
                  </a:lnTo>
                  <a:lnTo>
                    <a:pt x="350519" y="1284732"/>
                  </a:lnTo>
                  <a:lnTo>
                    <a:pt x="275844" y="1235964"/>
                  </a:lnTo>
                  <a:lnTo>
                    <a:pt x="228600" y="1197864"/>
                  </a:lnTo>
                  <a:lnTo>
                    <a:pt x="187451" y="1155192"/>
                  </a:lnTo>
                  <a:lnTo>
                    <a:pt x="149351" y="1109472"/>
                  </a:lnTo>
                  <a:lnTo>
                    <a:pt x="100583" y="1033272"/>
                  </a:lnTo>
                  <a:lnTo>
                    <a:pt x="74675" y="979932"/>
                  </a:lnTo>
                  <a:lnTo>
                    <a:pt x="53339" y="922019"/>
                  </a:lnTo>
                  <a:lnTo>
                    <a:pt x="38100" y="862583"/>
                  </a:lnTo>
                  <a:lnTo>
                    <a:pt x="28955" y="800100"/>
                  </a:lnTo>
                  <a:lnTo>
                    <a:pt x="25907" y="769619"/>
                  </a:lnTo>
                  <a:lnTo>
                    <a:pt x="25907" y="0"/>
                  </a:lnTo>
                  <a:close/>
                </a:path>
                <a:path w="7950834" h="1385570">
                  <a:moveTo>
                    <a:pt x="7950708" y="0"/>
                  </a:moveTo>
                  <a:lnTo>
                    <a:pt x="7924800" y="0"/>
                  </a:lnTo>
                  <a:lnTo>
                    <a:pt x="7924800" y="769619"/>
                  </a:lnTo>
                  <a:lnTo>
                    <a:pt x="7921752" y="801624"/>
                  </a:lnTo>
                  <a:lnTo>
                    <a:pt x="7912608" y="862583"/>
                  </a:lnTo>
                  <a:lnTo>
                    <a:pt x="7897368" y="922019"/>
                  </a:lnTo>
                  <a:lnTo>
                    <a:pt x="7876032" y="979932"/>
                  </a:lnTo>
                  <a:lnTo>
                    <a:pt x="7850124" y="1034795"/>
                  </a:lnTo>
                  <a:lnTo>
                    <a:pt x="7801356" y="1109472"/>
                  </a:lnTo>
                  <a:lnTo>
                    <a:pt x="7763256" y="1156716"/>
                  </a:lnTo>
                  <a:lnTo>
                    <a:pt x="7720584" y="1197864"/>
                  </a:lnTo>
                  <a:lnTo>
                    <a:pt x="7674864" y="1235964"/>
                  </a:lnTo>
                  <a:lnTo>
                    <a:pt x="7598664" y="1284732"/>
                  </a:lnTo>
                  <a:lnTo>
                    <a:pt x="7545324" y="1310639"/>
                  </a:lnTo>
                  <a:lnTo>
                    <a:pt x="7487412" y="1331976"/>
                  </a:lnTo>
                  <a:lnTo>
                    <a:pt x="7427976" y="1347216"/>
                  </a:lnTo>
                  <a:lnTo>
                    <a:pt x="7365492" y="1356360"/>
                  </a:lnTo>
                  <a:lnTo>
                    <a:pt x="7335012" y="1359408"/>
                  </a:lnTo>
                  <a:lnTo>
                    <a:pt x="7482840" y="1359408"/>
                  </a:lnTo>
                  <a:lnTo>
                    <a:pt x="7525512" y="1345692"/>
                  </a:lnTo>
                  <a:lnTo>
                    <a:pt x="7583424" y="1321308"/>
                  </a:lnTo>
                  <a:lnTo>
                    <a:pt x="7638288" y="1290827"/>
                  </a:lnTo>
                  <a:lnTo>
                    <a:pt x="7714488" y="1237488"/>
                  </a:lnTo>
                  <a:lnTo>
                    <a:pt x="7761732" y="1194816"/>
                  </a:lnTo>
                  <a:lnTo>
                    <a:pt x="7802880" y="1149095"/>
                  </a:lnTo>
                  <a:lnTo>
                    <a:pt x="7856220" y="1072895"/>
                  </a:lnTo>
                  <a:lnTo>
                    <a:pt x="7886700" y="1018032"/>
                  </a:lnTo>
                  <a:lnTo>
                    <a:pt x="7911084" y="960119"/>
                  </a:lnTo>
                  <a:lnTo>
                    <a:pt x="7929372" y="899160"/>
                  </a:lnTo>
                  <a:lnTo>
                    <a:pt x="7943088" y="835151"/>
                  </a:lnTo>
                  <a:lnTo>
                    <a:pt x="7949184" y="769619"/>
                  </a:lnTo>
                  <a:lnTo>
                    <a:pt x="7950708" y="737616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172199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1600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674367"/>
            <a:ext cx="3865879" cy="501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137287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"";</a:t>
            </a:r>
            <a:endParaRPr sz="2400">
              <a:latin typeface="Trebuchet MS"/>
              <a:cs typeface="Trebuchet MS"/>
            </a:endParaRPr>
          </a:p>
          <a:p>
            <a:pPr marL="960119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="Happy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"; </a:t>
            </a:r>
            <a:r>
              <a:rPr sz="2400" spc="-120" dirty="0">
                <a:latin typeface="Trebuchet MS"/>
                <a:cs typeface="Trebuchet MS"/>
              </a:rPr>
              <a:t>strncat(s1,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s2,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6); </a:t>
            </a:r>
            <a:r>
              <a:rPr sz="2400" spc="-10" dirty="0">
                <a:latin typeface="Trebuchet MS"/>
                <a:cs typeface="Trebuchet MS"/>
              </a:rPr>
              <a:t>printf("%s",s1);</a:t>
            </a:r>
            <a:endParaRPr sz="2400">
              <a:latin typeface="Trebuchet MS"/>
              <a:cs typeface="Trebuchet MS"/>
            </a:endParaRPr>
          </a:p>
          <a:p>
            <a:pPr marL="960119">
              <a:lnSpc>
                <a:spcPct val="100000"/>
              </a:lnSpc>
            </a:pP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sz="2400">
              <a:latin typeface="Trebuchet MS"/>
              <a:cs typeface="Trebuchet MS"/>
            </a:endParaRPr>
          </a:p>
          <a:p>
            <a:pPr marL="45720">
              <a:lnSpc>
                <a:spcPct val="100000"/>
              </a:lnSpc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" dirty="0">
                <a:latin typeface="Trebuchet MS"/>
                <a:cs typeface="Trebuchet MS"/>
              </a:rPr>
              <a:t>Happy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9303" y="3041904"/>
            <a:ext cx="6795770" cy="475615"/>
            <a:chOff x="1289303" y="3041904"/>
            <a:chExt cx="6795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303" y="3041904"/>
              <a:ext cx="6795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9303" y="3041904"/>
              <a:ext cx="6795770" cy="475615"/>
            </a:xfrm>
            <a:custGeom>
              <a:avLst/>
              <a:gdLst/>
              <a:ahLst/>
              <a:cxnLst/>
              <a:rect l="l" t="t" r="r" b="b"/>
              <a:pathLst>
                <a:path w="6795770" h="475614">
                  <a:moveTo>
                    <a:pt x="6792468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472440"/>
                  </a:lnTo>
                  <a:lnTo>
                    <a:pt x="3048" y="475488"/>
                  </a:lnTo>
                  <a:lnTo>
                    <a:pt x="6792468" y="475488"/>
                  </a:lnTo>
                  <a:lnTo>
                    <a:pt x="6795516" y="472440"/>
                  </a:lnTo>
                  <a:lnTo>
                    <a:pt x="6795516" y="469392"/>
                  </a:lnTo>
                  <a:lnTo>
                    <a:pt x="13715" y="469392"/>
                  </a:lnTo>
                  <a:lnTo>
                    <a:pt x="6096" y="461772"/>
                  </a:lnTo>
                  <a:lnTo>
                    <a:pt x="13715" y="461772"/>
                  </a:lnTo>
                  <a:lnTo>
                    <a:pt x="13715" y="13716"/>
                  </a:lnTo>
                  <a:lnTo>
                    <a:pt x="6096" y="13716"/>
                  </a:lnTo>
                  <a:lnTo>
                    <a:pt x="13715" y="6096"/>
                  </a:lnTo>
                  <a:lnTo>
                    <a:pt x="6795516" y="6096"/>
                  </a:lnTo>
                  <a:lnTo>
                    <a:pt x="6795516" y="3048"/>
                  </a:lnTo>
                  <a:lnTo>
                    <a:pt x="6792468" y="0"/>
                  </a:lnTo>
                  <a:close/>
                </a:path>
                <a:path w="6795770" h="475614">
                  <a:moveTo>
                    <a:pt x="13715" y="461772"/>
                  </a:moveTo>
                  <a:lnTo>
                    <a:pt x="6096" y="461772"/>
                  </a:lnTo>
                  <a:lnTo>
                    <a:pt x="13715" y="469392"/>
                  </a:lnTo>
                  <a:lnTo>
                    <a:pt x="13715" y="461772"/>
                  </a:lnTo>
                  <a:close/>
                </a:path>
                <a:path w="6795770" h="475614">
                  <a:moveTo>
                    <a:pt x="6781800" y="461772"/>
                  </a:moveTo>
                  <a:lnTo>
                    <a:pt x="13715" y="461772"/>
                  </a:lnTo>
                  <a:lnTo>
                    <a:pt x="13715" y="469392"/>
                  </a:lnTo>
                  <a:lnTo>
                    <a:pt x="6781800" y="469392"/>
                  </a:lnTo>
                  <a:lnTo>
                    <a:pt x="6781800" y="461772"/>
                  </a:lnTo>
                  <a:close/>
                </a:path>
                <a:path w="6795770" h="475614">
                  <a:moveTo>
                    <a:pt x="6781800" y="6096"/>
                  </a:moveTo>
                  <a:lnTo>
                    <a:pt x="6781800" y="469392"/>
                  </a:lnTo>
                  <a:lnTo>
                    <a:pt x="6787896" y="461772"/>
                  </a:lnTo>
                  <a:lnTo>
                    <a:pt x="6795516" y="461772"/>
                  </a:lnTo>
                  <a:lnTo>
                    <a:pt x="6795516" y="13716"/>
                  </a:lnTo>
                  <a:lnTo>
                    <a:pt x="6787896" y="13716"/>
                  </a:lnTo>
                  <a:lnTo>
                    <a:pt x="6781800" y="6096"/>
                  </a:lnTo>
                  <a:close/>
                </a:path>
                <a:path w="6795770" h="475614">
                  <a:moveTo>
                    <a:pt x="6795516" y="461772"/>
                  </a:moveTo>
                  <a:lnTo>
                    <a:pt x="6787896" y="461772"/>
                  </a:lnTo>
                  <a:lnTo>
                    <a:pt x="6781800" y="469392"/>
                  </a:lnTo>
                  <a:lnTo>
                    <a:pt x="6795516" y="469392"/>
                  </a:lnTo>
                  <a:lnTo>
                    <a:pt x="6795516" y="461772"/>
                  </a:lnTo>
                  <a:close/>
                </a:path>
                <a:path w="6795770" h="475614">
                  <a:moveTo>
                    <a:pt x="13715" y="6096"/>
                  </a:moveTo>
                  <a:lnTo>
                    <a:pt x="6096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6795770" h="475614">
                  <a:moveTo>
                    <a:pt x="6781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6781800" y="13716"/>
                  </a:lnTo>
                  <a:lnTo>
                    <a:pt x="6781800" y="6096"/>
                  </a:lnTo>
                  <a:close/>
                </a:path>
                <a:path w="6795770" h="475614">
                  <a:moveTo>
                    <a:pt x="6795516" y="6096"/>
                  </a:moveTo>
                  <a:lnTo>
                    <a:pt x="6781800" y="6096"/>
                  </a:lnTo>
                  <a:lnTo>
                    <a:pt x="6787896" y="13716"/>
                  </a:lnTo>
                  <a:lnTo>
                    <a:pt x="6795516" y="13716"/>
                  </a:lnTo>
                  <a:lnTo>
                    <a:pt x="6795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20060" y="3073400"/>
            <a:ext cx="3331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LITTLE</a:t>
            </a:r>
            <a:r>
              <a:rPr sz="2400" spc="-50" dirty="0"/>
              <a:t> </a:t>
            </a:r>
            <a:r>
              <a:rPr sz="2400" dirty="0"/>
              <a:t>QUIZ</a:t>
            </a:r>
            <a:r>
              <a:rPr sz="2400" spc="-10" dirty="0"/>
              <a:t> </a:t>
            </a:r>
            <a:r>
              <a:rPr sz="2400" dirty="0"/>
              <a:t>FOR</a:t>
            </a:r>
            <a:r>
              <a:rPr sz="2400" spc="-60" dirty="0"/>
              <a:t> </a:t>
            </a:r>
            <a:r>
              <a:rPr sz="2400" spc="-25" dirty="0"/>
              <a:t>YOU</a:t>
            </a:r>
            <a:endParaRPr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8627" y="786053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4608" y="1359408"/>
            <a:ext cx="7950834" cy="2527300"/>
          </a:xfrm>
          <a:custGeom>
            <a:avLst/>
            <a:gdLst/>
            <a:ahLst/>
            <a:cxnLst/>
            <a:rect l="l" t="t" r="r" b="b"/>
            <a:pathLst>
              <a:path w="7950834" h="2527300">
                <a:moveTo>
                  <a:pt x="7174992" y="0"/>
                </a:moveTo>
                <a:lnTo>
                  <a:pt x="774191" y="0"/>
                </a:lnTo>
                <a:lnTo>
                  <a:pt x="734567" y="1524"/>
                </a:lnTo>
                <a:lnTo>
                  <a:pt x="694943" y="4571"/>
                </a:lnTo>
                <a:lnTo>
                  <a:pt x="656843" y="9143"/>
                </a:lnTo>
                <a:lnTo>
                  <a:pt x="618743" y="15239"/>
                </a:lnTo>
                <a:lnTo>
                  <a:pt x="580643" y="24383"/>
                </a:lnTo>
                <a:lnTo>
                  <a:pt x="544067" y="35051"/>
                </a:lnTo>
                <a:lnTo>
                  <a:pt x="472439" y="60959"/>
                </a:lnTo>
                <a:lnTo>
                  <a:pt x="405383" y="94487"/>
                </a:lnTo>
                <a:lnTo>
                  <a:pt x="341375" y="132587"/>
                </a:lnTo>
                <a:lnTo>
                  <a:pt x="281939" y="176783"/>
                </a:lnTo>
                <a:lnTo>
                  <a:pt x="227075" y="227075"/>
                </a:lnTo>
                <a:lnTo>
                  <a:pt x="176783" y="281939"/>
                </a:lnTo>
                <a:lnTo>
                  <a:pt x="132587" y="341375"/>
                </a:lnTo>
                <a:lnTo>
                  <a:pt x="92963" y="405383"/>
                </a:lnTo>
                <a:lnTo>
                  <a:pt x="60959" y="473963"/>
                </a:lnTo>
                <a:lnTo>
                  <a:pt x="35051" y="545591"/>
                </a:lnTo>
                <a:lnTo>
                  <a:pt x="15239" y="618743"/>
                </a:lnTo>
                <a:lnTo>
                  <a:pt x="9143" y="656843"/>
                </a:lnTo>
                <a:lnTo>
                  <a:pt x="4571" y="696467"/>
                </a:lnTo>
                <a:lnTo>
                  <a:pt x="1523" y="736091"/>
                </a:lnTo>
                <a:lnTo>
                  <a:pt x="58" y="774191"/>
                </a:lnTo>
                <a:lnTo>
                  <a:pt x="0" y="2526791"/>
                </a:lnTo>
                <a:lnTo>
                  <a:pt x="25907" y="2526791"/>
                </a:lnTo>
                <a:lnTo>
                  <a:pt x="26029" y="734567"/>
                </a:lnTo>
                <a:lnTo>
                  <a:pt x="28955" y="697991"/>
                </a:lnTo>
                <a:lnTo>
                  <a:pt x="33528" y="659891"/>
                </a:lnTo>
                <a:lnTo>
                  <a:pt x="48767" y="586739"/>
                </a:lnTo>
                <a:lnTo>
                  <a:pt x="71628" y="516636"/>
                </a:lnTo>
                <a:lnTo>
                  <a:pt x="99059" y="449579"/>
                </a:lnTo>
                <a:lnTo>
                  <a:pt x="134111" y="385571"/>
                </a:lnTo>
                <a:lnTo>
                  <a:pt x="175259" y="326136"/>
                </a:lnTo>
                <a:lnTo>
                  <a:pt x="220979" y="271271"/>
                </a:lnTo>
                <a:lnTo>
                  <a:pt x="271272" y="219455"/>
                </a:lnTo>
                <a:lnTo>
                  <a:pt x="326135" y="173736"/>
                </a:lnTo>
                <a:lnTo>
                  <a:pt x="387095" y="134112"/>
                </a:lnTo>
                <a:lnTo>
                  <a:pt x="451103" y="99059"/>
                </a:lnTo>
                <a:lnTo>
                  <a:pt x="518159" y="71627"/>
                </a:lnTo>
                <a:lnTo>
                  <a:pt x="551688" y="59436"/>
                </a:lnTo>
                <a:lnTo>
                  <a:pt x="588264" y="48767"/>
                </a:lnTo>
                <a:lnTo>
                  <a:pt x="661416" y="33527"/>
                </a:lnTo>
                <a:lnTo>
                  <a:pt x="697991" y="28955"/>
                </a:lnTo>
                <a:lnTo>
                  <a:pt x="736091" y="25907"/>
                </a:lnTo>
                <a:lnTo>
                  <a:pt x="7373765" y="25907"/>
                </a:lnTo>
                <a:lnTo>
                  <a:pt x="7368540" y="24383"/>
                </a:lnTo>
                <a:lnTo>
                  <a:pt x="7331964" y="15239"/>
                </a:lnTo>
                <a:lnTo>
                  <a:pt x="7293864" y="9143"/>
                </a:lnTo>
                <a:lnTo>
                  <a:pt x="7254240" y="4571"/>
                </a:lnTo>
                <a:lnTo>
                  <a:pt x="7214616" y="1524"/>
                </a:lnTo>
                <a:lnTo>
                  <a:pt x="7174992" y="0"/>
                </a:lnTo>
                <a:close/>
              </a:path>
              <a:path w="7950834" h="2527300">
                <a:moveTo>
                  <a:pt x="7373765" y="25907"/>
                </a:moveTo>
                <a:lnTo>
                  <a:pt x="7214616" y="25907"/>
                </a:lnTo>
                <a:lnTo>
                  <a:pt x="7252716" y="28955"/>
                </a:lnTo>
                <a:lnTo>
                  <a:pt x="7290816" y="33527"/>
                </a:lnTo>
                <a:lnTo>
                  <a:pt x="7363968" y="48767"/>
                </a:lnTo>
                <a:lnTo>
                  <a:pt x="7434072" y="71627"/>
                </a:lnTo>
                <a:lnTo>
                  <a:pt x="7501128" y="99059"/>
                </a:lnTo>
                <a:lnTo>
                  <a:pt x="7565136" y="134112"/>
                </a:lnTo>
                <a:lnTo>
                  <a:pt x="7624572" y="175259"/>
                </a:lnTo>
                <a:lnTo>
                  <a:pt x="7679436" y="220979"/>
                </a:lnTo>
                <a:lnTo>
                  <a:pt x="7731252" y="271271"/>
                </a:lnTo>
                <a:lnTo>
                  <a:pt x="7776972" y="326136"/>
                </a:lnTo>
                <a:lnTo>
                  <a:pt x="7816596" y="387095"/>
                </a:lnTo>
                <a:lnTo>
                  <a:pt x="7851648" y="451103"/>
                </a:lnTo>
                <a:lnTo>
                  <a:pt x="7891272" y="553212"/>
                </a:lnTo>
                <a:lnTo>
                  <a:pt x="7917180" y="661415"/>
                </a:lnTo>
                <a:lnTo>
                  <a:pt x="7923276" y="736091"/>
                </a:lnTo>
                <a:lnTo>
                  <a:pt x="7924741" y="774191"/>
                </a:lnTo>
                <a:lnTo>
                  <a:pt x="7924800" y="2526791"/>
                </a:lnTo>
                <a:lnTo>
                  <a:pt x="7950708" y="2526791"/>
                </a:lnTo>
                <a:lnTo>
                  <a:pt x="7950708" y="774191"/>
                </a:lnTo>
                <a:lnTo>
                  <a:pt x="7949184" y="734567"/>
                </a:lnTo>
                <a:lnTo>
                  <a:pt x="7946136" y="694943"/>
                </a:lnTo>
                <a:lnTo>
                  <a:pt x="7941564" y="656843"/>
                </a:lnTo>
                <a:lnTo>
                  <a:pt x="7926324" y="580643"/>
                </a:lnTo>
                <a:lnTo>
                  <a:pt x="7903464" y="509015"/>
                </a:lnTo>
                <a:lnTo>
                  <a:pt x="7889748" y="472439"/>
                </a:lnTo>
                <a:lnTo>
                  <a:pt x="7856220" y="405383"/>
                </a:lnTo>
                <a:lnTo>
                  <a:pt x="7818120" y="341375"/>
                </a:lnTo>
                <a:lnTo>
                  <a:pt x="7773924" y="281939"/>
                </a:lnTo>
                <a:lnTo>
                  <a:pt x="7723632" y="227075"/>
                </a:lnTo>
                <a:lnTo>
                  <a:pt x="7668768" y="176783"/>
                </a:lnTo>
                <a:lnTo>
                  <a:pt x="7609332" y="132587"/>
                </a:lnTo>
                <a:lnTo>
                  <a:pt x="7545324" y="92963"/>
                </a:lnTo>
                <a:lnTo>
                  <a:pt x="7476744" y="60959"/>
                </a:lnTo>
                <a:lnTo>
                  <a:pt x="7405116" y="35051"/>
                </a:lnTo>
                <a:lnTo>
                  <a:pt x="7373765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68044" y="1247647"/>
            <a:ext cx="43154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56105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&lt;stdio.h&gt; </a:t>
            </a:r>
            <a:r>
              <a:rPr sz="2400" spc="-95" dirty="0">
                <a:latin typeface="Trebuchet MS"/>
                <a:cs typeface="Trebuchet MS"/>
              </a:rPr>
              <a:t>#include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&lt;string.h&gt; </a:t>
            </a:r>
            <a:r>
              <a:rPr sz="2400" spc="-105" dirty="0">
                <a:latin typeface="Trebuchet MS"/>
                <a:cs typeface="Trebuchet MS"/>
              </a:rPr>
              <a:t>int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main()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{</a:t>
            </a:r>
            <a:endParaRPr sz="2400">
              <a:latin typeface="Trebuchet MS"/>
              <a:cs typeface="Trebuchet MS"/>
            </a:endParaRPr>
          </a:p>
          <a:p>
            <a:pPr marL="927100" marR="5080">
              <a:lnSpc>
                <a:spcPct val="100000"/>
              </a:lnSpc>
            </a:pP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s1[30]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"Happy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"; </a:t>
            </a:r>
            <a:r>
              <a:rPr sz="2400" spc="-85" dirty="0">
                <a:latin typeface="Trebuchet MS"/>
                <a:cs typeface="Trebuchet MS"/>
              </a:rPr>
              <a:t>char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s2[30]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=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"New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Year!"; char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s3[30];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4608" y="3886200"/>
            <a:ext cx="7950834" cy="2071370"/>
          </a:xfrm>
          <a:custGeom>
            <a:avLst/>
            <a:gdLst/>
            <a:ahLst/>
            <a:cxnLst/>
            <a:rect l="l" t="t" r="r" b="b"/>
            <a:pathLst>
              <a:path w="7950834" h="2071370">
                <a:moveTo>
                  <a:pt x="25907" y="0"/>
                </a:moveTo>
                <a:lnTo>
                  <a:pt x="0" y="0"/>
                </a:lnTo>
                <a:lnTo>
                  <a:pt x="0" y="1296924"/>
                </a:lnTo>
                <a:lnTo>
                  <a:pt x="1523" y="1336548"/>
                </a:lnTo>
                <a:lnTo>
                  <a:pt x="4571" y="1376172"/>
                </a:lnTo>
                <a:lnTo>
                  <a:pt x="9143" y="1414272"/>
                </a:lnTo>
                <a:lnTo>
                  <a:pt x="15239" y="1452372"/>
                </a:lnTo>
                <a:lnTo>
                  <a:pt x="24383" y="1490472"/>
                </a:lnTo>
                <a:lnTo>
                  <a:pt x="47243" y="1562100"/>
                </a:lnTo>
                <a:lnTo>
                  <a:pt x="60959" y="1598676"/>
                </a:lnTo>
                <a:lnTo>
                  <a:pt x="94487" y="1665732"/>
                </a:lnTo>
                <a:lnTo>
                  <a:pt x="132587" y="1729739"/>
                </a:lnTo>
                <a:lnTo>
                  <a:pt x="176783" y="1789176"/>
                </a:lnTo>
                <a:lnTo>
                  <a:pt x="227075" y="1844039"/>
                </a:lnTo>
                <a:lnTo>
                  <a:pt x="281939" y="1894332"/>
                </a:lnTo>
                <a:lnTo>
                  <a:pt x="312419" y="1917192"/>
                </a:lnTo>
                <a:lnTo>
                  <a:pt x="405383" y="1978152"/>
                </a:lnTo>
                <a:lnTo>
                  <a:pt x="473963" y="2010156"/>
                </a:lnTo>
                <a:lnTo>
                  <a:pt x="545591" y="2036064"/>
                </a:lnTo>
                <a:lnTo>
                  <a:pt x="656843" y="2061972"/>
                </a:lnTo>
                <a:lnTo>
                  <a:pt x="696467" y="2066544"/>
                </a:lnTo>
                <a:lnTo>
                  <a:pt x="736091" y="2069592"/>
                </a:lnTo>
                <a:lnTo>
                  <a:pt x="775716" y="2071116"/>
                </a:lnTo>
                <a:lnTo>
                  <a:pt x="7176516" y="2071116"/>
                </a:lnTo>
                <a:lnTo>
                  <a:pt x="7216140" y="2069592"/>
                </a:lnTo>
                <a:lnTo>
                  <a:pt x="7255764" y="2066544"/>
                </a:lnTo>
                <a:lnTo>
                  <a:pt x="7293864" y="2061972"/>
                </a:lnTo>
                <a:lnTo>
                  <a:pt x="7370064" y="2046732"/>
                </a:lnTo>
                <a:lnTo>
                  <a:pt x="7375289" y="2045208"/>
                </a:lnTo>
                <a:lnTo>
                  <a:pt x="736091" y="2045208"/>
                </a:lnTo>
                <a:lnTo>
                  <a:pt x="697991" y="2042160"/>
                </a:lnTo>
                <a:lnTo>
                  <a:pt x="623316" y="2029968"/>
                </a:lnTo>
                <a:lnTo>
                  <a:pt x="551688" y="2011680"/>
                </a:lnTo>
                <a:lnTo>
                  <a:pt x="449579" y="1972056"/>
                </a:lnTo>
                <a:lnTo>
                  <a:pt x="385572" y="1937004"/>
                </a:lnTo>
                <a:lnTo>
                  <a:pt x="326135" y="1895856"/>
                </a:lnTo>
                <a:lnTo>
                  <a:pt x="271272" y="1850136"/>
                </a:lnTo>
                <a:lnTo>
                  <a:pt x="219455" y="1799844"/>
                </a:lnTo>
                <a:lnTo>
                  <a:pt x="173735" y="1743456"/>
                </a:lnTo>
                <a:lnTo>
                  <a:pt x="134111" y="1684020"/>
                </a:lnTo>
                <a:lnTo>
                  <a:pt x="99059" y="1620012"/>
                </a:lnTo>
                <a:lnTo>
                  <a:pt x="71628" y="1552956"/>
                </a:lnTo>
                <a:lnTo>
                  <a:pt x="59435" y="1519427"/>
                </a:lnTo>
                <a:lnTo>
                  <a:pt x="48767" y="1482852"/>
                </a:lnTo>
                <a:lnTo>
                  <a:pt x="33528" y="1409700"/>
                </a:lnTo>
                <a:lnTo>
                  <a:pt x="28955" y="1373124"/>
                </a:lnTo>
                <a:lnTo>
                  <a:pt x="26029" y="1336548"/>
                </a:lnTo>
                <a:lnTo>
                  <a:pt x="25907" y="0"/>
                </a:lnTo>
                <a:close/>
              </a:path>
              <a:path w="7950834" h="2071370">
                <a:moveTo>
                  <a:pt x="7950708" y="0"/>
                </a:moveTo>
                <a:lnTo>
                  <a:pt x="7924800" y="0"/>
                </a:lnTo>
                <a:lnTo>
                  <a:pt x="7924678" y="1336548"/>
                </a:lnTo>
                <a:lnTo>
                  <a:pt x="7921752" y="1373124"/>
                </a:lnTo>
                <a:lnTo>
                  <a:pt x="7915656" y="1411224"/>
                </a:lnTo>
                <a:lnTo>
                  <a:pt x="7901940" y="1484376"/>
                </a:lnTo>
                <a:lnTo>
                  <a:pt x="7879080" y="1554480"/>
                </a:lnTo>
                <a:lnTo>
                  <a:pt x="7851648" y="1621536"/>
                </a:lnTo>
                <a:lnTo>
                  <a:pt x="7816596" y="1685544"/>
                </a:lnTo>
                <a:lnTo>
                  <a:pt x="7775448" y="1744980"/>
                </a:lnTo>
                <a:lnTo>
                  <a:pt x="7729728" y="1799844"/>
                </a:lnTo>
                <a:lnTo>
                  <a:pt x="7679436" y="1851660"/>
                </a:lnTo>
                <a:lnTo>
                  <a:pt x="7623048" y="1897380"/>
                </a:lnTo>
                <a:lnTo>
                  <a:pt x="7563612" y="1937004"/>
                </a:lnTo>
                <a:lnTo>
                  <a:pt x="7499604" y="1972056"/>
                </a:lnTo>
                <a:lnTo>
                  <a:pt x="7397496" y="2011680"/>
                </a:lnTo>
                <a:lnTo>
                  <a:pt x="7289292" y="2037588"/>
                </a:lnTo>
                <a:lnTo>
                  <a:pt x="7174992" y="2045208"/>
                </a:lnTo>
                <a:lnTo>
                  <a:pt x="7375289" y="2045208"/>
                </a:lnTo>
                <a:lnTo>
                  <a:pt x="7441692" y="2023872"/>
                </a:lnTo>
                <a:lnTo>
                  <a:pt x="7478268" y="2010156"/>
                </a:lnTo>
                <a:lnTo>
                  <a:pt x="7545324" y="1976627"/>
                </a:lnTo>
                <a:lnTo>
                  <a:pt x="7609332" y="1938527"/>
                </a:lnTo>
                <a:lnTo>
                  <a:pt x="7668768" y="1894332"/>
                </a:lnTo>
                <a:lnTo>
                  <a:pt x="7723632" y="1844039"/>
                </a:lnTo>
                <a:lnTo>
                  <a:pt x="7773924" y="1789176"/>
                </a:lnTo>
                <a:lnTo>
                  <a:pt x="7796784" y="1758695"/>
                </a:lnTo>
                <a:lnTo>
                  <a:pt x="7857744" y="1665732"/>
                </a:lnTo>
                <a:lnTo>
                  <a:pt x="7889748" y="1597152"/>
                </a:lnTo>
                <a:lnTo>
                  <a:pt x="7915656" y="1525524"/>
                </a:lnTo>
                <a:lnTo>
                  <a:pt x="7933944" y="1452372"/>
                </a:lnTo>
                <a:lnTo>
                  <a:pt x="7941564" y="1414272"/>
                </a:lnTo>
                <a:lnTo>
                  <a:pt x="7946136" y="1374648"/>
                </a:lnTo>
                <a:lnTo>
                  <a:pt x="7949184" y="1335024"/>
                </a:lnTo>
                <a:lnTo>
                  <a:pt x="7950649" y="1296924"/>
                </a:lnTo>
                <a:lnTo>
                  <a:pt x="7950708" y="0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82444" y="3442208"/>
            <a:ext cx="211963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latin typeface="Trebuchet MS"/>
                <a:cs typeface="Trebuchet MS"/>
              </a:rPr>
              <a:t>strcat(s1,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s2); </a:t>
            </a:r>
            <a:r>
              <a:rPr sz="2400" spc="-85" dirty="0">
                <a:latin typeface="Trebuchet MS"/>
                <a:cs typeface="Trebuchet MS"/>
              </a:rPr>
              <a:t>strcpy(s3,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""); </a:t>
            </a:r>
            <a:r>
              <a:rPr sz="2400" spc="-90" dirty="0">
                <a:latin typeface="Trebuchet MS"/>
                <a:cs typeface="Trebuchet MS"/>
              </a:rPr>
              <a:t>strncat(s3,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s1,6); </a:t>
            </a:r>
            <a:r>
              <a:rPr sz="2400" spc="-95" dirty="0">
                <a:latin typeface="Trebuchet MS"/>
                <a:cs typeface="Trebuchet MS"/>
              </a:rPr>
              <a:t>strcat(s3,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s1); </a:t>
            </a:r>
            <a:r>
              <a:rPr sz="2400" spc="-10" dirty="0">
                <a:latin typeface="Trebuchet MS"/>
                <a:cs typeface="Trebuchet MS"/>
              </a:rPr>
              <a:t>printf("%s",s3); </a:t>
            </a:r>
            <a:r>
              <a:rPr sz="2400" spc="-75" dirty="0">
                <a:latin typeface="Trebuchet MS"/>
                <a:cs typeface="Trebuchet MS"/>
              </a:rPr>
              <a:t>return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0;</a:t>
            </a:r>
            <a:endParaRPr lang="en-US" sz="2400" spc="-25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30808" y="64648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21739" y="5636767"/>
            <a:ext cx="315912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>
              <a:lnSpc>
                <a:spcPts val="2815"/>
              </a:lnSpc>
              <a:spcBef>
                <a:spcPts val="100"/>
              </a:spcBef>
            </a:pPr>
            <a:r>
              <a:rPr sz="2400" spc="-50" dirty="0">
                <a:latin typeface="Trebuchet MS"/>
                <a:cs typeface="Trebuchet MS"/>
              </a:rPr>
              <a:t>}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815"/>
              </a:lnSpc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 dirty="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55" dirty="0">
                <a:latin typeface="Trebuchet MS"/>
                <a:cs typeface="Trebuchet MS"/>
              </a:rPr>
              <a:t>Happy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Happy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New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Year!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3140" y="3448303"/>
            <a:ext cx="4124325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s1</a:t>
            </a:r>
            <a:r>
              <a:rPr sz="24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"Happy</a:t>
            </a:r>
            <a:r>
              <a:rPr sz="24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New</a:t>
            </a:r>
            <a:r>
              <a:rPr sz="2400" spc="-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Year!"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640"/>
              </a:lnSpc>
              <a:spcBef>
                <a:spcPts val="120"/>
              </a:spcBef>
            </a:pP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s3</a:t>
            </a:r>
            <a:r>
              <a:rPr sz="2400" b="1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280" dirty="0">
                <a:solidFill>
                  <a:srgbClr val="FF0000"/>
                </a:solidFill>
                <a:latin typeface="Trebuchet MS"/>
                <a:cs typeface="Trebuchet MS"/>
              </a:rPr>
              <a:t>""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640"/>
              </a:lnSpc>
            </a:pP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s3</a:t>
            </a:r>
            <a:r>
              <a:rPr sz="2400" b="1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"Happy</a:t>
            </a:r>
            <a:r>
              <a:rPr sz="2400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260" dirty="0">
                <a:solidFill>
                  <a:srgbClr val="FF0000"/>
                </a:solidFill>
                <a:latin typeface="Trebuchet MS"/>
                <a:cs typeface="Trebuchet MS"/>
              </a:rPr>
              <a:t>"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spc="260" dirty="0">
                <a:solidFill>
                  <a:srgbClr val="FF0000"/>
                </a:solidFill>
                <a:latin typeface="Times New Roman"/>
                <a:cs typeface="Times New Roman"/>
              </a:rPr>
              <a:t>s3</a:t>
            </a:r>
            <a:r>
              <a:rPr sz="240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b="1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"Happy</a:t>
            </a:r>
            <a:r>
              <a:rPr sz="2400" spc="-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FF0000"/>
                </a:solidFill>
                <a:latin typeface="Trebuchet MS"/>
                <a:cs typeface="Trebuchet MS"/>
              </a:rPr>
              <a:t>Happy</a:t>
            </a:r>
            <a:r>
              <a:rPr sz="2400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New</a:t>
            </a:r>
            <a:r>
              <a:rPr sz="2400" spc="-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Trebuchet MS"/>
                <a:cs typeface="Trebuchet MS"/>
              </a:rPr>
              <a:t>Year!"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5904" y="3041904"/>
            <a:ext cx="8700770" cy="475615"/>
            <a:chOff x="755904" y="3041904"/>
            <a:chExt cx="8700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3041904"/>
              <a:ext cx="8700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5904" y="3041904"/>
              <a:ext cx="8700770" cy="475615"/>
            </a:xfrm>
            <a:custGeom>
              <a:avLst/>
              <a:gdLst/>
              <a:ahLst/>
              <a:cxnLst/>
              <a:rect l="l" t="t" r="r" b="b"/>
              <a:pathLst>
                <a:path w="8700770" h="475614">
                  <a:moveTo>
                    <a:pt x="86974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472440"/>
                  </a:lnTo>
                  <a:lnTo>
                    <a:pt x="3047" y="475488"/>
                  </a:lnTo>
                  <a:lnTo>
                    <a:pt x="8697468" y="475488"/>
                  </a:lnTo>
                  <a:lnTo>
                    <a:pt x="8700516" y="472440"/>
                  </a:lnTo>
                  <a:lnTo>
                    <a:pt x="8700516" y="469392"/>
                  </a:lnTo>
                  <a:lnTo>
                    <a:pt x="13715" y="469392"/>
                  </a:lnTo>
                  <a:lnTo>
                    <a:pt x="6095" y="461772"/>
                  </a:lnTo>
                  <a:lnTo>
                    <a:pt x="13715" y="461772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8700516" y="6096"/>
                  </a:lnTo>
                  <a:lnTo>
                    <a:pt x="8700516" y="3048"/>
                  </a:lnTo>
                  <a:lnTo>
                    <a:pt x="8697468" y="0"/>
                  </a:lnTo>
                  <a:close/>
                </a:path>
                <a:path w="8700770" h="475614">
                  <a:moveTo>
                    <a:pt x="13715" y="461772"/>
                  </a:moveTo>
                  <a:lnTo>
                    <a:pt x="6095" y="461772"/>
                  </a:lnTo>
                  <a:lnTo>
                    <a:pt x="13715" y="469392"/>
                  </a:lnTo>
                  <a:lnTo>
                    <a:pt x="13715" y="461772"/>
                  </a:lnTo>
                  <a:close/>
                </a:path>
                <a:path w="8700770" h="475614">
                  <a:moveTo>
                    <a:pt x="8686800" y="461772"/>
                  </a:moveTo>
                  <a:lnTo>
                    <a:pt x="13715" y="461772"/>
                  </a:lnTo>
                  <a:lnTo>
                    <a:pt x="13715" y="469392"/>
                  </a:lnTo>
                  <a:lnTo>
                    <a:pt x="8686800" y="469392"/>
                  </a:lnTo>
                  <a:lnTo>
                    <a:pt x="8686800" y="461772"/>
                  </a:lnTo>
                  <a:close/>
                </a:path>
                <a:path w="8700770" h="475614">
                  <a:moveTo>
                    <a:pt x="8686800" y="6096"/>
                  </a:moveTo>
                  <a:lnTo>
                    <a:pt x="8686800" y="469392"/>
                  </a:lnTo>
                  <a:lnTo>
                    <a:pt x="8692896" y="461772"/>
                  </a:lnTo>
                  <a:lnTo>
                    <a:pt x="8700516" y="461772"/>
                  </a:lnTo>
                  <a:lnTo>
                    <a:pt x="8700516" y="13716"/>
                  </a:lnTo>
                  <a:lnTo>
                    <a:pt x="8692896" y="13716"/>
                  </a:lnTo>
                  <a:lnTo>
                    <a:pt x="8686800" y="6096"/>
                  </a:lnTo>
                  <a:close/>
                </a:path>
                <a:path w="8700770" h="475614">
                  <a:moveTo>
                    <a:pt x="8700516" y="461772"/>
                  </a:moveTo>
                  <a:lnTo>
                    <a:pt x="8692896" y="461772"/>
                  </a:lnTo>
                  <a:lnTo>
                    <a:pt x="8686800" y="469392"/>
                  </a:lnTo>
                  <a:lnTo>
                    <a:pt x="8700516" y="469392"/>
                  </a:lnTo>
                  <a:lnTo>
                    <a:pt x="8700516" y="461772"/>
                  </a:lnTo>
                  <a:close/>
                </a:path>
                <a:path w="8700770" h="475614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8700770" h="475614">
                  <a:moveTo>
                    <a:pt x="8686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8686800" y="13716"/>
                  </a:lnTo>
                  <a:lnTo>
                    <a:pt x="8686800" y="6096"/>
                  </a:lnTo>
                  <a:close/>
                </a:path>
                <a:path w="8700770" h="475614">
                  <a:moveTo>
                    <a:pt x="8700516" y="6096"/>
                  </a:moveTo>
                  <a:lnTo>
                    <a:pt x="8686800" y="6096"/>
                  </a:lnTo>
                  <a:lnTo>
                    <a:pt x="8692896" y="13716"/>
                  </a:lnTo>
                  <a:lnTo>
                    <a:pt x="8700516" y="13716"/>
                  </a:lnTo>
                  <a:lnTo>
                    <a:pt x="8700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739" y="3073400"/>
            <a:ext cx="8362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strcmp(s,</a:t>
            </a:r>
            <a:r>
              <a:rPr sz="2400" spc="-70" dirty="0"/>
              <a:t> </a:t>
            </a:r>
            <a:r>
              <a:rPr sz="2400" dirty="0"/>
              <a:t>t)</a:t>
            </a:r>
            <a:r>
              <a:rPr sz="2400" spc="-50" dirty="0"/>
              <a:t> 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compare</a:t>
            </a:r>
            <a:r>
              <a:rPr sz="2400" b="0" spc="-4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alphabetic</a:t>
            </a:r>
            <a:r>
              <a:rPr sz="2400" b="0" spc="-2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order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7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two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strings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and</a:t>
            </a:r>
            <a:r>
              <a:rPr sz="2400" b="0" spc="-50" dirty="0">
                <a:latin typeface="Arial"/>
                <a:cs typeface="Arial"/>
              </a:rPr>
              <a:t> 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532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strcmp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609" y="1657438"/>
            <a:ext cx="7669530" cy="442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strcmp(s,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Compares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and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alphabetically</a:t>
            </a:r>
            <a:endParaRPr sz="2800">
              <a:latin typeface="Arial"/>
              <a:cs typeface="Arial"/>
            </a:endParaRPr>
          </a:p>
          <a:p>
            <a:pPr marL="354965" marR="616585" indent="-342900">
              <a:lnSpc>
                <a:spcPts val="303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Returns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negative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value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precedes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t </a:t>
            </a:r>
            <a:r>
              <a:rPr sz="2800" b="1" spc="-10" dirty="0">
                <a:latin typeface="Arial"/>
                <a:cs typeface="Arial"/>
              </a:rPr>
              <a:t>alphabetically</a:t>
            </a:r>
            <a:endParaRPr sz="2800">
              <a:latin typeface="Arial"/>
              <a:cs typeface="Arial"/>
            </a:endParaRPr>
          </a:p>
          <a:p>
            <a:pPr marL="354965" marR="716915" indent="-342900">
              <a:lnSpc>
                <a:spcPts val="302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Returns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positive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value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precedes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s </a:t>
            </a:r>
            <a:r>
              <a:rPr sz="2800" b="1" spc="-10" dirty="0">
                <a:latin typeface="Arial"/>
                <a:cs typeface="Arial"/>
              </a:rPr>
              <a:t>alphabetically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Returns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0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they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same</a:t>
            </a:r>
            <a:endParaRPr sz="2800">
              <a:latin typeface="Arial"/>
              <a:cs typeface="Arial"/>
            </a:endParaRPr>
          </a:p>
          <a:p>
            <a:pPr marL="354965" marR="5080" indent="-342900">
              <a:lnSpc>
                <a:spcPts val="302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Note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lowercase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characters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are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greater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than </a:t>
            </a:r>
            <a:r>
              <a:rPr sz="2800" b="1" spc="-10" dirty="0">
                <a:latin typeface="Arial"/>
                <a:cs typeface="Arial"/>
              </a:rPr>
              <a:t>Uppercase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0">
              <a:lnSpc>
                <a:spcPct val="100000"/>
              </a:lnSpc>
              <a:spcBef>
                <a:spcPts val="100"/>
              </a:spcBef>
            </a:pPr>
            <a:r>
              <a:rPr dirty="0"/>
              <a:t>strcmp</a:t>
            </a:r>
            <a:r>
              <a:rPr spc="-6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609" y="1657438"/>
            <a:ext cx="230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800" b="1" dirty="0">
                <a:latin typeface="Arial"/>
                <a:cs typeface="Arial"/>
              </a:rPr>
              <a:t>strcmp(s,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t)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4503" y="2813304"/>
          <a:ext cx="7468233" cy="3883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810"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s1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s2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reason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“AAAA”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“ABCD”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85" dirty="0">
                          <a:latin typeface="Times New Roman"/>
                          <a:cs typeface="Times New Roman"/>
                        </a:rPr>
                        <a:t>‘A’</a:t>
                      </a:r>
                      <a:r>
                        <a:rPr sz="2000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&lt;‘B’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“B123”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“A089”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‘B’</a:t>
                      </a:r>
                      <a:r>
                        <a:rPr sz="2000" spc="-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&gt;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‘A’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“127”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“409”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‘1’</a:t>
                      </a:r>
                      <a:r>
                        <a:rPr sz="20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‘4’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“abc888”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“abc888”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sz="2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“abc”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“abcde”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s1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sub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s2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521208"/>
            <a:ext cx="7874634" cy="550545"/>
            <a:chOff x="978408" y="5212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5334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5212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8627" y="557364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123188"/>
            <a:ext cx="9144000" cy="6192520"/>
            <a:chOff x="457200" y="1123188"/>
            <a:chExt cx="9144000" cy="6192520"/>
          </a:xfrm>
        </p:grpSpPr>
        <p:sp>
          <p:nvSpPr>
            <p:cNvPr id="7" name="object 7"/>
            <p:cNvSpPr/>
            <p:nvPr/>
          </p:nvSpPr>
          <p:spPr>
            <a:xfrm>
              <a:off x="978408" y="1123188"/>
              <a:ext cx="7950834" cy="2763520"/>
            </a:xfrm>
            <a:custGeom>
              <a:avLst/>
              <a:gdLst/>
              <a:ahLst/>
              <a:cxnLst/>
              <a:rect l="l" t="t" r="r" b="b"/>
              <a:pathLst>
                <a:path w="7950834" h="2763520">
                  <a:moveTo>
                    <a:pt x="7136892" y="0"/>
                  </a:moveTo>
                  <a:lnTo>
                    <a:pt x="813816" y="0"/>
                  </a:lnTo>
                  <a:lnTo>
                    <a:pt x="772667" y="1523"/>
                  </a:lnTo>
                  <a:lnTo>
                    <a:pt x="731519" y="4571"/>
                  </a:lnTo>
                  <a:lnTo>
                    <a:pt x="690372" y="9143"/>
                  </a:lnTo>
                  <a:lnTo>
                    <a:pt x="650747" y="16763"/>
                  </a:lnTo>
                  <a:lnTo>
                    <a:pt x="611123" y="25907"/>
                  </a:lnTo>
                  <a:lnTo>
                    <a:pt x="571500" y="36575"/>
                  </a:lnTo>
                  <a:lnTo>
                    <a:pt x="534923" y="48767"/>
                  </a:lnTo>
                  <a:lnTo>
                    <a:pt x="496823" y="64007"/>
                  </a:lnTo>
                  <a:lnTo>
                    <a:pt x="426719" y="97535"/>
                  </a:lnTo>
                  <a:lnTo>
                    <a:pt x="391667" y="117347"/>
                  </a:lnTo>
                  <a:lnTo>
                    <a:pt x="359663" y="138683"/>
                  </a:lnTo>
                  <a:lnTo>
                    <a:pt x="327659" y="161543"/>
                  </a:lnTo>
                  <a:lnTo>
                    <a:pt x="295655" y="185927"/>
                  </a:lnTo>
                  <a:lnTo>
                    <a:pt x="266700" y="211835"/>
                  </a:lnTo>
                  <a:lnTo>
                    <a:pt x="237744" y="239267"/>
                  </a:lnTo>
                  <a:lnTo>
                    <a:pt x="185928" y="297179"/>
                  </a:lnTo>
                  <a:lnTo>
                    <a:pt x="161544" y="327659"/>
                  </a:lnTo>
                  <a:lnTo>
                    <a:pt x="138683" y="359663"/>
                  </a:lnTo>
                  <a:lnTo>
                    <a:pt x="117347" y="391667"/>
                  </a:lnTo>
                  <a:lnTo>
                    <a:pt x="80772" y="461771"/>
                  </a:lnTo>
                  <a:lnTo>
                    <a:pt x="64007" y="496823"/>
                  </a:lnTo>
                  <a:lnTo>
                    <a:pt x="36575" y="573023"/>
                  </a:lnTo>
                  <a:lnTo>
                    <a:pt x="25907" y="611123"/>
                  </a:lnTo>
                  <a:lnTo>
                    <a:pt x="16763" y="650747"/>
                  </a:lnTo>
                  <a:lnTo>
                    <a:pt x="9143" y="690371"/>
                  </a:lnTo>
                  <a:lnTo>
                    <a:pt x="4571" y="731519"/>
                  </a:lnTo>
                  <a:lnTo>
                    <a:pt x="1523" y="772667"/>
                  </a:lnTo>
                  <a:lnTo>
                    <a:pt x="0" y="813815"/>
                  </a:lnTo>
                  <a:lnTo>
                    <a:pt x="0" y="2763011"/>
                  </a:lnTo>
                  <a:lnTo>
                    <a:pt x="25907" y="2763011"/>
                  </a:lnTo>
                  <a:lnTo>
                    <a:pt x="26025" y="771143"/>
                  </a:lnTo>
                  <a:lnTo>
                    <a:pt x="28955" y="733043"/>
                  </a:lnTo>
                  <a:lnTo>
                    <a:pt x="35051" y="693419"/>
                  </a:lnTo>
                  <a:lnTo>
                    <a:pt x="41147" y="655319"/>
                  </a:lnTo>
                  <a:lnTo>
                    <a:pt x="50291" y="617219"/>
                  </a:lnTo>
                  <a:lnTo>
                    <a:pt x="60959" y="579119"/>
                  </a:lnTo>
                  <a:lnTo>
                    <a:pt x="73151" y="542543"/>
                  </a:lnTo>
                  <a:lnTo>
                    <a:pt x="103631" y="472439"/>
                  </a:lnTo>
                  <a:lnTo>
                    <a:pt x="120395" y="437387"/>
                  </a:lnTo>
                  <a:lnTo>
                    <a:pt x="160019" y="373379"/>
                  </a:lnTo>
                  <a:lnTo>
                    <a:pt x="182879" y="341375"/>
                  </a:lnTo>
                  <a:lnTo>
                    <a:pt x="230123" y="283463"/>
                  </a:lnTo>
                  <a:lnTo>
                    <a:pt x="257555" y="256031"/>
                  </a:lnTo>
                  <a:lnTo>
                    <a:pt x="312419" y="205739"/>
                  </a:lnTo>
                  <a:lnTo>
                    <a:pt x="342900" y="181355"/>
                  </a:lnTo>
                  <a:lnTo>
                    <a:pt x="405383" y="138683"/>
                  </a:lnTo>
                  <a:lnTo>
                    <a:pt x="438911" y="120395"/>
                  </a:lnTo>
                  <a:lnTo>
                    <a:pt x="507491" y="86867"/>
                  </a:lnTo>
                  <a:lnTo>
                    <a:pt x="544067" y="73151"/>
                  </a:lnTo>
                  <a:lnTo>
                    <a:pt x="580644" y="60959"/>
                  </a:lnTo>
                  <a:lnTo>
                    <a:pt x="617219" y="50291"/>
                  </a:lnTo>
                  <a:lnTo>
                    <a:pt x="655319" y="41147"/>
                  </a:lnTo>
                  <a:lnTo>
                    <a:pt x="734567" y="28955"/>
                  </a:lnTo>
                  <a:lnTo>
                    <a:pt x="774191" y="25907"/>
                  </a:lnTo>
                  <a:lnTo>
                    <a:pt x="7339584" y="25907"/>
                  </a:lnTo>
                  <a:lnTo>
                    <a:pt x="7299960" y="16763"/>
                  </a:lnTo>
                  <a:lnTo>
                    <a:pt x="7260336" y="9143"/>
                  </a:lnTo>
                  <a:lnTo>
                    <a:pt x="7219188" y="4571"/>
                  </a:lnTo>
                  <a:lnTo>
                    <a:pt x="7178040" y="1523"/>
                  </a:lnTo>
                  <a:lnTo>
                    <a:pt x="7136892" y="0"/>
                  </a:lnTo>
                  <a:close/>
                </a:path>
                <a:path w="7950834" h="2763520">
                  <a:moveTo>
                    <a:pt x="7339584" y="25907"/>
                  </a:moveTo>
                  <a:lnTo>
                    <a:pt x="7176516" y="25907"/>
                  </a:lnTo>
                  <a:lnTo>
                    <a:pt x="7217664" y="28955"/>
                  </a:lnTo>
                  <a:lnTo>
                    <a:pt x="7295388" y="41147"/>
                  </a:lnTo>
                  <a:lnTo>
                    <a:pt x="7333488" y="50291"/>
                  </a:lnTo>
                  <a:lnTo>
                    <a:pt x="7371588" y="60959"/>
                  </a:lnTo>
                  <a:lnTo>
                    <a:pt x="7408164" y="73151"/>
                  </a:lnTo>
                  <a:lnTo>
                    <a:pt x="7478268" y="103631"/>
                  </a:lnTo>
                  <a:lnTo>
                    <a:pt x="7545324" y="140207"/>
                  </a:lnTo>
                  <a:lnTo>
                    <a:pt x="7638288" y="205739"/>
                  </a:lnTo>
                  <a:lnTo>
                    <a:pt x="7694676" y="256031"/>
                  </a:lnTo>
                  <a:lnTo>
                    <a:pt x="7744968" y="312419"/>
                  </a:lnTo>
                  <a:lnTo>
                    <a:pt x="7790688" y="373379"/>
                  </a:lnTo>
                  <a:lnTo>
                    <a:pt x="7830312" y="438911"/>
                  </a:lnTo>
                  <a:lnTo>
                    <a:pt x="7863840" y="507491"/>
                  </a:lnTo>
                  <a:lnTo>
                    <a:pt x="7889748" y="579119"/>
                  </a:lnTo>
                  <a:lnTo>
                    <a:pt x="7900416" y="617219"/>
                  </a:lnTo>
                  <a:lnTo>
                    <a:pt x="7909560" y="655319"/>
                  </a:lnTo>
                  <a:lnTo>
                    <a:pt x="7915656" y="693419"/>
                  </a:lnTo>
                  <a:lnTo>
                    <a:pt x="7920228" y="733043"/>
                  </a:lnTo>
                  <a:lnTo>
                    <a:pt x="7923276" y="774191"/>
                  </a:lnTo>
                  <a:lnTo>
                    <a:pt x="7924800" y="813815"/>
                  </a:lnTo>
                  <a:lnTo>
                    <a:pt x="7924800" y="2763011"/>
                  </a:lnTo>
                  <a:lnTo>
                    <a:pt x="7950708" y="2763011"/>
                  </a:lnTo>
                  <a:lnTo>
                    <a:pt x="7950708" y="813815"/>
                  </a:lnTo>
                  <a:lnTo>
                    <a:pt x="7949184" y="771143"/>
                  </a:lnTo>
                  <a:lnTo>
                    <a:pt x="7946136" y="729995"/>
                  </a:lnTo>
                  <a:lnTo>
                    <a:pt x="7941564" y="690371"/>
                  </a:lnTo>
                  <a:lnTo>
                    <a:pt x="7933944" y="649223"/>
                  </a:lnTo>
                  <a:lnTo>
                    <a:pt x="7924800" y="609599"/>
                  </a:lnTo>
                  <a:lnTo>
                    <a:pt x="7914132" y="571499"/>
                  </a:lnTo>
                  <a:lnTo>
                    <a:pt x="7900416" y="533399"/>
                  </a:lnTo>
                  <a:lnTo>
                    <a:pt x="7886700" y="496823"/>
                  </a:lnTo>
                  <a:lnTo>
                    <a:pt x="7869936" y="460247"/>
                  </a:lnTo>
                  <a:lnTo>
                    <a:pt x="7851648" y="425195"/>
                  </a:lnTo>
                  <a:lnTo>
                    <a:pt x="7831836" y="391667"/>
                  </a:lnTo>
                  <a:lnTo>
                    <a:pt x="7810500" y="358139"/>
                  </a:lnTo>
                  <a:lnTo>
                    <a:pt x="7789164" y="326135"/>
                  </a:lnTo>
                  <a:lnTo>
                    <a:pt x="7764780" y="295655"/>
                  </a:lnTo>
                  <a:lnTo>
                    <a:pt x="7738872" y="266699"/>
                  </a:lnTo>
                  <a:lnTo>
                    <a:pt x="7711440" y="237743"/>
                  </a:lnTo>
                  <a:lnTo>
                    <a:pt x="7653528" y="185927"/>
                  </a:lnTo>
                  <a:lnTo>
                    <a:pt x="7623048" y="161543"/>
                  </a:lnTo>
                  <a:lnTo>
                    <a:pt x="7591044" y="138683"/>
                  </a:lnTo>
                  <a:lnTo>
                    <a:pt x="7557516" y="117347"/>
                  </a:lnTo>
                  <a:lnTo>
                    <a:pt x="7523988" y="97535"/>
                  </a:lnTo>
                  <a:lnTo>
                    <a:pt x="7488936" y="80771"/>
                  </a:lnTo>
                  <a:lnTo>
                    <a:pt x="7452360" y="64007"/>
                  </a:lnTo>
                  <a:lnTo>
                    <a:pt x="7415784" y="48767"/>
                  </a:lnTo>
                  <a:lnTo>
                    <a:pt x="7377684" y="36575"/>
                  </a:lnTo>
                  <a:lnTo>
                    <a:pt x="7339584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8458200" y="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78408" y="3886200"/>
              <a:ext cx="7950834" cy="2071370"/>
            </a:xfrm>
            <a:custGeom>
              <a:avLst/>
              <a:gdLst/>
              <a:ahLst/>
              <a:cxnLst/>
              <a:rect l="l" t="t" r="r" b="b"/>
              <a:pathLst>
                <a:path w="7950834" h="2071370">
                  <a:moveTo>
                    <a:pt x="25907" y="0"/>
                  </a:moveTo>
                  <a:lnTo>
                    <a:pt x="0" y="0"/>
                  </a:lnTo>
                  <a:lnTo>
                    <a:pt x="0" y="1257300"/>
                  </a:lnTo>
                  <a:lnTo>
                    <a:pt x="1523" y="1298448"/>
                  </a:lnTo>
                  <a:lnTo>
                    <a:pt x="4571" y="1339595"/>
                  </a:lnTo>
                  <a:lnTo>
                    <a:pt x="9143" y="1380744"/>
                  </a:lnTo>
                  <a:lnTo>
                    <a:pt x="16763" y="1420368"/>
                  </a:lnTo>
                  <a:lnTo>
                    <a:pt x="25907" y="1459992"/>
                  </a:lnTo>
                  <a:lnTo>
                    <a:pt x="36575" y="1499616"/>
                  </a:lnTo>
                  <a:lnTo>
                    <a:pt x="50291" y="1536192"/>
                  </a:lnTo>
                  <a:lnTo>
                    <a:pt x="64007" y="1574292"/>
                  </a:lnTo>
                  <a:lnTo>
                    <a:pt x="80772" y="1609344"/>
                  </a:lnTo>
                  <a:lnTo>
                    <a:pt x="99059" y="1644395"/>
                  </a:lnTo>
                  <a:lnTo>
                    <a:pt x="118872" y="1679448"/>
                  </a:lnTo>
                  <a:lnTo>
                    <a:pt x="161544" y="1743456"/>
                  </a:lnTo>
                  <a:lnTo>
                    <a:pt x="185928" y="1775460"/>
                  </a:lnTo>
                  <a:lnTo>
                    <a:pt x="211835" y="1804416"/>
                  </a:lnTo>
                  <a:lnTo>
                    <a:pt x="239267" y="1833372"/>
                  </a:lnTo>
                  <a:lnTo>
                    <a:pt x="297179" y="1885188"/>
                  </a:lnTo>
                  <a:lnTo>
                    <a:pt x="327659" y="1909572"/>
                  </a:lnTo>
                  <a:lnTo>
                    <a:pt x="359663" y="1932432"/>
                  </a:lnTo>
                  <a:lnTo>
                    <a:pt x="393191" y="1953768"/>
                  </a:lnTo>
                  <a:lnTo>
                    <a:pt x="426719" y="1972056"/>
                  </a:lnTo>
                  <a:lnTo>
                    <a:pt x="461772" y="1990344"/>
                  </a:lnTo>
                  <a:lnTo>
                    <a:pt x="498347" y="2007108"/>
                  </a:lnTo>
                  <a:lnTo>
                    <a:pt x="534923" y="2020824"/>
                  </a:lnTo>
                  <a:lnTo>
                    <a:pt x="573023" y="2034539"/>
                  </a:lnTo>
                  <a:lnTo>
                    <a:pt x="611123" y="2045208"/>
                  </a:lnTo>
                  <a:lnTo>
                    <a:pt x="650747" y="2054352"/>
                  </a:lnTo>
                  <a:lnTo>
                    <a:pt x="690372" y="2061972"/>
                  </a:lnTo>
                  <a:lnTo>
                    <a:pt x="731519" y="2066544"/>
                  </a:lnTo>
                  <a:lnTo>
                    <a:pt x="772667" y="2069592"/>
                  </a:lnTo>
                  <a:lnTo>
                    <a:pt x="813816" y="2071116"/>
                  </a:lnTo>
                  <a:lnTo>
                    <a:pt x="7136892" y="2071116"/>
                  </a:lnTo>
                  <a:lnTo>
                    <a:pt x="7178040" y="2069592"/>
                  </a:lnTo>
                  <a:lnTo>
                    <a:pt x="7219188" y="2066544"/>
                  </a:lnTo>
                  <a:lnTo>
                    <a:pt x="7260336" y="2061972"/>
                  </a:lnTo>
                  <a:lnTo>
                    <a:pt x="7299960" y="2054352"/>
                  </a:lnTo>
                  <a:lnTo>
                    <a:pt x="7339584" y="2045208"/>
                  </a:lnTo>
                  <a:lnTo>
                    <a:pt x="813816" y="2045208"/>
                  </a:lnTo>
                  <a:lnTo>
                    <a:pt x="774191" y="2043683"/>
                  </a:lnTo>
                  <a:lnTo>
                    <a:pt x="733043" y="2040636"/>
                  </a:lnTo>
                  <a:lnTo>
                    <a:pt x="693419" y="2036064"/>
                  </a:lnTo>
                  <a:lnTo>
                    <a:pt x="655319" y="2029968"/>
                  </a:lnTo>
                  <a:lnTo>
                    <a:pt x="617219" y="2020824"/>
                  </a:lnTo>
                  <a:lnTo>
                    <a:pt x="579119" y="2010156"/>
                  </a:lnTo>
                  <a:lnTo>
                    <a:pt x="542544" y="1997964"/>
                  </a:lnTo>
                  <a:lnTo>
                    <a:pt x="472439" y="1967483"/>
                  </a:lnTo>
                  <a:lnTo>
                    <a:pt x="405383" y="1930908"/>
                  </a:lnTo>
                  <a:lnTo>
                    <a:pt x="312419" y="1865376"/>
                  </a:lnTo>
                  <a:lnTo>
                    <a:pt x="256031" y="1813560"/>
                  </a:lnTo>
                  <a:lnTo>
                    <a:pt x="205739" y="1758695"/>
                  </a:lnTo>
                  <a:lnTo>
                    <a:pt x="160019" y="1697736"/>
                  </a:lnTo>
                  <a:lnTo>
                    <a:pt x="120395" y="1632204"/>
                  </a:lnTo>
                  <a:lnTo>
                    <a:pt x="86867" y="1563624"/>
                  </a:lnTo>
                  <a:lnTo>
                    <a:pt x="73151" y="1527048"/>
                  </a:lnTo>
                  <a:lnTo>
                    <a:pt x="60959" y="1490472"/>
                  </a:lnTo>
                  <a:lnTo>
                    <a:pt x="50291" y="1453895"/>
                  </a:lnTo>
                  <a:lnTo>
                    <a:pt x="41147" y="1415795"/>
                  </a:lnTo>
                  <a:lnTo>
                    <a:pt x="28955" y="1336548"/>
                  </a:lnTo>
                  <a:lnTo>
                    <a:pt x="26025" y="1298448"/>
                  </a:lnTo>
                  <a:lnTo>
                    <a:pt x="25907" y="0"/>
                  </a:lnTo>
                  <a:close/>
                </a:path>
                <a:path w="7950834" h="2071370">
                  <a:moveTo>
                    <a:pt x="7950708" y="0"/>
                  </a:moveTo>
                  <a:lnTo>
                    <a:pt x="7924800" y="0"/>
                  </a:lnTo>
                  <a:lnTo>
                    <a:pt x="7924800" y="1257300"/>
                  </a:lnTo>
                  <a:lnTo>
                    <a:pt x="7923276" y="1296924"/>
                  </a:lnTo>
                  <a:lnTo>
                    <a:pt x="7920228" y="1338072"/>
                  </a:lnTo>
                  <a:lnTo>
                    <a:pt x="7915656" y="1377695"/>
                  </a:lnTo>
                  <a:lnTo>
                    <a:pt x="7909560" y="1415795"/>
                  </a:lnTo>
                  <a:lnTo>
                    <a:pt x="7900416" y="1453895"/>
                  </a:lnTo>
                  <a:lnTo>
                    <a:pt x="7889748" y="1491995"/>
                  </a:lnTo>
                  <a:lnTo>
                    <a:pt x="7877556" y="1528572"/>
                  </a:lnTo>
                  <a:lnTo>
                    <a:pt x="7847076" y="1598676"/>
                  </a:lnTo>
                  <a:lnTo>
                    <a:pt x="7810500" y="1665732"/>
                  </a:lnTo>
                  <a:lnTo>
                    <a:pt x="7744968" y="1758695"/>
                  </a:lnTo>
                  <a:lnTo>
                    <a:pt x="7693152" y="1815083"/>
                  </a:lnTo>
                  <a:lnTo>
                    <a:pt x="7638288" y="1865376"/>
                  </a:lnTo>
                  <a:lnTo>
                    <a:pt x="7577328" y="1911095"/>
                  </a:lnTo>
                  <a:lnTo>
                    <a:pt x="7511796" y="1950720"/>
                  </a:lnTo>
                  <a:lnTo>
                    <a:pt x="7443216" y="1984248"/>
                  </a:lnTo>
                  <a:lnTo>
                    <a:pt x="7406640" y="1997964"/>
                  </a:lnTo>
                  <a:lnTo>
                    <a:pt x="7370064" y="2010156"/>
                  </a:lnTo>
                  <a:lnTo>
                    <a:pt x="7295388" y="2029968"/>
                  </a:lnTo>
                  <a:lnTo>
                    <a:pt x="7255764" y="2036064"/>
                  </a:lnTo>
                  <a:lnTo>
                    <a:pt x="7216140" y="2040636"/>
                  </a:lnTo>
                  <a:lnTo>
                    <a:pt x="7176516" y="2043683"/>
                  </a:lnTo>
                  <a:lnTo>
                    <a:pt x="7135368" y="2045208"/>
                  </a:lnTo>
                  <a:lnTo>
                    <a:pt x="7339584" y="2045208"/>
                  </a:lnTo>
                  <a:lnTo>
                    <a:pt x="7379208" y="2034539"/>
                  </a:lnTo>
                  <a:lnTo>
                    <a:pt x="7415784" y="2020824"/>
                  </a:lnTo>
                  <a:lnTo>
                    <a:pt x="7453884" y="2007108"/>
                  </a:lnTo>
                  <a:lnTo>
                    <a:pt x="7488936" y="1990344"/>
                  </a:lnTo>
                  <a:lnTo>
                    <a:pt x="7523988" y="1972056"/>
                  </a:lnTo>
                  <a:lnTo>
                    <a:pt x="7559040" y="1952244"/>
                  </a:lnTo>
                  <a:lnTo>
                    <a:pt x="7623048" y="1909572"/>
                  </a:lnTo>
                  <a:lnTo>
                    <a:pt x="7655052" y="1885188"/>
                  </a:lnTo>
                  <a:lnTo>
                    <a:pt x="7684008" y="1859280"/>
                  </a:lnTo>
                  <a:lnTo>
                    <a:pt x="7712964" y="1831848"/>
                  </a:lnTo>
                  <a:lnTo>
                    <a:pt x="7764780" y="1773936"/>
                  </a:lnTo>
                  <a:lnTo>
                    <a:pt x="7789164" y="1743456"/>
                  </a:lnTo>
                  <a:lnTo>
                    <a:pt x="7812024" y="1711452"/>
                  </a:lnTo>
                  <a:lnTo>
                    <a:pt x="7833360" y="1677924"/>
                  </a:lnTo>
                  <a:lnTo>
                    <a:pt x="7851648" y="1644395"/>
                  </a:lnTo>
                  <a:lnTo>
                    <a:pt x="7869936" y="1609344"/>
                  </a:lnTo>
                  <a:lnTo>
                    <a:pt x="7886700" y="1572768"/>
                  </a:lnTo>
                  <a:lnTo>
                    <a:pt x="7900416" y="1536192"/>
                  </a:lnTo>
                  <a:lnTo>
                    <a:pt x="7914132" y="1498092"/>
                  </a:lnTo>
                  <a:lnTo>
                    <a:pt x="7924800" y="1459992"/>
                  </a:lnTo>
                  <a:lnTo>
                    <a:pt x="7933944" y="1420368"/>
                  </a:lnTo>
                  <a:lnTo>
                    <a:pt x="7941564" y="1380744"/>
                  </a:lnTo>
                  <a:lnTo>
                    <a:pt x="7946136" y="1339595"/>
                  </a:lnTo>
                  <a:lnTo>
                    <a:pt x="7949184" y="1298448"/>
                  </a:lnTo>
                  <a:lnTo>
                    <a:pt x="7950708" y="1257300"/>
                  </a:lnTo>
                  <a:lnTo>
                    <a:pt x="7950708" y="0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6477000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7658100" y="0"/>
                  </a:moveTo>
                  <a:lnTo>
                    <a:pt x="114300" y="0"/>
                  </a:lnTo>
                  <a:lnTo>
                    <a:pt x="70080" y="9072"/>
                  </a:lnTo>
                  <a:lnTo>
                    <a:pt x="33718" y="33718"/>
                  </a:lnTo>
                  <a:lnTo>
                    <a:pt x="9072" y="70080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9072" y="616362"/>
                  </a:lnTo>
                  <a:lnTo>
                    <a:pt x="33718" y="652653"/>
                  </a:lnTo>
                  <a:lnTo>
                    <a:pt x="70080" y="676941"/>
                  </a:lnTo>
                  <a:lnTo>
                    <a:pt x="114300" y="685800"/>
                  </a:lnTo>
                  <a:lnTo>
                    <a:pt x="7658100" y="685800"/>
                  </a:lnTo>
                  <a:lnTo>
                    <a:pt x="7702962" y="676941"/>
                  </a:lnTo>
                  <a:lnTo>
                    <a:pt x="7739253" y="652653"/>
                  </a:lnTo>
                  <a:lnTo>
                    <a:pt x="7763541" y="616362"/>
                  </a:lnTo>
                  <a:lnTo>
                    <a:pt x="7772400" y="571500"/>
                  </a:lnTo>
                  <a:lnTo>
                    <a:pt x="7772400" y="114300"/>
                  </a:lnTo>
                  <a:lnTo>
                    <a:pt x="7763541" y="70080"/>
                  </a:lnTo>
                  <a:lnTo>
                    <a:pt x="7739253" y="33718"/>
                  </a:lnTo>
                  <a:lnTo>
                    <a:pt x="7702962" y="9072"/>
                  </a:lnTo>
                  <a:lnTo>
                    <a:pt x="765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0808" y="6464808"/>
              <a:ext cx="7798434" cy="711835"/>
            </a:xfrm>
            <a:custGeom>
              <a:avLst/>
              <a:gdLst/>
              <a:ahLst/>
              <a:cxnLst/>
              <a:rect l="l" t="t" r="r" b="b"/>
              <a:pathLst>
                <a:path w="7798434" h="711834">
                  <a:moveTo>
                    <a:pt x="7670292" y="0"/>
                  </a:moveTo>
                  <a:lnTo>
                    <a:pt x="126491" y="0"/>
                  </a:lnTo>
                  <a:lnTo>
                    <a:pt x="114300" y="1523"/>
                  </a:lnTo>
                  <a:lnTo>
                    <a:pt x="100583" y="3047"/>
                  </a:lnTo>
                  <a:lnTo>
                    <a:pt x="88391" y="6095"/>
                  </a:lnTo>
                  <a:lnTo>
                    <a:pt x="77723" y="10667"/>
                  </a:lnTo>
                  <a:lnTo>
                    <a:pt x="65531" y="15239"/>
                  </a:lnTo>
                  <a:lnTo>
                    <a:pt x="56387" y="22859"/>
                  </a:lnTo>
                  <a:lnTo>
                    <a:pt x="45719" y="28955"/>
                  </a:lnTo>
                  <a:lnTo>
                    <a:pt x="36575" y="38099"/>
                  </a:lnTo>
                  <a:lnTo>
                    <a:pt x="10667" y="77723"/>
                  </a:lnTo>
                  <a:lnTo>
                    <a:pt x="0" y="126491"/>
                  </a:lnTo>
                  <a:lnTo>
                    <a:pt x="0" y="585215"/>
                  </a:lnTo>
                  <a:lnTo>
                    <a:pt x="1523" y="597407"/>
                  </a:lnTo>
                  <a:lnTo>
                    <a:pt x="3047" y="611123"/>
                  </a:lnTo>
                  <a:lnTo>
                    <a:pt x="6095" y="623315"/>
                  </a:lnTo>
                  <a:lnTo>
                    <a:pt x="10667" y="633983"/>
                  </a:lnTo>
                  <a:lnTo>
                    <a:pt x="15239" y="646175"/>
                  </a:lnTo>
                  <a:lnTo>
                    <a:pt x="22859" y="655319"/>
                  </a:lnTo>
                  <a:lnTo>
                    <a:pt x="28955" y="665987"/>
                  </a:lnTo>
                  <a:lnTo>
                    <a:pt x="38100" y="675131"/>
                  </a:lnTo>
                  <a:lnTo>
                    <a:pt x="77723" y="701039"/>
                  </a:lnTo>
                  <a:lnTo>
                    <a:pt x="126491" y="711707"/>
                  </a:lnTo>
                  <a:lnTo>
                    <a:pt x="7671816" y="711707"/>
                  </a:lnTo>
                  <a:lnTo>
                    <a:pt x="7684008" y="710183"/>
                  </a:lnTo>
                  <a:lnTo>
                    <a:pt x="7697724" y="708659"/>
                  </a:lnTo>
                  <a:lnTo>
                    <a:pt x="7709916" y="705611"/>
                  </a:lnTo>
                  <a:lnTo>
                    <a:pt x="7720584" y="701039"/>
                  </a:lnTo>
                  <a:lnTo>
                    <a:pt x="7732776" y="696467"/>
                  </a:lnTo>
                  <a:lnTo>
                    <a:pt x="7741920" y="688847"/>
                  </a:lnTo>
                  <a:lnTo>
                    <a:pt x="7747254" y="685799"/>
                  </a:lnTo>
                  <a:lnTo>
                    <a:pt x="115823" y="685799"/>
                  </a:lnTo>
                  <a:lnTo>
                    <a:pt x="77723" y="673607"/>
                  </a:lnTo>
                  <a:lnTo>
                    <a:pt x="42671" y="640079"/>
                  </a:lnTo>
                  <a:lnTo>
                    <a:pt x="27431" y="603503"/>
                  </a:lnTo>
                  <a:lnTo>
                    <a:pt x="25907" y="594359"/>
                  </a:lnTo>
                  <a:lnTo>
                    <a:pt x="25907" y="115823"/>
                  </a:lnTo>
                  <a:lnTo>
                    <a:pt x="38100" y="77723"/>
                  </a:lnTo>
                  <a:lnTo>
                    <a:pt x="71628" y="42671"/>
                  </a:lnTo>
                  <a:lnTo>
                    <a:pt x="106679" y="27431"/>
                  </a:lnTo>
                  <a:lnTo>
                    <a:pt x="117347" y="25907"/>
                  </a:lnTo>
                  <a:lnTo>
                    <a:pt x="7747406" y="25907"/>
                  </a:lnTo>
                  <a:lnTo>
                    <a:pt x="7741920" y="21335"/>
                  </a:lnTo>
                  <a:lnTo>
                    <a:pt x="7696200" y="3047"/>
                  </a:lnTo>
                  <a:lnTo>
                    <a:pt x="7684008" y="1523"/>
                  </a:lnTo>
                  <a:lnTo>
                    <a:pt x="7670292" y="0"/>
                  </a:lnTo>
                  <a:close/>
                </a:path>
                <a:path w="7798434" h="711834">
                  <a:moveTo>
                    <a:pt x="7747406" y="25907"/>
                  </a:moveTo>
                  <a:lnTo>
                    <a:pt x="7682484" y="25907"/>
                  </a:lnTo>
                  <a:lnTo>
                    <a:pt x="7691628" y="27431"/>
                  </a:lnTo>
                  <a:lnTo>
                    <a:pt x="7702296" y="30479"/>
                  </a:lnTo>
                  <a:lnTo>
                    <a:pt x="7735824" y="48767"/>
                  </a:lnTo>
                  <a:lnTo>
                    <a:pt x="7760208" y="79247"/>
                  </a:lnTo>
                  <a:lnTo>
                    <a:pt x="7772400" y="117347"/>
                  </a:lnTo>
                  <a:lnTo>
                    <a:pt x="7772400" y="595883"/>
                  </a:lnTo>
                  <a:lnTo>
                    <a:pt x="7760208" y="633983"/>
                  </a:lnTo>
                  <a:lnTo>
                    <a:pt x="7726680" y="669035"/>
                  </a:lnTo>
                  <a:lnTo>
                    <a:pt x="7690104" y="684275"/>
                  </a:lnTo>
                  <a:lnTo>
                    <a:pt x="7680960" y="685799"/>
                  </a:lnTo>
                  <a:lnTo>
                    <a:pt x="7747254" y="685799"/>
                  </a:lnTo>
                  <a:lnTo>
                    <a:pt x="7776972" y="655319"/>
                  </a:lnTo>
                  <a:lnTo>
                    <a:pt x="7795260" y="609599"/>
                  </a:lnTo>
                  <a:lnTo>
                    <a:pt x="7798308" y="583691"/>
                  </a:lnTo>
                  <a:lnTo>
                    <a:pt x="7798308" y="126491"/>
                  </a:lnTo>
                  <a:lnTo>
                    <a:pt x="7796784" y="114299"/>
                  </a:lnTo>
                  <a:lnTo>
                    <a:pt x="7795260" y="100583"/>
                  </a:lnTo>
                  <a:lnTo>
                    <a:pt x="7792212" y="88391"/>
                  </a:lnTo>
                  <a:lnTo>
                    <a:pt x="7787640" y="77723"/>
                  </a:lnTo>
                  <a:lnTo>
                    <a:pt x="7783068" y="65531"/>
                  </a:lnTo>
                  <a:lnTo>
                    <a:pt x="7775448" y="56387"/>
                  </a:lnTo>
                  <a:lnTo>
                    <a:pt x="7769352" y="45719"/>
                  </a:lnTo>
                  <a:lnTo>
                    <a:pt x="7760208" y="36575"/>
                  </a:lnTo>
                  <a:lnTo>
                    <a:pt x="7747406" y="25907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21739" y="1223175"/>
            <a:ext cx="5068570" cy="577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293497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10" dirty="0">
                <a:latin typeface="Trebuchet MS"/>
                <a:cs typeface="Trebuchet MS"/>
              </a:rPr>
              <a:t>&lt;stdio.h&gt; </a:t>
            </a: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55" dirty="0">
                <a:latin typeface="Trebuchet MS"/>
                <a:cs typeface="Trebuchet MS"/>
              </a:rPr>
              <a:t>&lt;string.h&gt; </a:t>
            </a: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main()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  <a:p>
            <a:pPr marL="1009015">
              <a:lnSpc>
                <a:spcPct val="100000"/>
              </a:lnSpc>
              <a:spcBef>
                <a:spcPts val="5"/>
              </a:spcBef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s1[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]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>
              <a:latin typeface="Trebuchet MS"/>
              <a:cs typeface="Trebuchet MS"/>
            </a:endParaRPr>
          </a:p>
          <a:p>
            <a:pPr marL="1009015">
              <a:lnSpc>
                <a:spcPts val="24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s2[]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>
              <a:latin typeface="Trebuchet MS"/>
              <a:cs typeface="Trebuchet MS"/>
            </a:endParaRPr>
          </a:p>
          <a:p>
            <a:pPr marL="1009015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s3[]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"dog";</a:t>
            </a:r>
            <a:endParaRPr sz="2000">
              <a:latin typeface="Trebuchet MS"/>
              <a:cs typeface="Trebuchet MS"/>
            </a:endParaRPr>
          </a:p>
          <a:p>
            <a:pPr marL="1009015" marR="1812289">
              <a:lnSpc>
                <a:spcPct val="100000"/>
              </a:lnSpc>
            </a:pP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strcmp(s1,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s2); </a:t>
            </a:r>
            <a:r>
              <a:rPr sz="2000" spc="-70" dirty="0">
                <a:latin typeface="Trebuchet MS"/>
                <a:cs typeface="Trebuchet MS"/>
              </a:rPr>
              <a:t>if(x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1009015" marR="469265" indent="914400">
              <a:lnSpc>
                <a:spcPct val="100000"/>
              </a:lnSpc>
            </a:pPr>
            <a:r>
              <a:rPr sz="2000" spc="-45" dirty="0">
                <a:latin typeface="Trebuchet MS"/>
                <a:cs typeface="Trebuchet MS"/>
              </a:rPr>
              <a:t>printf("They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are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same")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&lt;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1009015" marR="5080" indent="914400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before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&gt;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1009015" marR="203200" indent="914400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after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; </a:t>
            </a:r>
            <a:r>
              <a:rPr sz="2000" spc="-55" dirty="0">
                <a:latin typeface="Trebuchet MS"/>
                <a:cs typeface="Trebuchet MS"/>
              </a:rPr>
              <a:t>return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0;</a:t>
            </a:r>
            <a:endParaRPr sz="2000">
              <a:latin typeface="Trebuchet MS"/>
              <a:cs typeface="Trebuchet MS"/>
            </a:endParaRPr>
          </a:p>
          <a:p>
            <a:pPr marL="94615">
              <a:lnSpc>
                <a:spcPct val="100000"/>
              </a:lnSpc>
            </a:pPr>
            <a:r>
              <a:rPr sz="2000" spc="-50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0" dirty="0">
                <a:latin typeface="Trebuchet MS"/>
                <a:cs typeface="Trebuchet MS"/>
              </a:rPr>
              <a:t>They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are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same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597408"/>
            <a:ext cx="7874634" cy="550545"/>
            <a:chOff x="978408" y="5974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6096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5974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8627" y="633361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199400"/>
            <a:ext cx="7950834" cy="4910455"/>
          </a:xfrm>
          <a:custGeom>
            <a:avLst/>
            <a:gdLst/>
            <a:ahLst/>
            <a:cxnLst/>
            <a:rect l="l" t="t" r="r" b="b"/>
            <a:pathLst>
              <a:path w="7950834" h="4910455">
                <a:moveTo>
                  <a:pt x="7950708" y="825995"/>
                </a:moveTo>
                <a:lnTo>
                  <a:pt x="7949184" y="783323"/>
                </a:lnTo>
                <a:lnTo>
                  <a:pt x="7946136" y="742175"/>
                </a:lnTo>
                <a:lnTo>
                  <a:pt x="7933944" y="659879"/>
                </a:lnTo>
                <a:lnTo>
                  <a:pt x="7924800" y="620255"/>
                </a:lnTo>
                <a:lnTo>
                  <a:pt x="7924800" y="2686799"/>
                </a:lnTo>
                <a:lnTo>
                  <a:pt x="7924800" y="4082783"/>
                </a:lnTo>
                <a:lnTo>
                  <a:pt x="7923276" y="4125455"/>
                </a:lnTo>
                <a:lnTo>
                  <a:pt x="7920228" y="4165079"/>
                </a:lnTo>
                <a:lnTo>
                  <a:pt x="7915656" y="4206227"/>
                </a:lnTo>
                <a:lnTo>
                  <a:pt x="7908036" y="4244327"/>
                </a:lnTo>
                <a:lnTo>
                  <a:pt x="7900416" y="4283951"/>
                </a:lnTo>
                <a:lnTo>
                  <a:pt x="7888224" y="4322051"/>
                </a:lnTo>
                <a:lnTo>
                  <a:pt x="7876032" y="4358627"/>
                </a:lnTo>
                <a:lnTo>
                  <a:pt x="7862316" y="4395203"/>
                </a:lnTo>
                <a:lnTo>
                  <a:pt x="7828788" y="4465307"/>
                </a:lnTo>
                <a:lnTo>
                  <a:pt x="7808976" y="4498835"/>
                </a:lnTo>
                <a:lnTo>
                  <a:pt x="7766304" y="4562843"/>
                </a:lnTo>
                <a:lnTo>
                  <a:pt x="7741920" y="4593323"/>
                </a:lnTo>
                <a:lnTo>
                  <a:pt x="7716012" y="4622279"/>
                </a:lnTo>
                <a:lnTo>
                  <a:pt x="7662672" y="4677143"/>
                </a:lnTo>
                <a:lnTo>
                  <a:pt x="7603236" y="4725911"/>
                </a:lnTo>
                <a:lnTo>
                  <a:pt x="7539228" y="4768583"/>
                </a:lnTo>
                <a:lnTo>
                  <a:pt x="7505700" y="4788395"/>
                </a:lnTo>
                <a:lnTo>
                  <a:pt x="7435596" y="4821923"/>
                </a:lnTo>
                <a:lnTo>
                  <a:pt x="7399020" y="4835639"/>
                </a:lnTo>
                <a:lnTo>
                  <a:pt x="7360920" y="4849355"/>
                </a:lnTo>
                <a:lnTo>
                  <a:pt x="7324344" y="4860023"/>
                </a:lnTo>
                <a:lnTo>
                  <a:pt x="7245096" y="4875263"/>
                </a:lnTo>
                <a:lnTo>
                  <a:pt x="7205472" y="4879835"/>
                </a:lnTo>
                <a:lnTo>
                  <a:pt x="7164324" y="4882883"/>
                </a:lnTo>
                <a:lnTo>
                  <a:pt x="7123176" y="4884407"/>
                </a:lnTo>
                <a:lnTo>
                  <a:pt x="827532" y="4884407"/>
                </a:lnTo>
                <a:lnTo>
                  <a:pt x="784860" y="4882883"/>
                </a:lnTo>
                <a:lnTo>
                  <a:pt x="745236" y="4879835"/>
                </a:lnTo>
                <a:lnTo>
                  <a:pt x="704088" y="4875263"/>
                </a:lnTo>
                <a:lnTo>
                  <a:pt x="626364" y="4860023"/>
                </a:lnTo>
                <a:lnTo>
                  <a:pt x="588264" y="4847831"/>
                </a:lnTo>
                <a:lnTo>
                  <a:pt x="551688" y="4835639"/>
                </a:lnTo>
                <a:lnTo>
                  <a:pt x="515112" y="4821923"/>
                </a:lnTo>
                <a:lnTo>
                  <a:pt x="445008" y="4788395"/>
                </a:lnTo>
                <a:lnTo>
                  <a:pt x="411480" y="4768583"/>
                </a:lnTo>
                <a:lnTo>
                  <a:pt x="347472" y="4725911"/>
                </a:lnTo>
                <a:lnTo>
                  <a:pt x="316992" y="4701527"/>
                </a:lnTo>
                <a:lnTo>
                  <a:pt x="288036" y="4675619"/>
                </a:lnTo>
                <a:lnTo>
                  <a:pt x="233172" y="4622279"/>
                </a:lnTo>
                <a:lnTo>
                  <a:pt x="184404" y="4562843"/>
                </a:lnTo>
                <a:lnTo>
                  <a:pt x="141732" y="4498835"/>
                </a:lnTo>
                <a:lnTo>
                  <a:pt x="121920" y="4465307"/>
                </a:lnTo>
                <a:lnTo>
                  <a:pt x="88392" y="4395203"/>
                </a:lnTo>
                <a:lnTo>
                  <a:pt x="74676" y="4358627"/>
                </a:lnTo>
                <a:lnTo>
                  <a:pt x="60960" y="4320527"/>
                </a:lnTo>
                <a:lnTo>
                  <a:pt x="50292" y="4283951"/>
                </a:lnTo>
                <a:lnTo>
                  <a:pt x="41148" y="4244327"/>
                </a:lnTo>
                <a:lnTo>
                  <a:pt x="28956" y="4165079"/>
                </a:lnTo>
                <a:lnTo>
                  <a:pt x="26009" y="4125455"/>
                </a:lnTo>
                <a:lnTo>
                  <a:pt x="25908" y="2686799"/>
                </a:lnTo>
                <a:lnTo>
                  <a:pt x="25908" y="784847"/>
                </a:lnTo>
                <a:lnTo>
                  <a:pt x="30480" y="745223"/>
                </a:lnTo>
                <a:lnTo>
                  <a:pt x="35052" y="704075"/>
                </a:lnTo>
                <a:lnTo>
                  <a:pt x="42672" y="664451"/>
                </a:lnTo>
                <a:lnTo>
                  <a:pt x="50292" y="626351"/>
                </a:lnTo>
                <a:lnTo>
                  <a:pt x="60960" y="588251"/>
                </a:lnTo>
                <a:lnTo>
                  <a:pt x="88392" y="515099"/>
                </a:lnTo>
                <a:lnTo>
                  <a:pt x="105156" y="478523"/>
                </a:lnTo>
                <a:lnTo>
                  <a:pt x="141732" y="411467"/>
                </a:lnTo>
                <a:lnTo>
                  <a:pt x="163068" y="377939"/>
                </a:lnTo>
                <a:lnTo>
                  <a:pt x="208788" y="316979"/>
                </a:lnTo>
                <a:lnTo>
                  <a:pt x="234696" y="288023"/>
                </a:lnTo>
                <a:lnTo>
                  <a:pt x="288036" y="233159"/>
                </a:lnTo>
                <a:lnTo>
                  <a:pt x="347472" y="184391"/>
                </a:lnTo>
                <a:lnTo>
                  <a:pt x="379476" y="161531"/>
                </a:lnTo>
                <a:lnTo>
                  <a:pt x="445008" y="121907"/>
                </a:lnTo>
                <a:lnTo>
                  <a:pt x="480060" y="103619"/>
                </a:lnTo>
                <a:lnTo>
                  <a:pt x="515112" y="88379"/>
                </a:lnTo>
                <a:lnTo>
                  <a:pt x="551688" y="73139"/>
                </a:lnTo>
                <a:lnTo>
                  <a:pt x="589788" y="60947"/>
                </a:lnTo>
                <a:lnTo>
                  <a:pt x="626364" y="50279"/>
                </a:lnTo>
                <a:lnTo>
                  <a:pt x="665975" y="41135"/>
                </a:lnTo>
                <a:lnTo>
                  <a:pt x="745236" y="28943"/>
                </a:lnTo>
                <a:lnTo>
                  <a:pt x="786384" y="25895"/>
                </a:lnTo>
                <a:lnTo>
                  <a:pt x="7165848" y="25895"/>
                </a:lnTo>
                <a:lnTo>
                  <a:pt x="7205472" y="28943"/>
                </a:lnTo>
                <a:lnTo>
                  <a:pt x="7246620" y="35052"/>
                </a:lnTo>
                <a:lnTo>
                  <a:pt x="7284720" y="41135"/>
                </a:lnTo>
                <a:lnTo>
                  <a:pt x="7324344" y="50279"/>
                </a:lnTo>
                <a:lnTo>
                  <a:pt x="7362444" y="60947"/>
                </a:lnTo>
                <a:lnTo>
                  <a:pt x="7435596" y="88379"/>
                </a:lnTo>
                <a:lnTo>
                  <a:pt x="7505700" y="121907"/>
                </a:lnTo>
                <a:lnTo>
                  <a:pt x="7539228" y="141719"/>
                </a:lnTo>
                <a:lnTo>
                  <a:pt x="7603236" y="184391"/>
                </a:lnTo>
                <a:lnTo>
                  <a:pt x="7633716" y="208775"/>
                </a:lnTo>
                <a:lnTo>
                  <a:pt x="7717536" y="288023"/>
                </a:lnTo>
                <a:lnTo>
                  <a:pt x="7766304" y="347459"/>
                </a:lnTo>
                <a:lnTo>
                  <a:pt x="7808976" y="411467"/>
                </a:lnTo>
                <a:lnTo>
                  <a:pt x="7828788" y="444995"/>
                </a:lnTo>
                <a:lnTo>
                  <a:pt x="7862316" y="515099"/>
                </a:lnTo>
                <a:lnTo>
                  <a:pt x="7889748" y="588251"/>
                </a:lnTo>
                <a:lnTo>
                  <a:pt x="7900416" y="626351"/>
                </a:lnTo>
                <a:lnTo>
                  <a:pt x="7915656" y="705599"/>
                </a:lnTo>
                <a:lnTo>
                  <a:pt x="7920228" y="745223"/>
                </a:lnTo>
                <a:lnTo>
                  <a:pt x="7923276" y="786371"/>
                </a:lnTo>
                <a:lnTo>
                  <a:pt x="7924736" y="825995"/>
                </a:lnTo>
                <a:lnTo>
                  <a:pt x="7924800" y="2686799"/>
                </a:lnTo>
                <a:lnTo>
                  <a:pt x="7924800" y="620255"/>
                </a:lnTo>
                <a:lnTo>
                  <a:pt x="7912608" y="580631"/>
                </a:lnTo>
                <a:lnTo>
                  <a:pt x="7900416" y="542531"/>
                </a:lnTo>
                <a:lnTo>
                  <a:pt x="7885176" y="504431"/>
                </a:lnTo>
                <a:lnTo>
                  <a:pt x="7868412" y="467855"/>
                </a:lnTo>
                <a:lnTo>
                  <a:pt x="7850124" y="432803"/>
                </a:lnTo>
                <a:lnTo>
                  <a:pt x="7830312" y="397751"/>
                </a:lnTo>
                <a:lnTo>
                  <a:pt x="7808976" y="364223"/>
                </a:lnTo>
                <a:lnTo>
                  <a:pt x="7786116" y="332219"/>
                </a:lnTo>
                <a:lnTo>
                  <a:pt x="7761732" y="300215"/>
                </a:lnTo>
                <a:lnTo>
                  <a:pt x="7735824" y="271259"/>
                </a:lnTo>
                <a:lnTo>
                  <a:pt x="7708392" y="242303"/>
                </a:lnTo>
                <a:lnTo>
                  <a:pt x="7679436" y="214871"/>
                </a:lnTo>
                <a:lnTo>
                  <a:pt x="7648956" y="188963"/>
                </a:lnTo>
                <a:lnTo>
                  <a:pt x="7618476" y="164579"/>
                </a:lnTo>
                <a:lnTo>
                  <a:pt x="7551420" y="118859"/>
                </a:lnTo>
                <a:lnTo>
                  <a:pt x="7517892" y="99047"/>
                </a:lnTo>
                <a:lnTo>
                  <a:pt x="7481316" y="80759"/>
                </a:lnTo>
                <a:lnTo>
                  <a:pt x="7408164" y="50279"/>
                </a:lnTo>
                <a:lnTo>
                  <a:pt x="7368540" y="36576"/>
                </a:lnTo>
                <a:lnTo>
                  <a:pt x="7330440" y="25895"/>
                </a:lnTo>
                <a:lnTo>
                  <a:pt x="7289292" y="16751"/>
                </a:lnTo>
                <a:lnTo>
                  <a:pt x="7249668" y="9131"/>
                </a:lnTo>
                <a:lnTo>
                  <a:pt x="7208520" y="4559"/>
                </a:lnTo>
                <a:lnTo>
                  <a:pt x="7165848" y="1511"/>
                </a:lnTo>
                <a:lnTo>
                  <a:pt x="7123176" y="0"/>
                </a:lnTo>
                <a:lnTo>
                  <a:pt x="827532" y="0"/>
                </a:lnTo>
                <a:lnTo>
                  <a:pt x="784860" y="1511"/>
                </a:lnTo>
                <a:lnTo>
                  <a:pt x="742188" y="4559"/>
                </a:lnTo>
                <a:lnTo>
                  <a:pt x="701040" y="9131"/>
                </a:lnTo>
                <a:lnTo>
                  <a:pt x="659892" y="16751"/>
                </a:lnTo>
                <a:lnTo>
                  <a:pt x="620268" y="25895"/>
                </a:lnTo>
                <a:lnTo>
                  <a:pt x="580644" y="36576"/>
                </a:lnTo>
                <a:lnTo>
                  <a:pt x="542544" y="50279"/>
                </a:lnTo>
                <a:lnTo>
                  <a:pt x="504444" y="65519"/>
                </a:lnTo>
                <a:lnTo>
                  <a:pt x="467868" y="82283"/>
                </a:lnTo>
                <a:lnTo>
                  <a:pt x="432816" y="100571"/>
                </a:lnTo>
                <a:lnTo>
                  <a:pt x="397764" y="120383"/>
                </a:lnTo>
                <a:lnTo>
                  <a:pt x="364236" y="141719"/>
                </a:lnTo>
                <a:lnTo>
                  <a:pt x="332232" y="164579"/>
                </a:lnTo>
                <a:lnTo>
                  <a:pt x="300228" y="188963"/>
                </a:lnTo>
                <a:lnTo>
                  <a:pt x="271272" y="214871"/>
                </a:lnTo>
                <a:lnTo>
                  <a:pt x="242316" y="242303"/>
                </a:lnTo>
                <a:lnTo>
                  <a:pt x="214884" y="271259"/>
                </a:lnTo>
                <a:lnTo>
                  <a:pt x="188976" y="301739"/>
                </a:lnTo>
                <a:lnTo>
                  <a:pt x="164592" y="332219"/>
                </a:lnTo>
                <a:lnTo>
                  <a:pt x="141732" y="364223"/>
                </a:lnTo>
                <a:lnTo>
                  <a:pt x="120396" y="397751"/>
                </a:lnTo>
                <a:lnTo>
                  <a:pt x="100584" y="432803"/>
                </a:lnTo>
                <a:lnTo>
                  <a:pt x="82296" y="467855"/>
                </a:lnTo>
                <a:lnTo>
                  <a:pt x="65532" y="505955"/>
                </a:lnTo>
                <a:lnTo>
                  <a:pt x="50292" y="542531"/>
                </a:lnTo>
                <a:lnTo>
                  <a:pt x="36576" y="580631"/>
                </a:lnTo>
                <a:lnTo>
                  <a:pt x="25908" y="620255"/>
                </a:lnTo>
                <a:lnTo>
                  <a:pt x="16764" y="659879"/>
                </a:lnTo>
                <a:lnTo>
                  <a:pt x="9144" y="701027"/>
                </a:lnTo>
                <a:lnTo>
                  <a:pt x="4572" y="742175"/>
                </a:lnTo>
                <a:lnTo>
                  <a:pt x="1524" y="784847"/>
                </a:lnTo>
                <a:lnTo>
                  <a:pt x="50" y="825995"/>
                </a:lnTo>
                <a:lnTo>
                  <a:pt x="0" y="2686799"/>
                </a:lnTo>
                <a:lnTo>
                  <a:pt x="0" y="4082783"/>
                </a:lnTo>
                <a:lnTo>
                  <a:pt x="1524" y="4125455"/>
                </a:lnTo>
                <a:lnTo>
                  <a:pt x="4572" y="4168127"/>
                </a:lnTo>
                <a:lnTo>
                  <a:pt x="9144" y="4209275"/>
                </a:lnTo>
                <a:lnTo>
                  <a:pt x="16764" y="4250423"/>
                </a:lnTo>
                <a:lnTo>
                  <a:pt x="25908" y="4290047"/>
                </a:lnTo>
                <a:lnTo>
                  <a:pt x="38100" y="4329671"/>
                </a:lnTo>
                <a:lnTo>
                  <a:pt x="50292" y="4367771"/>
                </a:lnTo>
                <a:lnTo>
                  <a:pt x="65532" y="4405871"/>
                </a:lnTo>
                <a:lnTo>
                  <a:pt x="82296" y="4442447"/>
                </a:lnTo>
                <a:lnTo>
                  <a:pt x="100584" y="4477499"/>
                </a:lnTo>
                <a:lnTo>
                  <a:pt x="120396" y="4512551"/>
                </a:lnTo>
                <a:lnTo>
                  <a:pt x="141732" y="4546079"/>
                </a:lnTo>
                <a:lnTo>
                  <a:pt x="164592" y="4578083"/>
                </a:lnTo>
                <a:lnTo>
                  <a:pt x="188976" y="4610087"/>
                </a:lnTo>
                <a:lnTo>
                  <a:pt x="214884" y="4639043"/>
                </a:lnTo>
                <a:lnTo>
                  <a:pt x="242316" y="4667999"/>
                </a:lnTo>
                <a:lnTo>
                  <a:pt x="271272" y="4695431"/>
                </a:lnTo>
                <a:lnTo>
                  <a:pt x="301752" y="4721339"/>
                </a:lnTo>
                <a:lnTo>
                  <a:pt x="332232" y="4745723"/>
                </a:lnTo>
                <a:lnTo>
                  <a:pt x="365760" y="4768583"/>
                </a:lnTo>
                <a:lnTo>
                  <a:pt x="399288" y="4789919"/>
                </a:lnTo>
                <a:lnTo>
                  <a:pt x="432816" y="4809731"/>
                </a:lnTo>
                <a:lnTo>
                  <a:pt x="469392" y="4828019"/>
                </a:lnTo>
                <a:lnTo>
                  <a:pt x="505968" y="4844783"/>
                </a:lnTo>
                <a:lnTo>
                  <a:pt x="542544" y="4860023"/>
                </a:lnTo>
                <a:lnTo>
                  <a:pt x="582168" y="4872215"/>
                </a:lnTo>
                <a:lnTo>
                  <a:pt x="620268" y="4884407"/>
                </a:lnTo>
                <a:lnTo>
                  <a:pt x="661416" y="4893551"/>
                </a:lnTo>
                <a:lnTo>
                  <a:pt x="701040" y="4901171"/>
                </a:lnTo>
                <a:lnTo>
                  <a:pt x="742188" y="4905743"/>
                </a:lnTo>
                <a:lnTo>
                  <a:pt x="784860" y="4908804"/>
                </a:lnTo>
                <a:lnTo>
                  <a:pt x="827532" y="4910328"/>
                </a:lnTo>
                <a:lnTo>
                  <a:pt x="7123176" y="4910328"/>
                </a:lnTo>
                <a:lnTo>
                  <a:pt x="7165848" y="4908804"/>
                </a:lnTo>
                <a:lnTo>
                  <a:pt x="7208520" y="4905743"/>
                </a:lnTo>
                <a:lnTo>
                  <a:pt x="7290816" y="4893551"/>
                </a:lnTo>
                <a:lnTo>
                  <a:pt x="7330440" y="4884407"/>
                </a:lnTo>
                <a:lnTo>
                  <a:pt x="7370064" y="4872215"/>
                </a:lnTo>
                <a:lnTo>
                  <a:pt x="7408164" y="4860023"/>
                </a:lnTo>
                <a:lnTo>
                  <a:pt x="7446264" y="4844783"/>
                </a:lnTo>
                <a:lnTo>
                  <a:pt x="7482840" y="4828019"/>
                </a:lnTo>
                <a:lnTo>
                  <a:pt x="7517892" y="4809731"/>
                </a:lnTo>
                <a:lnTo>
                  <a:pt x="7552944" y="4789919"/>
                </a:lnTo>
                <a:lnTo>
                  <a:pt x="7586472" y="4768583"/>
                </a:lnTo>
                <a:lnTo>
                  <a:pt x="7618476" y="4745723"/>
                </a:lnTo>
                <a:lnTo>
                  <a:pt x="7650480" y="4721339"/>
                </a:lnTo>
                <a:lnTo>
                  <a:pt x="7679436" y="4695431"/>
                </a:lnTo>
                <a:lnTo>
                  <a:pt x="7708392" y="4667999"/>
                </a:lnTo>
                <a:lnTo>
                  <a:pt x="7735824" y="4639043"/>
                </a:lnTo>
                <a:lnTo>
                  <a:pt x="7761732" y="4608563"/>
                </a:lnTo>
                <a:lnTo>
                  <a:pt x="7786116" y="4578083"/>
                </a:lnTo>
                <a:lnTo>
                  <a:pt x="7808976" y="4544555"/>
                </a:lnTo>
                <a:lnTo>
                  <a:pt x="7830312" y="4511027"/>
                </a:lnTo>
                <a:lnTo>
                  <a:pt x="7850124" y="4477499"/>
                </a:lnTo>
                <a:lnTo>
                  <a:pt x="7868412" y="4440923"/>
                </a:lnTo>
                <a:lnTo>
                  <a:pt x="7885176" y="4404347"/>
                </a:lnTo>
                <a:lnTo>
                  <a:pt x="7900416" y="4367771"/>
                </a:lnTo>
                <a:lnTo>
                  <a:pt x="7912608" y="4328147"/>
                </a:lnTo>
                <a:lnTo>
                  <a:pt x="7924800" y="4290047"/>
                </a:lnTo>
                <a:lnTo>
                  <a:pt x="7933944" y="4248899"/>
                </a:lnTo>
                <a:lnTo>
                  <a:pt x="7941564" y="4209275"/>
                </a:lnTo>
                <a:lnTo>
                  <a:pt x="7946136" y="4168127"/>
                </a:lnTo>
                <a:lnTo>
                  <a:pt x="7949184" y="4125455"/>
                </a:lnTo>
                <a:lnTo>
                  <a:pt x="7950708" y="4082783"/>
                </a:lnTo>
                <a:lnTo>
                  <a:pt x="7950708" y="2686799"/>
                </a:lnTo>
                <a:lnTo>
                  <a:pt x="7950708" y="825995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4648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337449"/>
            <a:ext cx="5078095" cy="5658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790" marR="294132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10" dirty="0">
                <a:latin typeface="Trebuchet MS"/>
                <a:cs typeface="Trebuchet MS"/>
              </a:rPr>
              <a:t>&lt;stdio.h&gt; </a:t>
            </a: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55" dirty="0">
                <a:latin typeface="Trebuchet MS"/>
                <a:cs typeface="Trebuchet MS"/>
              </a:rPr>
              <a:t>&lt;string.h&gt; </a:t>
            </a: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main()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{</a:t>
            </a:r>
            <a:endParaRPr sz="2000" dirty="0">
              <a:latin typeface="Trebuchet MS"/>
              <a:cs typeface="Trebuchet MS"/>
            </a:endParaRPr>
          </a:p>
          <a:p>
            <a:pPr marL="101219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s1[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]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 dirty="0">
              <a:latin typeface="Trebuchet MS"/>
              <a:cs typeface="Trebuchet MS"/>
            </a:endParaRPr>
          </a:p>
          <a:p>
            <a:pPr marL="1012190">
              <a:lnSpc>
                <a:spcPts val="24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s2[]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 dirty="0">
              <a:latin typeface="Trebuchet MS"/>
              <a:cs typeface="Trebuchet MS"/>
            </a:endParaRPr>
          </a:p>
          <a:p>
            <a:pPr marL="101219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s3[]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"dog";</a:t>
            </a:r>
            <a:endParaRPr sz="2000" dirty="0">
              <a:latin typeface="Trebuchet MS"/>
              <a:cs typeface="Trebuchet MS"/>
            </a:endParaRPr>
          </a:p>
          <a:p>
            <a:pPr marL="1012190" marR="1781810" indent="28575">
              <a:lnSpc>
                <a:spcPct val="100000"/>
              </a:lnSpc>
            </a:pP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strcmp(s1,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s3); if(x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 dirty="0">
              <a:latin typeface="Trebuchet MS"/>
              <a:cs typeface="Trebuchet MS"/>
            </a:endParaRPr>
          </a:p>
          <a:p>
            <a:pPr marL="1012190" marR="475615" indent="914400">
              <a:lnSpc>
                <a:spcPct val="100000"/>
              </a:lnSpc>
            </a:pPr>
            <a:r>
              <a:rPr sz="2000" spc="-45" dirty="0">
                <a:latin typeface="Trebuchet MS"/>
                <a:cs typeface="Trebuchet MS"/>
              </a:rPr>
              <a:t>printf("They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are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same")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&lt;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 dirty="0">
              <a:latin typeface="Trebuchet MS"/>
              <a:cs typeface="Trebuchet MS"/>
            </a:endParaRPr>
          </a:p>
          <a:p>
            <a:pPr marL="1012190" marR="5080" indent="914400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before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s3")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&gt;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 dirty="0">
              <a:latin typeface="Trebuchet MS"/>
              <a:cs typeface="Trebuchet MS"/>
            </a:endParaRPr>
          </a:p>
          <a:p>
            <a:pPr marL="1012190" marR="201295" indent="914400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after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s3")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; </a:t>
            </a:r>
            <a:r>
              <a:rPr sz="2000" spc="-55" dirty="0">
                <a:latin typeface="Trebuchet MS"/>
                <a:cs typeface="Trebuchet MS"/>
              </a:rPr>
              <a:t>return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0;</a:t>
            </a:r>
            <a:endParaRPr sz="2000" dirty="0">
              <a:latin typeface="Trebuchet MS"/>
              <a:cs typeface="Trebuchet MS"/>
            </a:endParaRPr>
          </a:p>
          <a:p>
            <a:pPr marL="97790">
              <a:lnSpc>
                <a:spcPct val="100000"/>
              </a:lnSpc>
            </a:pPr>
            <a:r>
              <a:rPr sz="2000" spc="-50" dirty="0">
                <a:latin typeface="Trebuchet MS"/>
                <a:cs typeface="Trebuchet MS"/>
              </a:rPr>
              <a:t>}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 dirty="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210" dirty="0">
                <a:latin typeface="Trebuchet MS"/>
                <a:cs typeface="Trebuchet MS"/>
              </a:rPr>
              <a:t>s1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comes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before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s3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5904" y="3041904"/>
            <a:ext cx="8700770" cy="843280"/>
            <a:chOff x="755904" y="3041904"/>
            <a:chExt cx="8700770" cy="843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3041904"/>
              <a:ext cx="8700516" cy="8427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5904" y="3041904"/>
              <a:ext cx="8700770" cy="843280"/>
            </a:xfrm>
            <a:custGeom>
              <a:avLst/>
              <a:gdLst/>
              <a:ahLst/>
              <a:cxnLst/>
              <a:rect l="l" t="t" r="r" b="b"/>
              <a:pathLst>
                <a:path w="8700770" h="843279">
                  <a:moveTo>
                    <a:pt x="86974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841248"/>
                  </a:lnTo>
                  <a:lnTo>
                    <a:pt x="3047" y="842772"/>
                  </a:lnTo>
                  <a:lnTo>
                    <a:pt x="8697468" y="842772"/>
                  </a:lnTo>
                  <a:lnTo>
                    <a:pt x="8700516" y="841248"/>
                  </a:lnTo>
                  <a:lnTo>
                    <a:pt x="8700516" y="836676"/>
                  </a:lnTo>
                  <a:lnTo>
                    <a:pt x="13715" y="836676"/>
                  </a:lnTo>
                  <a:lnTo>
                    <a:pt x="6095" y="830580"/>
                  </a:lnTo>
                  <a:lnTo>
                    <a:pt x="13715" y="830580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8700516" y="6096"/>
                  </a:lnTo>
                  <a:lnTo>
                    <a:pt x="8700516" y="3048"/>
                  </a:lnTo>
                  <a:lnTo>
                    <a:pt x="8697468" y="0"/>
                  </a:lnTo>
                  <a:close/>
                </a:path>
                <a:path w="8700770" h="843279">
                  <a:moveTo>
                    <a:pt x="13715" y="830580"/>
                  </a:moveTo>
                  <a:lnTo>
                    <a:pt x="6095" y="830580"/>
                  </a:lnTo>
                  <a:lnTo>
                    <a:pt x="13715" y="836676"/>
                  </a:lnTo>
                  <a:lnTo>
                    <a:pt x="13715" y="830580"/>
                  </a:lnTo>
                  <a:close/>
                </a:path>
                <a:path w="8700770" h="843279">
                  <a:moveTo>
                    <a:pt x="8686800" y="830580"/>
                  </a:moveTo>
                  <a:lnTo>
                    <a:pt x="13715" y="830580"/>
                  </a:lnTo>
                  <a:lnTo>
                    <a:pt x="13715" y="836676"/>
                  </a:lnTo>
                  <a:lnTo>
                    <a:pt x="8686800" y="836676"/>
                  </a:lnTo>
                  <a:lnTo>
                    <a:pt x="8686800" y="830580"/>
                  </a:lnTo>
                  <a:close/>
                </a:path>
                <a:path w="8700770" h="843279">
                  <a:moveTo>
                    <a:pt x="8686800" y="6096"/>
                  </a:moveTo>
                  <a:lnTo>
                    <a:pt x="8686800" y="836676"/>
                  </a:lnTo>
                  <a:lnTo>
                    <a:pt x="8692896" y="830580"/>
                  </a:lnTo>
                  <a:lnTo>
                    <a:pt x="8700516" y="830580"/>
                  </a:lnTo>
                  <a:lnTo>
                    <a:pt x="8700516" y="13716"/>
                  </a:lnTo>
                  <a:lnTo>
                    <a:pt x="8692896" y="13716"/>
                  </a:lnTo>
                  <a:lnTo>
                    <a:pt x="8686800" y="6096"/>
                  </a:lnTo>
                  <a:close/>
                </a:path>
                <a:path w="8700770" h="843279">
                  <a:moveTo>
                    <a:pt x="8700516" y="830580"/>
                  </a:moveTo>
                  <a:lnTo>
                    <a:pt x="8692896" y="830580"/>
                  </a:lnTo>
                  <a:lnTo>
                    <a:pt x="8686800" y="836676"/>
                  </a:lnTo>
                  <a:lnTo>
                    <a:pt x="8700516" y="836676"/>
                  </a:lnTo>
                  <a:lnTo>
                    <a:pt x="8700516" y="830580"/>
                  </a:lnTo>
                  <a:close/>
                </a:path>
                <a:path w="8700770" h="843279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8700770" h="843279">
                  <a:moveTo>
                    <a:pt x="8686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8686800" y="13716"/>
                  </a:lnTo>
                  <a:lnTo>
                    <a:pt x="8686800" y="6096"/>
                  </a:lnTo>
                  <a:close/>
                </a:path>
                <a:path w="8700770" h="843279">
                  <a:moveTo>
                    <a:pt x="8700516" y="6096"/>
                  </a:moveTo>
                  <a:lnTo>
                    <a:pt x="8686800" y="6096"/>
                  </a:lnTo>
                  <a:lnTo>
                    <a:pt x="8692896" y="13716"/>
                  </a:lnTo>
                  <a:lnTo>
                    <a:pt x="8700516" y="13716"/>
                  </a:lnTo>
                  <a:lnTo>
                    <a:pt x="8700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739" y="3073400"/>
            <a:ext cx="84467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2960" marR="5080" indent="-208026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strcmpi(s,</a:t>
            </a:r>
            <a:r>
              <a:rPr sz="2400" spc="-80" dirty="0"/>
              <a:t> </a:t>
            </a:r>
            <a:r>
              <a:rPr sz="2400" dirty="0"/>
              <a:t>t)</a:t>
            </a:r>
            <a:r>
              <a:rPr sz="2400" spc="-50" dirty="0"/>
              <a:t> </a:t>
            </a:r>
            <a:r>
              <a:rPr sz="2400" b="0" dirty="0">
                <a:latin typeface="Arial"/>
                <a:cs typeface="Arial"/>
              </a:rPr>
              <a:t>–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compare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alphabetic</a:t>
            </a:r>
            <a:r>
              <a:rPr sz="2400" b="0" spc="-2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order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of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two</a:t>
            </a:r>
            <a:r>
              <a:rPr sz="2400" b="0" spc="-6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strings</a:t>
            </a:r>
            <a:r>
              <a:rPr sz="2400" b="0" spc="-5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s</a:t>
            </a:r>
            <a:r>
              <a:rPr sz="2400" b="0" spc="-5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and</a:t>
            </a:r>
            <a:r>
              <a:rPr sz="2400" b="0" spc="-45" dirty="0">
                <a:latin typeface="Arial"/>
                <a:cs typeface="Arial"/>
              </a:rPr>
              <a:t> </a:t>
            </a:r>
            <a:r>
              <a:rPr sz="2400" b="0" spc="-50" dirty="0">
                <a:latin typeface="Arial"/>
                <a:cs typeface="Arial"/>
              </a:rPr>
              <a:t>t </a:t>
            </a:r>
            <a:r>
              <a:rPr sz="2400" b="0" dirty="0">
                <a:latin typeface="Arial"/>
                <a:cs typeface="Arial"/>
              </a:rPr>
              <a:t>ignoring</a:t>
            </a:r>
            <a:r>
              <a:rPr sz="2400" b="0" spc="-110" dirty="0">
                <a:latin typeface="Arial"/>
                <a:cs typeface="Arial"/>
              </a:rPr>
              <a:t> </a:t>
            </a:r>
            <a:r>
              <a:rPr sz="2400" b="0" spc="-20" dirty="0"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8627" y="786053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351787"/>
            <a:ext cx="7950834" cy="4598035"/>
          </a:xfrm>
          <a:custGeom>
            <a:avLst/>
            <a:gdLst/>
            <a:ahLst/>
            <a:cxnLst/>
            <a:rect l="l" t="t" r="r" b="b"/>
            <a:pathLst>
              <a:path w="7950834" h="4598035">
                <a:moveTo>
                  <a:pt x="7950708" y="774192"/>
                </a:moveTo>
                <a:lnTo>
                  <a:pt x="7949184" y="734568"/>
                </a:lnTo>
                <a:lnTo>
                  <a:pt x="7946136" y="694944"/>
                </a:lnTo>
                <a:lnTo>
                  <a:pt x="7941564" y="656844"/>
                </a:lnTo>
                <a:lnTo>
                  <a:pt x="7926324" y="580644"/>
                </a:lnTo>
                <a:lnTo>
                  <a:pt x="7924800" y="575424"/>
                </a:lnTo>
                <a:lnTo>
                  <a:pt x="7924800" y="2534412"/>
                </a:lnTo>
                <a:lnTo>
                  <a:pt x="7924673" y="3863340"/>
                </a:lnTo>
                <a:lnTo>
                  <a:pt x="7921752" y="3899916"/>
                </a:lnTo>
                <a:lnTo>
                  <a:pt x="7915656" y="3936492"/>
                </a:lnTo>
                <a:lnTo>
                  <a:pt x="7909560" y="3974592"/>
                </a:lnTo>
                <a:lnTo>
                  <a:pt x="7891272" y="4046220"/>
                </a:lnTo>
                <a:lnTo>
                  <a:pt x="7851648" y="4148328"/>
                </a:lnTo>
                <a:lnTo>
                  <a:pt x="7816596" y="4210812"/>
                </a:lnTo>
                <a:lnTo>
                  <a:pt x="7775448" y="4271772"/>
                </a:lnTo>
                <a:lnTo>
                  <a:pt x="7729728" y="4326636"/>
                </a:lnTo>
                <a:lnTo>
                  <a:pt x="7679436" y="4376928"/>
                </a:lnTo>
                <a:lnTo>
                  <a:pt x="7594092" y="4443984"/>
                </a:lnTo>
                <a:lnTo>
                  <a:pt x="7533132" y="4482084"/>
                </a:lnTo>
                <a:lnTo>
                  <a:pt x="7467600" y="4512564"/>
                </a:lnTo>
                <a:lnTo>
                  <a:pt x="7399020" y="4538472"/>
                </a:lnTo>
                <a:lnTo>
                  <a:pt x="7362444" y="4549140"/>
                </a:lnTo>
                <a:lnTo>
                  <a:pt x="7289292" y="4562856"/>
                </a:lnTo>
                <a:lnTo>
                  <a:pt x="7214616" y="4570476"/>
                </a:lnTo>
                <a:lnTo>
                  <a:pt x="7174992" y="4572000"/>
                </a:lnTo>
                <a:lnTo>
                  <a:pt x="775716" y="4572000"/>
                </a:lnTo>
                <a:lnTo>
                  <a:pt x="736092" y="4570476"/>
                </a:lnTo>
                <a:lnTo>
                  <a:pt x="697992" y="4567428"/>
                </a:lnTo>
                <a:lnTo>
                  <a:pt x="659892" y="4562856"/>
                </a:lnTo>
                <a:lnTo>
                  <a:pt x="586740" y="4547616"/>
                </a:lnTo>
                <a:lnTo>
                  <a:pt x="516636" y="4526280"/>
                </a:lnTo>
                <a:lnTo>
                  <a:pt x="449580" y="4497324"/>
                </a:lnTo>
                <a:lnTo>
                  <a:pt x="385572" y="4463796"/>
                </a:lnTo>
                <a:lnTo>
                  <a:pt x="326136" y="4422648"/>
                </a:lnTo>
                <a:lnTo>
                  <a:pt x="271272" y="4376928"/>
                </a:lnTo>
                <a:lnTo>
                  <a:pt x="219456" y="4326636"/>
                </a:lnTo>
                <a:lnTo>
                  <a:pt x="173736" y="4270248"/>
                </a:lnTo>
                <a:lnTo>
                  <a:pt x="134112" y="4210812"/>
                </a:lnTo>
                <a:lnTo>
                  <a:pt x="99060" y="4146804"/>
                </a:lnTo>
                <a:lnTo>
                  <a:pt x="71628" y="4079748"/>
                </a:lnTo>
                <a:lnTo>
                  <a:pt x="48768" y="4009644"/>
                </a:lnTo>
                <a:lnTo>
                  <a:pt x="33528" y="3936492"/>
                </a:lnTo>
                <a:lnTo>
                  <a:pt x="28956" y="3898392"/>
                </a:lnTo>
                <a:lnTo>
                  <a:pt x="25908" y="2534412"/>
                </a:lnTo>
                <a:lnTo>
                  <a:pt x="26022" y="734568"/>
                </a:lnTo>
                <a:lnTo>
                  <a:pt x="33528" y="659892"/>
                </a:lnTo>
                <a:lnTo>
                  <a:pt x="48768" y="586740"/>
                </a:lnTo>
                <a:lnTo>
                  <a:pt x="71628" y="516636"/>
                </a:lnTo>
                <a:lnTo>
                  <a:pt x="99060" y="449580"/>
                </a:lnTo>
                <a:lnTo>
                  <a:pt x="134112" y="385572"/>
                </a:lnTo>
                <a:lnTo>
                  <a:pt x="196596" y="297180"/>
                </a:lnTo>
                <a:lnTo>
                  <a:pt x="220980" y="271272"/>
                </a:lnTo>
                <a:lnTo>
                  <a:pt x="245364" y="243840"/>
                </a:lnTo>
                <a:lnTo>
                  <a:pt x="326136" y="173736"/>
                </a:lnTo>
                <a:lnTo>
                  <a:pt x="417576" y="115824"/>
                </a:lnTo>
                <a:lnTo>
                  <a:pt x="483108" y="83820"/>
                </a:lnTo>
                <a:lnTo>
                  <a:pt x="551688" y="59436"/>
                </a:lnTo>
                <a:lnTo>
                  <a:pt x="588264" y="48768"/>
                </a:lnTo>
                <a:lnTo>
                  <a:pt x="661416" y="33528"/>
                </a:lnTo>
                <a:lnTo>
                  <a:pt x="736092" y="25908"/>
                </a:lnTo>
                <a:lnTo>
                  <a:pt x="7214616" y="25908"/>
                </a:lnTo>
                <a:lnTo>
                  <a:pt x="7252716" y="28956"/>
                </a:lnTo>
                <a:lnTo>
                  <a:pt x="7290816" y="33528"/>
                </a:lnTo>
                <a:lnTo>
                  <a:pt x="7363968" y="48768"/>
                </a:lnTo>
                <a:lnTo>
                  <a:pt x="7434072" y="70104"/>
                </a:lnTo>
                <a:lnTo>
                  <a:pt x="7501128" y="99060"/>
                </a:lnTo>
                <a:lnTo>
                  <a:pt x="7565136" y="134112"/>
                </a:lnTo>
                <a:lnTo>
                  <a:pt x="7624572" y="173736"/>
                </a:lnTo>
                <a:lnTo>
                  <a:pt x="7679436" y="219456"/>
                </a:lnTo>
                <a:lnTo>
                  <a:pt x="7731252" y="271272"/>
                </a:lnTo>
                <a:lnTo>
                  <a:pt x="7776972" y="326136"/>
                </a:lnTo>
                <a:lnTo>
                  <a:pt x="7816596" y="387096"/>
                </a:lnTo>
                <a:lnTo>
                  <a:pt x="7851648" y="449580"/>
                </a:lnTo>
                <a:lnTo>
                  <a:pt x="7879080" y="516636"/>
                </a:lnTo>
                <a:lnTo>
                  <a:pt x="7901940" y="588264"/>
                </a:lnTo>
                <a:lnTo>
                  <a:pt x="7917180" y="661416"/>
                </a:lnTo>
                <a:lnTo>
                  <a:pt x="7923276" y="736092"/>
                </a:lnTo>
                <a:lnTo>
                  <a:pt x="7924736" y="774192"/>
                </a:lnTo>
                <a:lnTo>
                  <a:pt x="7924800" y="2534412"/>
                </a:lnTo>
                <a:lnTo>
                  <a:pt x="7924800" y="575424"/>
                </a:lnTo>
                <a:lnTo>
                  <a:pt x="7903464" y="507492"/>
                </a:lnTo>
                <a:lnTo>
                  <a:pt x="7874508" y="438912"/>
                </a:lnTo>
                <a:lnTo>
                  <a:pt x="7856220" y="405384"/>
                </a:lnTo>
                <a:lnTo>
                  <a:pt x="7818120" y="341376"/>
                </a:lnTo>
                <a:lnTo>
                  <a:pt x="7773924" y="281940"/>
                </a:lnTo>
                <a:lnTo>
                  <a:pt x="7723632" y="227076"/>
                </a:lnTo>
                <a:lnTo>
                  <a:pt x="7668768" y="176784"/>
                </a:lnTo>
                <a:lnTo>
                  <a:pt x="7638288" y="153924"/>
                </a:lnTo>
                <a:lnTo>
                  <a:pt x="7577328" y="111252"/>
                </a:lnTo>
                <a:lnTo>
                  <a:pt x="7511796" y="76200"/>
                </a:lnTo>
                <a:lnTo>
                  <a:pt x="7476744" y="60960"/>
                </a:lnTo>
                <a:lnTo>
                  <a:pt x="7405116" y="35052"/>
                </a:lnTo>
                <a:lnTo>
                  <a:pt x="7373760" y="25908"/>
                </a:lnTo>
                <a:lnTo>
                  <a:pt x="7368540" y="24384"/>
                </a:lnTo>
                <a:lnTo>
                  <a:pt x="7293864" y="9144"/>
                </a:lnTo>
                <a:lnTo>
                  <a:pt x="7254240" y="4572"/>
                </a:lnTo>
                <a:lnTo>
                  <a:pt x="7214616" y="1524"/>
                </a:lnTo>
                <a:lnTo>
                  <a:pt x="7174992" y="0"/>
                </a:lnTo>
                <a:lnTo>
                  <a:pt x="774192" y="0"/>
                </a:lnTo>
                <a:lnTo>
                  <a:pt x="734568" y="1524"/>
                </a:lnTo>
                <a:lnTo>
                  <a:pt x="694944" y="4572"/>
                </a:lnTo>
                <a:lnTo>
                  <a:pt x="656831" y="9144"/>
                </a:lnTo>
                <a:lnTo>
                  <a:pt x="618744" y="15240"/>
                </a:lnTo>
                <a:lnTo>
                  <a:pt x="580644" y="24384"/>
                </a:lnTo>
                <a:lnTo>
                  <a:pt x="544068" y="35052"/>
                </a:lnTo>
                <a:lnTo>
                  <a:pt x="472440" y="60960"/>
                </a:lnTo>
                <a:lnTo>
                  <a:pt x="405384" y="92964"/>
                </a:lnTo>
                <a:lnTo>
                  <a:pt x="341376" y="132588"/>
                </a:lnTo>
                <a:lnTo>
                  <a:pt x="281940" y="176784"/>
                </a:lnTo>
                <a:lnTo>
                  <a:pt x="227076" y="227076"/>
                </a:lnTo>
                <a:lnTo>
                  <a:pt x="176784" y="281940"/>
                </a:lnTo>
                <a:lnTo>
                  <a:pt x="132588" y="341376"/>
                </a:lnTo>
                <a:lnTo>
                  <a:pt x="92964" y="405384"/>
                </a:lnTo>
                <a:lnTo>
                  <a:pt x="60960" y="473964"/>
                </a:lnTo>
                <a:lnTo>
                  <a:pt x="35052" y="544068"/>
                </a:lnTo>
                <a:lnTo>
                  <a:pt x="24384" y="580644"/>
                </a:lnTo>
                <a:lnTo>
                  <a:pt x="15240" y="618744"/>
                </a:lnTo>
                <a:lnTo>
                  <a:pt x="9144" y="656844"/>
                </a:lnTo>
                <a:lnTo>
                  <a:pt x="4572" y="696468"/>
                </a:lnTo>
                <a:lnTo>
                  <a:pt x="1524" y="734568"/>
                </a:lnTo>
                <a:lnTo>
                  <a:pt x="0" y="774192"/>
                </a:lnTo>
                <a:lnTo>
                  <a:pt x="0" y="2534412"/>
                </a:lnTo>
                <a:lnTo>
                  <a:pt x="0" y="3822192"/>
                </a:lnTo>
                <a:lnTo>
                  <a:pt x="1524" y="3863340"/>
                </a:lnTo>
                <a:lnTo>
                  <a:pt x="4572" y="3901440"/>
                </a:lnTo>
                <a:lnTo>
                  <a:pt x="9144" y="3941064"/>
                </a:lnTo>
                <a:lnTo>
                  <a:pt x="15240" y="3979164"/>
                </a:lnTo>
                <a:lnTo>
                  <a:pt x="35052" y="4053840"/>
                </a:lnTo>
                <a:lnTo>
                  <a:pt x="60960" y="4123944"/>
                </a:lnTo>
                <a:lnTo>
                  <a:pt x="76200" y="4158996"/>
                </a:lnTo>
                <a:lnTo>
                  <a:pt x="94488" y="4192524"/>
                </a:lnTo>
                <a:lnTo>
                  <a:pt x="132588" y="4256532"/>
                </a:lnTo>
                <a:lnTo>
                  <a:pt x="176784" y="4315968"/>
                </a:lnTo>
                <a:lnTo>
                  <a:pt x="227076" y="4370832"/>
                </a:lnTo>
                <a:lnTo>
                  <a:pt x="281940" y="4421124"/>
                </a:lnTo>
                <a:lnTo>
                  <a:pt x="312420" y="4443984"/>
                </a:lnTo>
                <a:lnTo>
                  <a:pt x="373380" y="4485132"/>
                </a:lnTo>
                <a:lnTo>
                  <a:pt x="438912" y="4521708"/>
                </a:lnTo>
                <a:lnTo>
                  <a:pt x="473964" y="4536948"/>
                </a:lnTo>
                <a:lnTo>
                  <a:pt x="545592" y="4562856"/>
                </a:lnTo>
                <a:lnTo>
                  <a:pt x="582168" y="4573524"/>
                </a:lnTo>
                <a:lnTo>
                  <a:pt x="656831" y="4588764"/>
                </a:lnTo>
                <a:lnTo>
                  <a:pt x="696468" y="4593336"/>
                </a:lnTo>
                <a:lnTo>
                  <a:pt x="736092" y="4596384"/>
                </a:lnTo>
                <a:lnTo>
                  <a:pt x="775716" y="4597908"/>
                </a:lnTo>
                <a:lnTo>
                  <a:pt x="7176516" y="4597908"/>
                </a:lnTo>
                <a:lnTo>
                  <a:pt x="7216140" y="4596384"/>
                </a:lnTo>
                <a:lnTo>
                  <a:pt x="7255764" y="4593336"/>
                </a:lnTo>
                <a:lnTo>
                  <a:pt x="7293864" y="4588764"/>
                </a:lnTo>
                <a:lnTo>
                  <a:pt x="7370064" y="4573524"/>
                </a:lnTo>
                <a:lnTo>
                  <a:pt x="7375284" y="4572000"/>
                </a:lnTo>
                <a:lnTo>
                  <a:pt x="7406640" y="4562856"/>
                </a:lnTo>
                <a:lnTo>
                  <a:pt x="7478268" y="4536948"/>
                </a:lnTo>
                <a:lnTo>
                  <a:pt x="7545324" y="4503420"/>
                </a:lnTo>
                <a:lnTo>
                  <a:pt x="7609332" y="4465320"/>
                </a:lnTo>
                <a:lnTo>
                  <a:pt x="7668768" y="4419600"/>
                </a:lnTo>
                <a:lnTo>
                  <a:pt x="7723632" y="4370832"/>
                </a:lnTo>
                <a:lnTo>
                  <a:pt x="7773924" y="4314444"/>
                </a:lnTo>
                <a:lnTo>
                  <a:pt x="7818120" y="4255008"/>
                </a:lnTo>
                <a:lnTo>
                  <a:pt x="7857744" y="4191000"/>
                </a:lnTo>
                <a:lnTo>
                  <a:pt x="7889748" y="4123944"/>
                </a:lnTo>
                <a:lnTo>
                  <a:pt x="7915656" y="4052316"/>
                </a:lnTo>
                <a:lnTo>
                  <a:pt x="7926324" y="4015740"/>
                </a:lnTo>
                <a:lnTo>
                  <a:pt x="7941564" y="3939540"/>
                </a:lnTo>
                <a:lnTo>
                  <a:pt x="7946136" y="3901440"/>
                </a:lnTo>
                <a:lnTo>
                  <a:pt x="7949184" y="3861816"/>
                </a:lnTo>
                <a:lnTo>
                  <a:pt x="7950708" y="3822192"/>
                </a:lnTo>
                <a:lnTo>
                  <a:pt x="7950708" y="2534412"/>
                </a:lnTo>
                <a:lnTo>
                  <a:pt x="7950708" y="774192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4648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334388"/>
            <a:ext cx="5056505" cy="566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 marR="293497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10" dirty="0">
                <a:latin typeface="Trebuchet MS"/>
                <a:cs typeface="Trebuchet MS"/>
              </a:rPr>
              <a:t>&lt;stdio.h&gt; </a:t>
            </a: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55" dirty="0">
                <a:latin typeface="Trebuchet MS"/>
                <a:cs typeface="Trebuchet MS"/>
              </a:rPr>
              <a:t>&lt;string.h&gt; </a:t>
            </a: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main()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s1[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]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s2[]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“Cat";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ts val="24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s3[]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"dog";</a:t>
            </a:r>
            <a:endParaRPr sz="2000">
              <a:latin typeface="Trebuchet MS"/>
              <a:cs typeface="Trebuchet MS"/>
            </a:endParaRPr>
          </a:p>
          <a:p>
            <a:pPr marL="996950" marR="1783080" indent="-27940">
              <a:lnSpc>
                <a:spcPct val="100000"/>
              </a:lnSpc>
            </a:pP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strcmp(s1,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s2)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; </a:t>
            </a:r>
            <a:r>
              <a:rPr sz="2000" spc="-70" dirty="0">
                <a:latin typeface="Trebuchet MS"/>
                <a:cs typeface="Trebuchet MS"/>
              </a:rPr>
              <a:t>if(x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469265" indent="913765">
              <a:lnSpc>
                <a:spcPct val="100000"/>
              </a:lnSpc>
            </a:pPr>
            <a:r>
              <a:rPr sz="2000" spc="-45" dirty="0">
                <a:latin typeface="Trebuchet MS"/>
                <a:cs typeface="Trebuchet MS"/>
              </a:rPr>
              <a:t>printf("They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are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same")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(x&lt;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5080" indent="913765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before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20" dirty="0">
                <a:latin typeface="Trebuchet MS"/>
                <a:cs typeface="Trebuchet MS"/>
              </a:rPr>
              <a:t> 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&gt;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203200" indent="913765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after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; </a:t>
            </a:r>
            <a:r>
              <a:rPr sz="2000" spc="-55" dirty="0">
                <a:latin typeface="Trebuchet MS"/>
                <a:cs typeface="Trebuchet MS"/>
              </a:rPr>
              <a:t>return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0;</a:t>
            </a:r>
            <a:endParaRPr sz="2000">
              <a:latin typeface="Trebuchet MS"/>
              <a:cs typeface="Trebuchet MS"/>
            </a:endParaRPr>
          </a:p>
          <a:p>
            <a:pPr marL="82550">
              <a:lnSpc>
                <a:spcPct val="100000"/>
              </a:lnSpc>
            </a:pPr>
            <a:r>
              <a:rPr sz="2000" spc="-50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210" dirty="0">
                <a:latin typeface="Trebuchet MS"/>
                <a:cs typeface="Trebuchet MS"/>
              </a:rPr>
              <a:t>s1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comes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after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s2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08627" y="786053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351787"/>
            <a:ext cx="7950834" cy="4598035"/>
          </a:xfrm>
          <a:custGeom>
            <a:avLst/>
            <a:gdLst/>
            <a:ahLst/>
            <a:cxnLst/>
            <a:rect l="l" t="t" r="r" b="b"/>
            <a:pathLst>
              <a:path w="7950834" h="4598035">
                <a:moveTo>
                  <a:pt x="7950708" y="774192"/>
                </a:moveTo>
                <a:lnTo>
                  <a:pt x="7949184" y="734568"/>
                </a:lnTo>
                <a:lnTo>
                  <a:pt x="7946136" y="694944"/>
                </a:lnTo>
                <a:lnTo>
                  <a:pt x="7941564" y="656844"/>
                </a:lnTo>
                <a:lnTo>
                  <a:pt x="7926324" y="580644"/>
                </a:lnTo>
                <a:lnTo>
                  <a:pt x="7924800" y="575424"/>
                </a:lnTo>
                <a:lnTo>
                  <a:pt x="7924800" y="2534412"/>
                </a:lnTo>
                <a:lnTo>
                  <a:pt x="7924673" y="3863340"/>
                </a:lnTo>
                <a:lnTo>
                  <a:pt x="7921752" y="3899916"/>
                </a:lnTo>
                <a:lnTo>
                  <a:pt x="7915656" y="3936492"/>
                </a:lnTo>
                <a:lnTo>
                  <a:pt x="7909560" y="3974592"/>
                </a:lnTo>
                <a:lnTo>
                  <a:pt x="7891272" y="4046220"/>
                </a:lnTo>
                <a:lnTo>
                  <a:pt x="7851648" y="4148328"/>
                </a:lnTo>
                <a:lnTo>
                  <a:pt x="7816596" y="4210812"/>
                </a:lnTo>
                <a:lnTo>
                  <a:pt x="7775448" y="4271772"/>
                </a:lnTo>
                <a:lnTo>
                  <a:pt x="7729728" y="4326636"/>
                </a:lnTo>
                <a:lnTo>
                  <a:pt x="7679436" y="4376928"/>
                </a:lnTo>
                <a:lnTo>
                  <a:pt x="7594092" y="4443984"/>
                </a:lnTo>
                <a:lnTo>
                  <a:pt x="7533132" y="4482084"/>
                </a:lnTo>
                <a:lnTo>
                  <a:pt x="7467600" y="4512564"/>
                </a:lnTo>
                <a:lnTo>
                  <a:pt x="7399020" y="4538472"/>
                </a:lnTo>
                <a:lnTo>
                  <a:pt x="7362444" y="4549140"/>
                </a:lnTo>
                <a:lnTo>
                  <a:pt x="7289292" y="4562856"/>
                </a:lnTo>
                <a:lnTo>
                  <a:pt x="7214616" y="4570476"/>
                </a:lnTo>
                <a:lnTo>
                  <a:pt x="7174992" y="4572000"/>
                </a:lnTo>
                <a:lnTo>
                  <a:pt x="775716" y="4572000"/>
                </a:lnTo>
                <a:lnTo>
                  <a:pt x="736092" y="4570476"/>
                </a:lnTo>
                <a:lnTo>
                  <a:pt x="697992" y="4567428"/>
                </a:lnTo>
                <a:lnTo>
                  <a:pt x="659892" y="4562856"/>
                </a:lnTo>
                <a:lnTo>
                  <a:pt x="586740" y="4547616"/>
                </a:lnTo>
                <a:lnTo>
                  <a:pt x="516636" y="4526280"/>
                </a:lnTo>
                <a:lnTo>
                  <a:pt x="449580" y="4497324"/>
                </a:lnTo>
                <a:lnTo>
                  <a:pt x="385572" y="4463796"/>
                </a:lnTo>
                <a:lnTo>
                  <a:pt x="326136" y="4422648"/>
                </a:lnTo>
                <a:lnTo>
                  <a:pt x="271272" y="4376928"/>
                </a:lnTo>
                <a:lnTo>
                  <a:pt x="219456" y="4326636"/>
                </a:lnTo>
                <a:lnTo>
                  <a:pt x="173736" y="4270248"/>
                </a:lnTo>
                <a:lnTo>
                  <a:pt x="134112" y="4210812"/>
                </a:lnTo>
                <a:lnTo>
                  <a:pt x="99060" y="4146804"/>
                </a:lnTo>
                <a:lnTo>
                  <a:pt x="71628" y="4079748"/>
                </a:lnTo>
                <a:lnTo>
                  <a:pt x="48768" y="4009644"/>
                </a:lnTo>
                <a:lnTo>
                  <a:pt x="33528" y="3936492"/>
                </a:lnTo>
                <a:lnTo>
                  <a:pt x="28956" y="3898392"/>
                </a:lnTo>
                <a:lnTo>
                  <a:pt x="25908" y="2534412"/>
                </a:lnTo>
                <a:lnTo>
                  <a:pt x="26022" y="734568"/>
                </a:lnTo>
                <a:lnTo>
                  <a:pt x="33528" y="659892"/>
                </a:lnTo>
                <a:lnTo>
                  <a:pt x="48768" y="586740"/>
                </a:lnTo>
                <a:lnTo>
                  <a:pt x="71628" y="516636"/>
                </a:lnTo>
                <a:lnTo>
                  <a:pt x="99060" y="449580"/>
                </a:lnTo>
                <a:lnTo>
                  <a:pt x="134112" y="385572"/>
                </a:lnTo>
                <a:lnTo>
                  <a:pt x="196596" y="297180"/>
                </a:lnTo>
                <a:lnTo>
                  <a:pt x="220980" y="271272"/>
                </a:lnTo>
                <a:lnTo>
                  <a:pt x="245364" y="243840"/>
                </a:lnTo>
                <a:lnTo>
                  <a:pt x="326136" y="173736"/>
                </a:lnTo>
                <a:lnTo>
                  <a:pt x="417576" y="115824"/>
                </a:lnTo>
                <a:lnTo>
                  <a:pt x="483108" y="83820"/>
                </a:lnTo>
                <a:lnTo>
                  <a:pt x="551688" y="59436"/>
                </a:lnTo>
                <a:lnTo>
                  <a:pt x="588264" y="48768"/>
                </a:lnTo>
                <a:lnTo>
                  <a:pt x="661416" y="33528"/>
                </a:lnTo>
                <a:lnTo>
                  <a:pt x="736092" y="25908"/>
                </a:lnTo>
                <a:lnTo>
                  <a:pt x="7214616" y="25908"/>
                </a:lnTo>
                <a:lnTo>
                  <a:pt x="7252716" y="28956"/>
                </a:lnTo>
                <a:lnTo>
                  <a:pt x="7290816" y="33528"/>
                </a:lnTo>
                <a:lnTo>
                  <a:pt x="7363968" y="48768"/>
                </a:lnTo>
                <a:lnTo>
                  <a:pt x="7434072" y="70104"/>
                </a:lnTo>
                <a:lnTo>
                  <a:pt x="7501128" y="99060"/>
                </a:lnTo>
                <a:lnTo>
                  <a:pt x="7565136" y="134112"/>
                </a:lnTo>
                <a:lnTo>
                  <a:pt x="7624572" y="173736"/>
                </a:lnTo>
                <a:lnTo>
                  <a:pt x="7679436" y="219456"/>
                </a:lnTo>
                <a:lnTo>
                  <a:pt x="7731252" y="271272"/>
                </a:lnTo>
                <a:lnTo>
                  <a:pt x="7776972" y="326136"/>
                </a:lnTo>
                <a:lnTo>
                  <a:pt x="7816596" y="387096"/>
                </a:lnTo>
                <a:lnTo>
                  <a:pt x="7851648" y="449580"/>
                </a:lnTo>
                <a:lnTo>
                  <a:pt x="7879080" y="516636"/>
                </a:lnTo>
                <a:lnTo>
                  <a:pt x="7901940" y="588264"/>
                </a:lnTo>
                <a:lnTo>
                  <a:pt x="7917180" y="661416"/>
                </a:lnTo>
                <a:lnTo>
                  <a:pt x="7923276" y="736092"/>
                </a:lnTo>
                <a:lnTo>
                  <a:pt x="7924736" y="774192"/>
                </a:lnTo>
                <a:lnTo>
                  <a:pt x="7924800" y="2534412"/>
                </a:lnTo>
                <a:lnTo>
                  <a:pt x="7924800" y="575424"/>
                </a:lnTo>
                <a:lnTo>
                  <a:pt x="7903464" y="507492"/>
                </a:lnTo>
                <a:lnTo>
                  <a:pt x="7874508" y="438912"/>
                </a:lnTo>
                <a:lnTo>
                  <a:pt x="7856220" y="405384"/>
                </a:lnTo>
                <a:lnTo>
                  <a:pt x="7818120" y="341376"/>
                </a:lnTo>
                <a:lnTo>
                  <a:pt x="7773924" y="281940"/>
                </a:lnTo>
                <a:lnTo>
                  <a:pt x="7723632" y="227076"/>
                </a:lnTo>
                <a:lnTo>
                  <a:pt x="7668768" y="176784"/>
                </a:lnTo>
                <a:lnTo>
                  <a:pt x="7638288" y="153924"/>
                </a:lnTo>
                <a:lnTo>
                  <a:pt x="7577328" y="111252"/>
                </a:lnTo>
                <a:lnTo>
                  <a:pt x="7511796" y="76200"/>
                </a:lnTo>
                <a:lnTo>
                  <a:pt x="7476744" y="60960"/>
                </a:lnTo>
                <a:lnTo>
                  <a:pt x="7405116" y="35052"/>
                </a:lnTo>
                <a:lnTo>
                  <a:pt x="7373760" y="25908"/>
                </a:lnTo>
                <a:lnTo>
                  <a:pt x="7368540" y="24384"/>
                </a:lnTo>
                <a:lnTo>
                  <a:pt x="7293864" y="9144"/>
                </a:lnTo>
                <a:lnTo>
                  <a:pt x="7254240" y="4572"/>
                </a:lnTo>
                <a:lnTo>
                  <a:pt x="7214616" y="1524"/>
                </a:lnTo>
                <a:lnTo>
                  <a:pt x="7174992" y="0"/>
                </a:lnTo>
                <a:lnTo>
                  <a:pt x="774192" y="0"/>
                </a:lnTo>
                <a:lnTo>
                  <a:pt x="734568" y="1524"/>
                </a:lnTo>
                <a:lnTo>
                  <a:pt x="694944" y="4572"/>
                </a:lnTo>
                <a:lnTo>
                  <a:pt x="656831" y="9144"/>
                </a:lnTo>
                <a:lnTo>
                  <a:pt x="618744" y="15240"/>
                </a:lnTo>
                <a:lnTo>
                  <a:pt x="580644" y="24384"/>
                </a:lnTo>
                <a:lnTo>
                  <a:pt x="544068" y="35052"/>
                </a:lnTo>
                <a:lnTo>
                  <a:pt x="472440" y="60960"/>
                </a:lnTo>
                <a:lnTo>
                  <a:pt x="405384" y="92964"/>
                </a:lnTo>
                <a:lnTo>
                  <a:pt x="341376" y="132588"/>
                </a:lnTo>
                <a:lnTo>
                  <a:pt x="281940" y="176784"/>
                </a:lnTo>
                <a:lnTo>
                  <a:pt x="227076" y="227076"/>
                </a:lnTo>
                <a:lnTo>
                  <a:pt x="176784" y="281940"/>
                </a:lnTo>
                <a:lnTo>
                  <a:pt x="132588" y="341376"/>
                </a:lnTo>
                <a:lnTo>
                  <a:pt x="92964" y="405384"/>
                </a:lnTo>
                <a:lnTo>
                  <a:pt x="60960" y="473964"/>
                </a:lnTo>
                <a:lnTo>
                  <a:pt x="35052" y="544068"/>
                </a:lnTo>
                <a:lnTo>
                  <a:pt x="24384" y="580644"/>
                </a:lnTo>
                <a:lnTo>
                  <a:pt x="15240" y="618744"/>
                </a:lnTo>
                <a:lnTo>
                  <a:pt x="9144" y="656844"/>
                </a:lnTo>
                <a:lnTo>
                  <a:pt x="4572" y="696468"/>
                </a:lnTo>
                <a:lnTo>
                  <a:pt x="1524" y="734568"/>
                </a:lnTo>
                <a:lnTo>
                  <a:pt x="0" y="774192"/>
                </a:lnTo>
                <a:lnTo>
                  <a:pt x="0" y="2534412"/>
                </a:lnTo>
                <a:lnTo>
                  <a:pt x="0" y="3822192"/>
                </a:lnTo>
                <a:lnTo>
                  <a:pt x="1524" y="3863340"/>
                </a:lnTo>
                <a:lnTo>
                  <a:pt x="4572" y="3901440"/>
                </a:lnTo>
                <a:lnTo>
                  <a:pt x="9144" y="3941064"/>
                </a:lnTo>
                <a:lnTo>
                  <a:pt x="15240" y="3979164"/>
                </a:lnTo>
                <a:lnTo>
                  <a:pt x="35052" y="4053840"/>
                </a:lnTo>
                <a:lnTo>
                  <a:pt x="60960" y="4123944"/>
                </a:lnTo>
                <a:lnTo>
                  <a:pt x="76200" y="4158996"/>
                </a:lnTo>
                <a:lnTo>
                  <a:pt x="94488" y="4192524"/>
                </a:lnTo>
                <a:lnTo>
                  <a:pt x="132588" y="4256532"/>
                </a:lnTo>
                <a:lnTo>
                  <a:pt x="176784" y="4315968"/>
                </a:lnTo>
                <a:lnTo>
                  <a:pt x="227076" y="4370832"/>
                </a:lnTo>
                <a:lnTo>
                  <a:pt x="281940" y="4421124"/>
                </a:lnTo>
                <a:lnTo>
                  <a:pt x="312420" y="4443984"/>
                </a:lnTo>
                <a:lnTo>
                  <a:pt x="373380" y="4485132"/>
                </a:lnTo>
                <a:lnTo>
                  <a:pt x="438912" y="4521708"/>
                </a:lnTo>
                <a:lnTo>
                  <a:pt x="473964" y="4536948"/>
                </a:lnTo>
                <a:lnTo>
                  <a:pt x="545592" y="4562856"/>
                </a:lnTo>
                <a:lnTo>
                  <a:pt x="582168" y="4573524"/>
                </a:lnTo>
                <a:lnTo>
                  <a:pt x="656831" y="4588764"/>
                </a:lnTo>
                <a:lnTo>
                  <a:pt x="696468" y="4593336"/>
                </a:lnTo>
                <a:lnTo>
                  <a:pt x="736092" y="4596384"/>
                </a:lnTo>
                <a:lnTo>
                  <a:pt x="775716" y="4597908"/>
                </a:lnTo>
                <a:lnTo>
                  <a:pt x="7176516" y="4597908"/>
                </a:lnTo>
                <a:lnTo>
                  <a:pt x="7216140" y="4596384"/>
                </a:lnTo>
                <a:lnTo>
                  <a:pt x="7255764" y="4593336"/>
                </a:lnTo>
                <a:lnTo>
                  <a:pt x="7293864" y="4588764"/>
                </a:lnTo>
                <a:lnTo>
                  <a:pt x="7370064" y="4573524"/>
                </a:lnTo>
                <a:lnTo>
                  <a:pt x="7375284" y="4572000"/>
                </a:lnTo>
                <a:lnTo>
                  <a:pt x="7406640" y="4562856"/>
                </a:lnTo>
                <a:lnTo>
                  <a:pt x="7478268" y="4536948"/>
                </a:lnTo>
                <a:lnTo>
                  <a:pt x="7545324" y="4503420"/>
                </a:lnTo>
                <a:lnTo>
                  <a:pt x="7609332" y="4465320"/>
                </a:lnTo>
                <a:lnTo>
                  <a:pt x="7668768" y="4419600"/>
                </a:lnTo>
                <a:lnTo>
                  <a:pt x="7723632" y="4370832"/>
                </a:lnTo>
                <a:lnTo>
                  <a:pt x="7773924" y="4314444"/>
                </a:lnTo>
                <a:lnTo>
                  <a:pt x="7818120" y="4255008"/>
                </a:lnTo>
                <a:lnTo>
                  <a:pt x="7857744" y="4191000"/>
                </a:lnTo>
                <a:lnTo>
                  <a:pt x="7889748" y="4123944"/>
                </a:lnTo>
                <a:lnTo>
                  <a:pt x="7915656" y="4052316"/>
                </a:lnTo>
                <a:lnTo>
                  <a:pt x="7926324" y="4015740"/>
                </a:lnTo>
                <a:lnTo>
                  <a:pt x="7941564" y="3939540"/>
                </a:lnTo>
                <a:lnTo>
                  <a:pt x="7946136" y="3901440"/>
                </a:lnTo>
                <a:lnTo>
                  <a:pt x="7949184" y="3861816"/>
                </a:lnTo>
                <a:lnTo>
                  <a:pt x="7950708" y="3822192"/>
                </a:lnTo>
                <a:lnTo>
                  <a:pt x="7950708" y="2534412"/>
                </a:lnTo>
                <a:lnTo>
                  <a:pt x="7950708" y="774192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0808" y="6464808"/>
            <a:ext cx="7798434" cy="711835"/>
          </a:xfrm>
          <a:custGeom>
            <a:avLst/>
            <a:gdLst/>
            <a:ahLst/>
            <a:cxnLst/>
            <a:rect l="l" t="t" r="r" b="b"/>
            <a:pathLst>
              <a:path w="7798434" h="711834">
                <a:moveTo>
                  <a:pt x="7670292" y="0"/>
                </a:moveTo>
                <a:lnTo>
                  <a:pt x="126491" y="0"/>
                </a:lnTo>
                <a:lnTo>
                  <a:pt x="114300" y="1523"/>
                </a:lnTo>
                <a:lnTo>
                  <a:pt x="100583" y="3047"/>
                </a:lnTo>
                <a:lnTo>
                  <a:pt x="88391" y="6095"/>
                </a:lnTo>
                <a:lnTo>
                  <a:pt x="77723" y="10667"/>
                </a:lnTo>
                <a:lnTo>
                  <a:pt x="65531" y="15239"/>
                </a:lnTo>
                <a:lnTo>
                  <a:pt x="56387" y="22859"/>
                </a:lnTo>
                <a:lnTo>
                  <a:pt x="45719" y="28955"/>
                </a:lnTo>
                <a:lnTo>
                  <a:pt x="36575" y="38099"/>
                </a:lnTo>
                <a:lnTo>
                  <a:pt x="10667" y="77723"/>
                </a:lnTo>
                <a:lnTo>
                  <a:pt x="0" y="126491"/>
                </a:lnTo>
                <a:lnTo>
                  <a:pt x="0" y="585215"/>
                </a:lnTo>
                <a:lnTo>
                  <a:pt x="1523" y="597407"/>
                </a:lnTo>
                <a:lnTo>
                  <a:pt x="3047" y="611123"/>
                </a:lnTo>
                <a:lnTo>
                  <a:pt x="6095" y="623315"/>
                </a:lnTo>
                <a:lnTo>
                  <a:pt x="10667" y="633983"/>
                </a:lnTo>
                <a:lnTo>
                  <a:pt x="15239" y="646175"/>
                </a:lnTo>
                <a:lnTo>
                  <a:pt x="22859" y="655319"/>
                </a:lnTo>
                <a:lnTo>
                  <a:pt x="28955" y="665987"/>
                </a:lnTo>
                <a:lnTo>
                  <a:pt x="38100" y="675131"/>
                </a:lnTo>
                <a:lnTo>
                  <a:pt x="77723" y="701039"/>
                </a:lnTo>
                <a:lnTo>
                  <a:pt x="126491" y="711707"/>
                </a:lnTo>
                <a:lnTo>
                  <a:pt x="7671816" y="711707"/>
                </a:lnTo>
                <a:lnTo>
                  <a:pt x="7684008" y="710183"/>
                </a:lnTo>
                <a:lnTo>
                  <a:pt x="7697724" y="708659"/>
                </a:lnTo>
                <a:lnTo>
                  <a:pt x="7709916" y="705611"/>
                </a:lnTo>
                <a:lnTo>
                  <a:pt x="7720584" y="701039"/>
                </a:lnTo>
                <a:lnTo>
                  <a:pt x="7732776" y="696467"/>
                </a:lnTo>
                <a:lnTo>
                  <a:pt x="7741920" y="688847"/>
                </a:lnTo>
                <a:lnTo>
                  <a:pt x="7747254" y="685799"/>
                </a:lnTo>
                <a:lnTo>
                  <a:pt x="115823" y="685799"/>
                </a:lnTo>
                <a:lnTo>
                  <a:pt x="77723" y="673607"/>
                </a:lnTo>
                <a:lnTo>
                  <a:pt x="42671" y="640079"/>
                </a:lnTo>
                <a:lnTo>
                  <a:pt x="27431" y="603503"/>
                </a:lnTo>
                <a:lnTo>
                  <a:pt x="25907" y="594359"/>
                </a:lnTo>
                <a:lnTo>
                  <a:pt x="25907" y="115823"/>
                </a:lnTo>
                <a:lnTo>
                  <a:pt x="38100" y="77723"/>
                </a:lnTo>
                <a:lnTo>
                  <a:pt x="71628" y="42671"/>
                </a:lnTo>
                <a:lnTo>
                  <a:pt x="106679" y="27431"/>
                </a:lnTo>
                <a:lnTo>
                  <a:pt x="117347" y="25907"/>
                </a:lnTo>
                <a:lnTo>
                  <a:pt x="7747406" y="25907"/>
                </a:lnTo>
                <a:lnTo>
                  <a:pt x="7741920" y="21335"/>
                </a:lnTo>
                <a:lnTo>
                  <a:pt x="7696200" y="3047"/>
                </a:lnTo>
                <a:lnTo>
                  <a:pt x="7684008" y="1523"/>
                </a:lnTo>
                <a:lnTo>
                  <a:pt x="7670292" y="0"/>
                </a:lnTo>
                <a:close/>
              </a:path>
              <a:path w="7798434" h="711834">
                <a:moveTo>
                  <a:pt x="7747406" y="25907"/>
                </a:moveTo>
                <a:lnTo>
                  <a:pt x="7682484" y="25907"/>
                </a:lnTo>
                <a:lnTo>
                  <a:pt x="7691628" y="27431"/>
                </a:lnTo>
                <a:lnTo>
                  <a:pt x="7702296" y="30479"/>
                </a:lnTo>
                <a:lnTo>
                  <a:pt x="7735824" y="48767"/>
                </a:lnTo>
                <a:lnTo>
                  <a:pt x="7760208" y="79247"/>
                </a:lnTo>
                <a:lnTo>
                  <a:pt x="7772400" y="117347"/>
                </a:lnTo>
                <a:lnTo>
                  <a:pt x="7772400" y="595883"/>
                </a:lnTo>
                <a:lnTo>
                  <a:pt x="7760208" y="633983"/>
                </a:lnTo>
                <a:lnTo>
                  <a:pt x="7726680" y="669035"/>
                </a:lnTo>
                <a:lnTo>
                  <a:pt x="7690104" y="684275"/>
                </a:lnTo>
                <a:lnTo>
                  <a:pt x="7680960" y="685799"/>
                </a:lnTo>
                <a:lnTo>
                  <a:pt x="7747254" y="685799"/>
                </a:lnTo>
                <a:lnTo>
                  <a:pt x="7776972" y="655319"/>
                </a:lnTo>
                <a:lnTo>
                  <a:pt x="7795260" y="609599"/>
                </a:lnTo>
                <a:lnTo>
                  <a:pt x="7798308" y="583691"/>
                </a:lnTo>
                <a:lnTo>
                  <a:pt x="7798308" y="126491"/>
                </a:lnTo>
                <a:lnTo>
                  <a:pt x="7796784" y="114299"/>
                </a:lnTo>
                <a:lnTo>
                  <a:pt x="7795260" y="100583"/>
                </a:lnTo>
                <a:lnTo>
                  <a:pt x="7792212" y="88391"/>
                </a:lnTo>
                <a:lnTo>
                  <a:pt x="7787640" y="77723"/>
                </a:lnTo>
                <a:lnTo>
                  <a:pt x="7783068" y="65531"/>
                </a:lnTo>
                <a:lnTo>
                  <a:pt x="7775448" y="56387"/>
                </a:lnTo>
                <a:lnTo>
                  <a:pt x="7769352" y="45719"/>
                </a:lnTo>
                <a:lnTo>
                  <a:pt x="7760208" y="36575"/>
                </a:lnTo>
                <a:lnTo>
                  <a:pt x="7747406" y="25907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1739" y="1334388"/>
            <a:ext cx="5056505" cy="566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 marR="293497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10" dirty="0">
                <a:latin typeface="Trebuchet MS"/>
                <a:cs typeface="Trebuchet MS"/>
              </a:rPr>
              <a:t>&lt;stdio.h&gt; </a:t>
            </a: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55" dirty="0">
                <a:latin typeface="Trebuchet MS"/>
                <a:cs typeface="Trebuchet MS"/>
              </a:rPr>
              <a:t>&lt;string.h&gt; </a:t>
            </a: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main()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s1[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]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"cat";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ct val="1000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s2[]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“Cat";</a:t>
            </a:r>
            <a:endParaRPr sz="2000">
              <a:latin typeface="Trebuchet MS"/>
              <a:cs typeface="Trebuchet MS"/>
            </a:endParaRPr>
          </a:p>
          <a:p>
            <a:pPr marL="996950">
              <a:lnSpc>
                <a:spcPts val="2400"/>
              </a:lnSpc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s3[]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55" dirty="0">
                <a:latin typeface="Trebuchet MS"/>
                <a:cs typeface="Trebuchet MS"/>
              </a:rPr>
              <a:t>"dog";</a:t>
            </a:r>
            <a:endParaRPr sz="2000">
              <a:latin typeface="Trebuchet MS"/>
              <a:cs typeface="Trebuchet MS"/>
            </a:endParaRPr>
          </a:p>
          <a:p>
            <a:pPr marL="996950" marR="1757045">
              <a:lnSpc>
                <a:spcPct val="100000"/>
              </a:lnSpc>
            </a:pP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strcmpi(s1,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s2); </a:t>
            </a:r>
            <a:r>
              <a:rPr sz="2000" spc="-70" dirty="0">
                <a:latin typeface="Trebuchet MS"/>
                <a:cs typeface="Trebuchet MS"/>
              </a:rPr>
              <a:t>if(x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==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469265" indent="913765">
              <a:lnSpc>
                <a:spcPct val="100000"/>
              </a:lnSpc>
            </a:pPr>
            <a:r>
              <a:rPr sz="2000" spc="-45" dirty="0">
                <a:latin typeface="Trebuchet MS"/>
                <a:cs typeface="Trebuchet MS"/>
              </a:rPr>
              <a:t>printf("They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are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same")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&lt;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5080" indent="913765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before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20" dirty="0">
                <a:latin typeface="Trebuchet MS"/>
                <a:cs typeface="Trebuchet MS"/>
              </a:rPr>
              <a:t> ; </a:t>
            </a:r>
            <a:r>
              <a:rPr sz="2000" spc="-75" dirty="0">
                <a:latin typeface="Trebuchet MS"/>
                <a:cs typeface="Trebuchet MS"/>
              </a:rPr>
              <a:t>else</a:t>
            </a:r>
            <a:r>
              <a:rPr sz="2000" spc="-1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if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&gt;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996950" marR="203200" indent="913765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printf("s1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comes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after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s2")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; </a:t>
            </a:r>
            <a:r>
              <a:rPr sz="2000" spc="-55" dirty="0">
                <a:latin typeface="Trebuchet MS"/>
                <a:cs typeface="Trebuchet MS"/>
              </a:rPr>
              <a:t>return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0;</a:t>
            </a:r>
            <a:endParaRPr sz="2000">
              <a:latin typeface="Trebuchet MS"/>
              <a:cs typeface="Trebuchet MS"/>
            </a:endParaRPr>
          </a:p>
          <a:p>
            <a:pPr marL="82550">
              <a:lnSpc>
                <a:spcPct val="100000"/>
              </a:lnSpc>
            </a:pPr>
            <a:r>
              <a:rPr sz="2000" spc="-50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989"/>
              </a:spcBef>
            </a:pPr>
            <a:r>
              <a:rPr sz="2400" spc="-100" dirty="0">
                <a:latin typeface="Trebuchet MS"/>
                <a:cs typeface="Trebuchet MS"/>
              </a:rPr>
              <a:t>They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are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same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5904" y="3041904"/>
            <a:ext cx="8700770" cy="475615"/>
            <a:chOff x="755904" y="3041904"/>
            <a:chExt cx="8700770" cy="475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904" y="3041904"/>
              <a:ext cx="8700516" cy="47548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5904" y="3041904"/>
              <a:ext cx="8700770" cy="475615"/>
            </a:xfrm>
            <a:custGeom>
              <a:avLst/>
              <a:gdLst/>
              <a:ahLst/>
              <a:cxnLst/>
              <a:rect l="l" t="t" r="r" b="b"/>
              <a:pathLst>
                <a:path w="8700770" h="475614">
                  <a:moveTo>
                    <a:pt x="8697468" y="0"/>
                  </a:moveTo>
                  <a:lnTo>
                    <a:pt x="3047" y="0"/>
                  </a:lnTo>
                  <a:lnTo>
                    <a:pt x="0" y="3048"/>
                  </a:lnTo>
                  <a:lnTo>
                    <a:pt x="0" y="472440"/>
                  </a:lnTo>
                  <a:lnTo>
                    <a:pt x="3047" y="475488"/>
                  </a:lnTo>
                  <a:lnTo>
                    <a:pt x="8697468" y="475488"/>
                  </a:lnTo>
                  <a:lnTo>
                    <a:pt x="8700516" y="472440"/>
                  </a:lnTo>
                  <a:lnTo>
                    <a:pt x="8700516" y="469392"/>
                  </a:lnTo>
                  <a:lnTo>
                    <a:pt x="13715" y="469392"/>
                  </a:lnTo>
                  <a:lnTo>
                    <a:pt x="6095" y="461772"/>
                  </a:lnTo>
                  <a:lnTo>
                    <a:pt x="13715" y="461772"/>
                  </a:lnTo>
                  <a:lnTo>
                    <a:pt x="13715" y="13716"/>
                  </a:lnTo>
                  <a:lnTo>
                    <a:pt x="6095" y="13716"/>
                  </a:lnTo>
                  <a:lnTo>
                    <a:pt x="13715" y="6096"/>
                  </a:lnTo>
                  <a:lnTo>
                    <a:pt x="8700516" y="6096"/>
                  </a:lnTo>
                  <a:lnTo>
                    <a:pt x="8700516" y="3048"/>
                  </a:lnTo>
                  <a:lnTo>
                    <a:pt x="8697468" y="0"/>
                  </a:lnTo>
                  <a:close/>
                </a:path>
                <a:path w="8700770" h="475614">
                  <a:moveTo>
                    <a:pt x="13715" y="461772"/>
                  </a:moveTo>
                  <a:lnTo>
                    <a:pt x="6095" y="461772"/>
                  </a:lnTo>
                  <a:lnTo>
                    <a:pt x="13715" y="469392"/>
                  </a:lnTo>
                  <a:lnTo>
                    <a:pt x="13715" y="461772"/>
                  </a:lnTo>
                  <a:close/>
                </a:path>
                <a:path w="8700770" h="475614">
                  <a:moveTo>
                    <a:pt x="8686800" y="461772"/>
                  </a:moveTo>
                  <a:lnTo>
                    <a:pt x="13715" y="461772"/>
                  </a:lnTo>
                  <a:lnTo>
                    <a:pt x="13715" y="469392"/>
                  </a:lnTo>
                  <a:lnTo>
                    <a:pt x="8686800" y="469392"/>
                  </a:lnTo>
                  <a:lnTo>
                    <a:pt x="8686800" y="461772"/>
                  </a:lnTo>
                  <a:close/>
                </a:path>
                <a:path w="8700770" h="475614">
                  <a:moveTo>
                    <a:pt x="8686800" y="6096"/>
                  </a:moveTo>
                  <a:lnTo>
                    <a:pt x="8686800" y="469392"/>
                  </a:lnTo>
                  <a:lnTo>
                    <a:pt x="8692896" y="461772"/>
                  </a:lnTo>
                  <a:lnTo>
                    <a:pt x="8700516" y="461772"/>
                  </a:lnTo>
                  <a:lnTo>
                    <a:pt x="8700516" y="13716"/>
                  </a:lnTo>
                  <a:lnTo>
                    <a:pt x="8692896" y="13716"/>
                  </a:lnTo>
                  <a:lnTo>
                    <a:pt x="8686800" y="6096"/>
                  </a:lnTo>
                  <a:close/>
                </a:path>
                <a:path w="8700770" h="475614">
                  <a:moveTo>
                    <a:pt x="8700516" y="461772"/>
                  </a:moveTo>
                  <a:lnTo>
                    <a:pt x="8692896" y="461772"/>
                  </a:lnTo>
                  <a:lnTo>
                    <a:pt x="8686800" y="469392"/>
                  </a:lnTo>
                  <a:lnTo>
                    <a:pt x="8700516" y="469392"/>
                  </a:lnTo>
                  <a:lnTo>
                    <a:pt x="8700516" y="461772"/>
                  </a:lnTo>
                  <a:close/>
                </a:path>
                <a:path w="8700770" h="475614">
                  <a:moveTo>
                    <a:pt x="13715" y="6096"/>
                  </a:moveTo>
                  <a:lnTo>
                    <a:pt x="6095" y="13716"/>
                  </a:lnTo>
                  <a:lnTo>
                    <a:pt x="13715" y="13716"/>
                  </a:lnTo>
                  <a:lnTo>
                    <a:pt x="13715" y="6096"/>
                  </a:lnTo>
                  <a:close/>
                </a:path>
                <a:path w="8700770" h="475614">
                  <a:moveTo>
                    <a:pt x="8686800" y="6096"/>
                  </a:moveTo>
                  <a:lnTo>
                    <a:pt x="13715" y="6096"/>
                  </a:lnTo>
                  <a:lnTo>
                    <a:pt x="13715" y="13716"/>
                  </a:lnTo>
                  <a:lnTo>
                    <a:pt x="8686800" y="13716"/>
                  </a:lnTo>
                  <a:lnTo>
                    <a:pt x="8686800" y="6096"/>
                  </a:lnTo>
                  <a:close/>
                </a:path>
                <a:path w="8700770" h="475614">
                  <a:moveTo>
                    <a:pt x="8700516" y="6096"/>
                  </a:moveTo>
                  <a:lnTo>
                    <a:pt x="8686800" y="6096"/>
                  </a:lnTo>
                  <a:lnTo>
                    <a:pt x="8692896" y="13716"/>
                  </a:lnTo>
                  <a:lnTo>
                    <a:pt x="8700516" y="13716"/>
                  </a:lnTo>
                  <a:lnTo>
                    <a:pt x="8700516" y="6096"/>
                  </a:lnTo>
                  <a:close/>
                </a:path>
              </a:pathLst>
            </a:custGeom>
            <a:solidFill>
              <a:srgbClr val="292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0739" y="3073400"/>
            <a:ext cx="429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065" algn="l"/>
              </a:tabLst>
            </a:pPr>
            <a:r>
              <a:rPr sz="2400" spc="-10" dirty="0"/>
              <a:t>Program:</a:t>
            </a:r>
            <a:r>
              <a:rPr sz="2400" dirty="0"/>
              <a:t>	Palindrome</a:t>
            </a:r>
            <a:r>
              <a:rPr sz="2400" spc="-45" dirty="0"/>
              <a:t> </a:t>
            </a:r>
            <a:r>
              <a:rPr sz="2400" spc="-10" dirty="0"/>
              <a:t>testing</a:t>
            </a:r>
            <a:endParaRPr sz="2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8408" y="749808"/>
            <a:ext cx="7874634" cy="550545"/>
            <a:chOff x="978408" y="749808"/>
            <a:chExt cx="7874634" cy="550545"/>
          </a:xfrm>
        </p:grpSpPr>
        <p:sp>
          <p:nvSpPr>
            <p:cNvPr id="3" name="object 3"/>
            <p:cNvSpPr/>
            <p:nvPr/>
          </p:nvSpPr>
          <p:spPr>
            <a:xfrm>
              <a:off x="990600" y="762000"/>
              <a:ext cx="7848600" cy="524510"/>
            </a:xfrm>
            <a:custGeom>
              <a:avLst/>
              <a:gdLst/>
              <a:ahLst/>
              <a:cxnLst/>
              <a:rect l="l" t="t" r="r" b="b"/>
              <a:pathLst>
                <a:path w="7848600" h="524510">
                  <a:moveTo>
                    <a:pt x="7848600" y="0"/>
                  </a:moveTo>
                  <a:lnTo>
                    <a:pt x="0" y="0"/>
                  </a:lnTo>
                  <a:lnTo>
                    <a:pt x="0" y="524255"/>
                  </a:lnTo>
                  <a:lnTo>
                    <a:pt x="7848600" y="524255"/>
                  </a:lnTo>
                  <a:lnTo>
                    <a:pt x="7848600" y="0"/>
                  </a:lnTo>
                  <a:close/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78408" y="749808"/>
              <a:ext cx="7874634" cy="550545"/>
            </a:xfrm>
            <a:custGeom>
              <a:avLst/>
              <a:gdLst/>
              <a:ahLst/>
              <a:cxnLst/>
              <a:rect l="l" t="t" r="r" b="b"/>
              <a:pathLst>
                <a:path w="7874634" h="550544">
                  <a:moveTo>
                    <a:pt x="7868412" y="0"/>
                  </a:moveTo>
                  <a:lnTo>
                    <a:pt x="6095" y="0"/>
                  </a:lnTo>
                  <a:lnTo>
                    <a:pt x="0" y="6096"/>
                  </a:lnTo>
                  <a:lnTo>
                    <a:pt x="0" y="544068"/>
                  </a:lnTo>
                  <a:lnTo>
                    <a:pt x="6095" y="550164"/>
                  </a:lnTo>
                  <a:lnTo>
                    <a:pt x="7868412" y="550164"/>
                  </a:lnTo>
                  <a:lnTo>
                    <a:pt x="7874508" y="544068"/>
                  </a:lnTo>
                  <a:lnTo>
                    <a:pt x="7874508" y="536448"/>
                  </a:lnTo>
                  <a:lnTo>
                    <a:pt x="25907" y="536448"/>
                  </a:lnTo>
                  <a:lnTo>
                    <a:pt x="12191" y="524256"/>
                  </a:lnTo>
                  <a:lnTo>
                    <a:pt x="25907" y="524256"/>
                  </a:lnTo>
                  <a:lnTo>
                    <a:pt x="25907" y="25908"/>
                  </a:lnTo>
                  <a:lnTo>
                    <a:pt x="12191" y="25908"/>
                  </a:lnTo>
                  <a:lnTo>
                    <a:pt x="25907" y="12192"/>
                  </a:lnTo>
                  <a:lnTo>
                    <a:pt x="7874508" y="12192"/>
                  </a:lnTo>
                  <a:lnTo>
                    <a:pt x="7874508" y="6096"/>
                  </a:lnTo>
                  <a:lnTo>
                    <a:pt x="7868412" y="0"/>
                  </a:lnTo>
                  <a:close/>
                </a:path>
                <a:path w="7874634" h="550544">
                  <a:moveTo>
                    <a:pt x="25907" y="524256"/>
                  </a:moveTo>
                  <a:lnTo>
                    <a:pt x="12191" y="524256"/>
                  </a:lnTo>
                  <a:lnTo>
                    <a:pt x="25907" y="536448"/>
                  </a:lnTo>
                  <a:lnTo>
                    <a:pt x="25907" y="524256"/>
                  </a:lnTo>
                  <a:close/>
                </a:path>
                <a:path w="7874634" h="550544">
                  <a:moveTo>
                    <a:pt x="7848600" y="524256"/>
                  </a:moveTo>
                  <a:lnTo>
                    <a:pt x="25907" y="524256"/>
                  </a:lnTo>
                  <a:lnTo>
                    <a:pt x="25907" y="536448"/>
                  </a:lnTo>
                  <a:lnTo>
                    <a:pt x="7848600" y="536448"/>
                  </a:lnTo>
                  <a:lnTo>
                    <a:pt x="7848600" y="524256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7848600" y="536448"/>
                  </a:lnTo>
                  <a:lnTo>
                    <a:pt x="7860792" y="524256"/>
                  </a:lnTo>
                  <a:lnTo>
                    <a:pt x="7874508" y="524256"/>
                  </a:lnTo>
                  <a:lnTo>
                    <a:pt x="7874508" y="25908"/>
                  </a:lnTo>
                  <a:lnTo>
                    <a:pt x="7860792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524256"/>
                  </a:moveTo>
                  <a:lnTo>
                    <a:pt x="7860792" y="524256"/>
                  </a:lnTo>
                  <a:lnTo>
                    <a:pt x="7848600" y="536448"/>
                  </a:lnTo>
                  <a:lnTo>
                    <a:pt x="7874508" y="536448"/>
                  </a:lnTo>
                  <a:lnTo>
                    <a:pt x="7874508" y="524256"/>
                  </a:lnTo>
                  <a:close/>
                </a:path>
                <a:path w="7874634" h="550544">
                  <a:moveTo>
                    <a:pt x="25907" y="12192"/>
                  </a:moveTo>
                  <a:lnTo>
                    <a:pt x="12191" y="25908"/>
                  </a:lnTo>
                  <a:lnTo>
                    <a:pt x="25907" y="25908"/>
                  </a:lnTo>
                  <a:lnTo>
                    <a:pt x="25907" y="12192"/>
                  </a:lnTo>
                  <a:close/>
                </a:path>
                <a:path w="7874634" h="550544">
                  <a:moveTo>
                    <a:pt x="7848600" y="12192"/>
                  </a:moveTo>
                  <a:lnTo>
                    <a:pt x="25907" y="12192"/>
                  </a:lnTo>
                  <a:lnTo>
                    <a:pt x="25907" y="25908"/>
                  </a:lnTo>
                  <a:lnTo>
                    <a:pt x="7848600" y="25908"/>
                  </a:lnTo>
                  <a:lnTo>
                    <a:pt x="7848600" y="12192"/>
                  </a:lnTo>
                  <a:close/>
                </a:path>
                <a:path w="7874634" h="550544">
                  <a:moveTo>
                    <a:pt x="7874508" y="12192"/>
                  </a:moveTo>
                  <a:lnTo>
                    <a:pt x="7848600" y="12192"/>
                  </a:lnTo>
                  <a:lnTo>
                    <a:pt x="7860792" y="25908"/>
                  </a:lnTo>
                  <a:lnTo>
                    <a:pt x="7874508" y="25908"/>
                  </a:lnTo>
                  <a:lnTo>
                    <a:pt x="7874508" y="12192"/>
                  </a:lnTo>
                  <a:close/>
                </a:path>
              </a:pathLst>
            </a:custGeom>
            <a:solidFill>
              <a:srgbClr val="89A4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014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Example:</a:t>
            </a:r>
            <a:r>
              <a:rPr sz="2800" b="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FFFFFF"/>
                </a:solidFill>
                <a:latin typeface="Arial"/>
                <a:cs typeface="Arial"/>
              </a:rPr>
              <a:t>Palindrome</a:t>
            </a:r>
            <a:r>
              <a:rPr sz="2800" b="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351787"/>
            <a:ext cx="7950834" cy="5062855"/>
          </a:xfrm>
          <a:custGeom>
            <a:avLst/>
            <a:gdLst/>
            <a:ahLst/>
            <a:cxnLst/>
            <a:rect l="l" t="t" r="r" b="b"/>
            <a:pathLst>
              <a:path w="7950834" h="5062855">
                <a:moveTo>
                  <a:pt x="7950708" y="851916"/>
                </a:moveTo>
                <a:lnTo>
                  <a:pt x="7949184" y="807720"/>
                </a:lnTo>
                <a:lnTo>
                  <a:pt x="7946136" y="765048"/>
                </a:lnTo>
                <a:lnTo>
                  <a:pt x="7940040" y="722376"/>
                </a:lnTo>
                <a:lnTo>
                  <a:pt x="7932420" y="679704"/>
                </a:lnTo>
                <a:lnTo>
                  <a:pt x="7924800" y="645414"/>
                </a:lnTo>
                <a:lnTo>
                  <a:pt x="7924800" y="851916"/>
                </a:lnTo>
                <a:lnTo>
                  <a:pt x="7924800" y="2534412"/>
                </a:lnTo>
                <a:lnTo>
                  <a:pt x="7924800" y="4210812"/>
                </a:lnTo>
                <a:lnTo>
                  <a:pt x="7923276" y="4253484"/>
                </a:lnTo>
                <a:lnTo>
                  <a:pt x="7920228" y="4294632"/>
                </a:lnTo>
                <a:lnTo>
                  <a:pt x="7915656" y="4335780"/>
                </a:lnTo>
                <a:lnTo>
                  <a:pt x="7908036" y="4376928"/>
                </a:lnTo>
                <a:lnTo>
                  <a:pt x="7898892" y="4416552"/>
                </a:lnTo>
                <a:lnTo>
                  <a:pt x="7888224" y="4456176"/>
                </a:lnTo>
                <a:lnTo>
                  <a:pt x="7874508" y="4494276"/>
                </a:lnTo>
                <a:lnTo>
                  <a:pt x="7859268" y="4532376"/>
                </a:lnTo>
                <a:lnTo>
                  <a:pt x="7844028" y="4568952"/>
                </a:lnTo>
                <a:lnTo>
                  <a:pt x="7825740" y="4604004"/>
                </a:lnTo>
                <a:lnTo>
                  <a:pt x="7804404" y="4639056"/>
                </a:lnTo>
                <a:lnTo>
                  <a:pt x="7783068" y="4672584"/>
                </a:lnTo>
                <a:lnTo>
                  <a:pt x="7760208" y="4704588"/>
                </a:lnTo>
                <a:lnTo>
                  <a:pt x="7735824" y="4736592"/>
                </a:lnTo>
                <a:lnTo>
                  <a:pt x="7709916" y="4767084"/>
                </a:lnTo>
                <a:lnTo>
                  <a:pt x="7682484" y="4794516"/>
                </a:lnTo>
                <a:lnTo>
                  <a:pt x="7653528" y="4821936"/>
                </a:lnTo>
                <a:lnTo>
                  <a:pt x="7624572" y="4847844"/>
                </a:lnTo>
                <a:lnTo>
                  <a:pt x="7560564" y="4896612"/>
                </a:lnTo>
                <a:lnTo>
                  <a:pt x="7527036" y="4917948"/>
                </a:lnTo>
                <a:lnTo>
                  <a:pt x="7491984" y="4937760"/>
                </a:lnTo>
                <a:lnTo>
                  <a:pt x="7456932" y="4956048"/>
                </a:lnTo>
                <a:lnTo>
                  <a:pt x="7420356" y="4972812"/>
                </a:lnTo>
                <a:lnTo>
                  <a:pt x="7344156" y="5000244"/>
                </a:lnTo>
                <a:lnTo>
                  <a:pt x="7304532" y="5010912"/>
                </a:lnTo>
                <a:lnTo>
                  <a:pt x="7264908" y="5020056"/>
                </a:lnTo>
                <a:lnTo>
                  <a:pt x="7223760" y="5027676"/>
                </a:lnTo>
                <a:lnTo>
                  <a:pt x="7182612" y="5032248"/>
                </a:lnTo>
                <a:lnTo>
                  <a:pt x="7139940" y="5035296"/>
                </a:lnTo>
                <a:lnTo>
                  <a:pt x="7097268" y="5036820"/>
                </a:lnTo>
                <a:lnTo>
                  <a:pt x="851916" y="5036820"/>
                </a:lnTo>
                <a:lnTo>
                  <a:pt x="809244" y="5035296"/>
                </a:lnTo>
                <a:lnTo>
                  <a:pt x="768096" y="5032248"/>
                </a:lnTo>
                <a:lnTo>
                  <a:pt x="726948" y="5027676"/>
                </a:lnTo>
                <a:lnTo>
                  <a:pt x="685787" y="5020056"/>
                </a:lnTo>
                <a:lnTo>
                  <a:pt x="646176" y="5010912"/>
                </a:lnTo>
                <a:lnTo>
                  <a:pt x="606552" y="5000244"/>
                </a:lnTo>
                <a:lnTo>
                  <a:pt x="568452" y="4986528"/>
                </a:lnTo>
                <a:lnTo>
                  <a:pt x="530352" y="4971288"/>
                </a:lnTo>
                <a:lnTo>
                  <a:pt x="493776" y="4956048"/>
                </a:lnTo>
                <a:lnTo>
                  <a:pt x="458724" y="4937760"/>
                </a:lnTo>
                <a:lnTo>
                  <a:pt x="423672" y="4916424"/>
                </a:lnTo>
                <a:lnTo>
                  <a:pt x="390144" y="4895088"/>
                </a:lnTo>
                <a:lnTo>
                  <a:pt x="358140" y="4872228"/>
                </a:lnTo>
                <a:lnTo>
                  <a:pt x="326136" y="4847844"/>
                </a:lnTo>
                <a:lnTo>
                  <a:pt x="295656" y="4821936"/>
                </a:lnTo>
                <a:lnTo>
                  <a:pt x="268224" y="4794516"/>
                </a:lnTo>
                <a:lnTo>
                  <a:pt x="240792" y="4765548"/>
                </a:lnTo>
                <a:lnTo>
                  <a:pt x="214884" y="4736592"/>
                </a:lnTo>
                <a:lnTo>
                  <a:pt x="188976" y="4704588"/>
                </a:lnTo>
                <a:lnTo>
                  <a:pt x="166116" y="4672584"/>
                </a:lnTo>
                <a:lnTo>
                  <a:pt x="144780" y="4639056"/>
                </a:lnTo>
                <a:lnTo>
                  <a:pt x="124968" y="4604004"/>
                </a:lnTo>
                <a:lnTo>
                  <a:pt x="106680" y="4568952"/>
                </a:lnTo>
                <a:lnTo>
                  <a:pt x="89916" y="4532376"/>
                </a:lnTo>
                <a:lnTo>
                  <a:pt x="62484" y="4456176"/>
                </a:lnTo>
                <a:lnTo>
                  <a:pt x="51816" y="4416552"/>
                </a:lnTo>
                <a:lnTo>
                  <a:pt x="42672" y="4376928"/>
                </a:lnTo>
                <a:lnTo>
                  <a:pt x="35052" y="4335780"/>
                </a:lnTo>
                <a:lnTo>
                  <a:pt x="30480" y="4294632"/>
                </a:lnTo>
                <a:lnTo>
                  <a:pt x="25908" y="4251960"/>
                </a:lnTo>
                <a:lnTo>
                  <a:pt x="25908" y="2534412"/>
                </a:lnTo>
                <a:lnTo>
                  <a:pt x="25908" y="809244"/>
                </a:lnTo>
                <a:lnTo>
                  <a:pt x="30480" y="766572"/>
                </a:lnTo>
                <a:lnTo>
                  <a:pt x="35052" y="725424"/>
                </a:lnTo>
                <a:lnTo>
                  <a:pt x="42672" y="685800"/>
                </a:lnTo>
                <a:lnTo>
                  <a:pt x="51816" y="644652"/>
                </a:lnTo>
                <a:lnTo>
                  <a:pt x="62484" y="606552"/>
                </a:lnTo>
                <a:lnTo>
                  <a:pt x="76200" y="566928"/>
                </a:lnTo>
                <a:lnTo>
                  <a:pt x="106680" y="493776"/>
                </a:lnTo>
                <a:lnTo>
                  <a:pt x="124968" y="457200"/>
                </a:lnTo>
                <a:lnTo>
                  <a:pt x="144780" y="423672"/>
                </a:lnTo>
                <a:lnTo>
                  <a:pt x="190500" y="356616"/>
                </a:lnTo>
                <a:lnTo>
                  <a:pt x="214884" y="326136"/>
                </a:lnTo>
                <a:lnTo>
                  <a:pt x="240792" y="295656"/>
                </a:lnTo>
                <a:lnTo>
                  <a:pt x="268224" y="266700"/>
                </a:lnTo>
                <a:lnTo>
                  <a:pt x="297180" y="239268"/>
                </a:lnTo>
                <a:lnTo>
                  <a:pt x="326136" y="213360"/>
                </a:lnTo>
                <a:lnTo>
                  <a:pt x="358140" y="188976"/>
                </a:lnTo>
                <a:lnTo>
                  <a:pt x="390144" y="166116"/>
                </a:lnTo>
                <a:lnTo>
                  <a:pt x="423672" y="144780"/>
                </a:lnTo>
                <a:lnTo>
                  <a:pt x="458724" y="124968"/>
                </a:lnTo>
                <a:lnTo>
                  <a:pt x="493776" y="106680"/>
                </a:lnTo>
                <a:lnTo>
                  <a:pt x="530352" y="89916"/>
                </a:lnTo>
                <a:lnTo>
                  <a:pt x="568452" y="74676"/>
                </a:lnTo>
                <a:lnTo>
                  <a:pt x="606552" y="62484"/>
                </a:lnTo>
                <a:lnTo>
                  <a:pt x="646176" y="51816"/>
                </a:lnTo>
                <a:lnTo>
                  <a:pt x="685787" y="42672"/>
                </a:lnTo>
                <a:lnTo>
                  <a:pt x="726948" y="35052"/>
                </a:lnTo>
                <a:lnTo>
                  <a:pt x="768096" y="28956"/>
                </a:lnTo>
                <a:lnTo>
                  <a:pt x="810768" y="25908"/>
                </a:lnTo>
                <a:lnTo>
                  <a:pt x="7141464" y="25908"/>
                </a:lnTo>
                <a:lnTo>
                  <a:pt x="7182612" y="28956"/>
                </a:lnTo>
                <a:lnTo>
                  <a:pt x="7223760" y="35052"/>
                </a:lnTo>
                <a:lnTo>
                  <a:pt x="7264908" y="42672"/>
                </a:lnTo>
                <a:lnTo>
                  <a:pt x="7304532" y="51816"/>
                </a:lnTo>
                <a:lnTo>
                  <a:pt x="7344156" y="62484"/>
                </a:lnTo>
                <a:lnTo>
                  <a:pt x="7420356" y="89916"/>
                </a:lnTo>
                <a:lnTo>
                  <a:pt x="7456932" y="106680"/>
                </a:lnTo>
                <a:lnTo>
                  <a:pt x="7491984" y="124968"/>
                </a:lnTo>
                <a:lnTo>
                  <a:pt x="7527036" y="144780"/>
                </a:lnTo>
                <a:lnTo>
                  <a:pt x="7560564" y="166116"/>
                </a:lnTo>
                <a:lnTo>
                  <a:pt x="7624572" y="214884"/>
                </a:lnTo>
                <a:lnTo>
                  <a:pt x="7655052" y="240792"/>
                </a:lnTo>
                <a:lnTo>
                  <a:pt x="7682484" y="268224"/>
                </a:lnTo>
                <a:lnTo>
                  <a:pt x="7709916" y="297180"/>
                </a:lnTo>
                <a:lnTo>
                  <a:pt x="7735824" y="326136"/>
                </a:lnTo>
                <a:lnTo>
                  <a:pt x="7784592" y="390144"/>
                </a:lnTo>
                <a:lnTo>
                  <a:pt x="7805928" y="423672"/>
                </a:lnTo>
                <a:lnTo>
                  <a:pt x="7825740" y="458724"/>
                </a:lnTo>
                <a:lnTo>
                  <a:pt x="7844028" y="493776"/>
                </a:lnTo>
                <a:lnTo>
                  <a:pt x="7860792" y="530352"/>
                </a:lnTo>
                <a:lnTo>
                  <a:pt x="7888224" y="606552"/>
                </a:lnTo>
                <a:lnTo>
                  <a:pt x="7898892" y="646176"/>
                </a:lnTo>
                <a:lnTo>
                  <a:pt x="7908036" y="685800"/>
                </a:lnTo>
                <a:lnTo>
                  <a:pt x="7915656" y="726948"/>
                </a:lnTo>
                <a:lnTo>
                  <a:pt x="7920228" y="768096"/>
                </a:lnTo>
                <a:lnTo>
                  <a:pt x="7923276" y="809244"/>
                </a:lnTo>
                <a:lnTo>
                  <a:pt x="7924800" y="851916"/>
                </a:lnTo>
                <a:lnTo>
                  <a:pt x="7924800" y="645414"/>
                </a:lnTo>
                <a:lnTo>
                  <a:pt x="7912608" y="598932"/>
                </a:lnTo>
                <a:lnTo>
                  <a:pt x="7898892" y="559308"/>
                </a:lnTo>
                <a:lnTo>
                  <a:pt x="7883652" y="519684"/>
                </a:lnTo>
                <a:lnTo>
                  <a:pt x="7866888" y="483108"/>
                </a:lnTo>
                <a:lnTo>
                  <a:pt x="7847076" y="445008"/>
                </a:lnTo>
                <a:lnTo>
                  <a:pt x="7827264" y="409956"/>
                </a:lnTo>
                <a:lnTo>
                  <a:pt x="7804404" y="374904"/>
                </a:lnTo>
                <a:lnTo>
                  <a:pt x="7781544" y="341376"/>
                </a:lnTo>
                <a:lnTo>
                  <a:pt x="7755636" y="309372"/>
                </a:lnTo>
                <a:lnTo>
                  <a:pt x="7728204" y="278892"/>
                </a:lnTo>
                <a:lnTo>
                  <a:pt x="7700772" y="249936"/>
                </a:lnTo>
                <a:lnTo>
                  <a:pt x="7670292" y="220980"/>
                </a:lnTo>
                <a:lnTo>
                  <a:pt x="7639812" y="195072"/>
                </a:lnTo>
                <a:lnTo>
                  <a:pt x="7607808" y="169164"/>
                </a:lnTo>
                <a:lnTo>
                  <a:pt x="7574280" y="144780"/>
                </a:lnTo>
                <a:lnTo>
                  <a:pt x="7504176" y="102108"/>
                </a:lnTo>
                <a:lnTo>
                  <a:pt x="7467600" y="83820"/>
                </a:lnTo>
                <a:lnTo>
                  <a:pt x="7429500" y="67056"/>
                </a:lnTo>
                <a:lnTo>
                  <a:pt x="7391400" y="51816"/>
                </a:lnTo>
                <a:lnTo>
                  <a:pt x="7351776" y="38100"/>
                </a:lnTo>
                <a:lnTo>
                  <a:pt x="7310628" y="25908"/>
                </a:lnTo>
                <a:lnTo>
                  <a:pt x="7269480" y="16764"/>
                </a:lnTo>
                <a:lnTo>
                  <a:pt x="7228332" y="9144"/>
                </a:lnTo>
                <a:lnTo>
                  <a:pt x="7185660" y="4572"/>
                </a:lnTo>
                <a:lnTo>
                  <a:pt x="7141464" y="1524"/>
                </a:lnTo>
                <a:lnTo>
                  <a:pt x="7098792" y="0"/>
                </a:lnTo>
                <a:lnTo>
                  <a:pt x="851916" y="0"/>
                </a:lnTo>
                <a:lnTo>
                  <a:pt x="807720" y="1524"/>
                </a:lnTo>
                <a:lnTo>
                  <a:pt x="765048" y="4572"/>
                </a:lnTo>
                <a:lnTo>
                  <a:pt x="722376" y="9144"/>
                </a:lnTo>
                <a:lnTo>
                  <a:pt x="681228" y="16764"/>
                </a:lnTo>
                <a:lnTo>
                  <a:pt x="638556" y="27432"/>
                </a:lnTo>
                <a:lnTo>
                  <a:pt x="598932" y="38100"/>
                </a:lnTo>
                <a:lnTo>
                  <a:pt x="559308" y="51816"/>
                </a:lnTo>
                <a:lnTo>
                  <a:pt x="521208" y="67056"/>
                </a:lnTo>
                <a:lnTo>
                  <a:pt x="483108" y="83820"/>
                </a:lnTo>
                <a:lnTo>
                  <a:pt x="409956" y="123444"/>
                </a:lnTo>
                <a:lnTo>
                  <a:pt x="342900" y="169164"/>
                </a:lnTo>
                <a:lnTo>
                  <a:pt x="278892" y="220980"/>
                </a:lnTo>
                <a:lnTo>
                  <a:pt x="220980" y="278892"/>
                </a:lnTo>
                <a:lnTo>
                  <a:pt x="169164" y="342900"/>
                </a:lnTo>
                <a:lnTo>
                  <a:pt x="123444" y="409956"/>
                </a:lnTo>
                <a:lnTo>
                  <a:pt x="83820" y="483108"/>
                </a:lnTo>
                <a:lnTo>
                  <a:pt x="67056" y="521208"/>
                </a:lnTo>
                <a:lnTo>
                  <a:pt x="51816" y="559308"/>
                </a:lnTo>
                <a:lnTo>
                  <a:pt x="38100" y="598932"/>
                </a:lnTo>
                <a:lnTo>
                  <a:pt x="16764" y="681228"/>
                </a:lnTo>
                <a:lnTo>
                  <a:pt x="10668" y="722376"/>
                </a:lnTo>
                <a:lnTo>
                  <a:pt x="4572" y="765048"/>
                </a:lnTo>
                <a:lnTo>
                  <a:pt x="1524" y="809244"/>
                </a:lnTo>
                <a:lnTo>
                  <a:pt x="0" y="851916"/>
                </a:lnTo>
                <a:lnTo>
                  <a:pt x="0" y="2534412"/>
                </a:lnTo>
                <a:lnTo>
                  <a:pt x="0" y="4210812"/>
                </a:lnTo>
                <a:lnTo>
                  <a:pt x="1524" y="4255008"/>
                </a:lnTo>
                <a:lnTo>
                  <a:pt x="4572" y="4297680"/>
                </a:lnTo>
                <a:lnTo>
                  <a:pt x="10668" y="4340352"/>
                </a:lnTo>
                <a:lnTo>
                  <a:pt x="18288" y="4381500"/>
                </a:lnTo>
                <a:lnTo>
                  <a:pt x="27432" y="4424172"/>
                </a:lnTo>
                <a:lnTo>
                  <a:pt x="38100" y="4463796"/>
                </a:lnTo>
                <a:lnTo>
                  <a:pt x="51816" y="4503420"/>
                </a:lnTo>
                <a:lnTo>
                  <a:pt x="67056" y="4541520"/>
                </a:lnTo>
                <a:lnTo>
                  <a:pt x="83820" y="4579620"/>
                </a:lnTo>
                <a:lnTo>
                  <a:pt x="123444" y="4652772"/>
                </a:lnTo>
                <a:lnTo>
                  <a:pt x="169164" y="4719828"/>
                </a:lnTo>
                <a:lnTo>
                  <a:pt x="195072" y="4751832"/>
                </a:lnTo>
                <a:lnTo>
                  <a:pt x="222504" y="4783836"/>
                </a:lnTo>
                <a:lnTo>
                  <a:pt x="249936" y="4812792"/>
                </a:lnTo>
                <a:lnTo>
                  <a:pt x="280416" y="4841748"/>
                </a:lnTo>
                <a:lnTo>
                  <a:pt x="310896" y="4867656"/>
                </a:lnTo>
                <a:lnTo>
                  <a:pt x="342900" y="4893564"/>
                </a:lnTo>
                <a:lnTo>
                  <a:pt x="376428" y="4916424"/>
                </a:lnTo>
                <a:lnTo>
                  <a:pt x="411480" y="4939284"/>
                </a:lnTo>
                <a:lnTo>
                  <a:pt x="446532" y="4959096"/>
                </a:lnTo>
                <a:lnTo>
                  <a:pt x="483108" y="4978908"/>
                </a:lnTo>
                <a:lnTo>
                  <a:pt x="521208" y="4995672"/>
                </a:lnTo>
                <a:lnTo>
                  <a:pt x="559308" y="5010912"/>
                </a:lnTo>
                <a:lnTo>
                  <a:pt x="598932" y="5024628"/>
                </a:lnTo>
                <a:lnTo>
                  <a:pt x="640080" y="5035296"/>
                </a:lnTo>
                <a:lnTo>
                  <a:pt x="681228" y="5044440"/>
                </a:lnTo>
                <a:lnTo>
                  <a:pt x="722376" y="5052060"/>
                </a:lnTo>
                <a:lnTo>
                  <a:pt x="765048" y="5058156"/>
                </a:lnTo>
                <a:lnTo>
                  <a:pt x="809244" y="5061204"/>
                </a:lnTo>
                <a:lnTo>
                  <a:pt x="851916" y="5062728"/>
                </a:lnTo>
                <a:lnTo>
                  <a:pt x="7098792" y="5062728"/>
                </a:lnTo>
                <a:lnTo>
                  <a:pt x="7142988" y="5061204"/>
                </a:lnTo>
                <a:lnTo>
                  <a:pt x="7185660" y="5058156"/>
                </a:lnTo>
                <a:lnTo>
                  <a:pt x="7228332" y="5052060"/>
                </a:lnTo>
                <a:lnTo>
                  <a:pt x="7269480" y="5044440"/>
                </a:lnTo>
                <a:lnTo>
                  <a:pt x="7305027" y="5036820"/>
                </a:lnTo>
                <a:lnTo>
                  <a:pt x="7312152" y="5035296"/>
                </a:lnTo>
                <a:lnTo>
                  <a:pt x="7351776" y="5024628"/>
                </a:lnTo>
                <a:lnTo>
                  <a:pt x="7391400" y="5010912"/>
                </a:lnTo>
                <a:lnTo>
                  <a:pt x="7429500" y="4995672"/>
                </a:lnTo>
                <a:lnTo>
                  <a:pt x="7467600" y="4978908"/>
                </a:lnTo>
                <a:lnTo>
                  <a:pt x="7540752" y="4939284"/>
                </a:lnTo>
                <a:lnTo>
                  <a:pt x="7607808" y="4893564"/>
                </a:lnTo>
                <a:lnTo>
                  <a:pt x="7639812" y="4867656"/>
                </a:lnTo>
                <a:lnTo>
                  <a:pt x="7671816" y="4840224"/>
                </a:lnTo>
                <a:lnTo>
                  <a:pt x="7700772" y="4812792"/>
                </a:lnTo>
                <a:lnTo>
                  <a:pt x="7729728" y="4782312"/>
                </a:lnTo>
                <a:lnTo>
                  <a:pt x="7755636" y="4751832"/>
                </a:lnTo>
                <a:lnTo>
                  <a:pt x="7781544" y="4719828"/>
                </a:lnTo>
                <a:lnTo>
                  <a:pt x="7804404" y="4686300"/>
                </a:lnTo>
                <a:lnTo>
                  <a:pt x="7827264" y="4651248"/>
                </a:lnTo>
                <a:lnTo>
                  <a:pt x="7847076" y="4616196"/>
                </a:lnTo>
                <a:lnTo>
                  <a:pt x="7866888" y="4579620"/>
                </a:lnTo>
                <a:lnTo>
                  <a:pt x="7883652" y="4541520"/>
                </a:lnTo>
                <a:lnTo>
                  <a:pt x="7898892" y="4503420"/>
                </a:lnTo>
                <a:lnTo>
                  <a:pt x="7912608" y="4463796"/>
                </a:lnTo>
                <a:lnTo>
                  <a:pt x="7923276" y="4422648"/>
                </a:lnTo>
                <a:lnTo>
                  <a:pt x="7932420" y="4381500"/>
                </a:lnTo>
                <a:lnTo>
                  <a:pt x="7940040" y="4340352"/>
                </a:lnTo>
                <a:lnTo>
                  <a:pt x="7946136" y="4297680"/>
                </a:lnTo>
                <a:lnTo>
                  <a:pt x="7949184" y="4253484"/>
                </a:lnTo>
                <a:lnTo>
                  <a:pt x="7950708" y="4210812"/>
                </a:lnTo>
                <a:lnTo>
                  <a:pt x="7950708" y="2534412"/>
                </a:lnTo>
                <a:lnTo>
                  <a:pt x="7950708" y="851916"/>
                </a:lnTo>
                <a:close/>
              </a:path>
            </a:pathLst>
          </a:custGeom>
          <a:solidFill>
            <a:srgbClr val="89A4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4818" y="1566252"/>
            <a:ext cx="5836920" cy="459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78587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10" dirty="0">
                <a:latin typeface="Trebuchet MS"/>
                <a:cs typeface="Trebuchet MS"/>
              </a:rPr>
              <a:t>&lt;stdio.h&gt; </a:t>
            </a:r>
            <a:r>
              <a:rPr sz="2000" spc="-80" dirty="0">
                <a:latin typeface="Trebuchet MS"/>
                <a:cs typeface="Trebuchet MS"/>
              </a:rPr>
              <a:t>#include </a:t>
            </a:r>
            <a:r>
              <a:rPr sz="2000" spc="-55" dirty="0">
                <a:latin typeface="Trebuchet MS"/>
                <a:cs typeface="Trebuchet MS"/>
              </a:rPr>
              <a:t>&lt;string.h&gt; </a:t>
            </a:r>
            <a:r>
              <a:rPr sz="2000" spc="-85" dirty="0">
                <a:latin typeface="Trebuchet MS"/>
                <a:cs typeface="Trebuchet MS"/>
              </a:rPr>
              <a:t>int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main()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{</a:t>
            </a:r>
            <a:endParaRPr sz="2000">
              <a:latin typeface="Trebuchet MS"/>
              <a:cs typeface="Trebuchet MS"/>
            </a:endParaRPr>
          </a:p>
          <a:p>
            <a:pPr marL="926465" marR="2526030" indent="53340">
              <a:lnSpc>
                <a:spcPts val="2400"/>
              </a:lnSpc>
              <a:spcBef>
                <a:spcPts val="75"/>
              </a:spcBef>
            </a:pP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s[80]="madam"; </a:t>
            </a:r>
            <a:r>
              <a:rPr sz="2000" spc="-75" dirty="0">
                <a:latin typeface="Trebuchet MS"/>
                <a:cs typeface="Trebuchet MS"/>
              </a:rPr>
              <a:t>char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t[80];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</a:pPr>
            <a:r>
              <a:rPr sz="2000" spc="-10" dirty="0">
                <a:latin typeface="Trebuchet MS"/>
                <a:cs typeface="Trebuchet MS"/>
              </a:rPr>
              <a:t>gets(s);</a:t>
            </a:r>
            <a:endParaRPr sz="2000">
              <a:latin typeface="Trebuchet MS"/>
              <a:cs typeface="Trebuchet MS"/>
            </a:endParaRPr>
          </a:p>
          <a:p>
            <a:pPr marL="926465" marR="2830830">
              <a:lnSpc>
                <a:spcPct val="100000"/>
              </a:lnSpc>
            </a:pPr>
            <a:r>
              <a:rPr sz="2000" spc="-10" dirty="0">
                <a:latin typeface="Trebuchet MS"/>
                <a:cs typeface="Trebuchet MS"/>
              </a:rPr>
              <a:t>strcpy(t,s); strrev(t); </a:t>
            </a:r>
            <a:r>
              <a:rPr sz="2000" spc="-75" dirty="0">
                <a:latin typeface="Trebuchet MS"/>
                <a:cs typeface="Trebuchet MS"/>
              </a:rPr>
              <a:t>if(strcmpi(s,t)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==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0)</a:t>
            </a:r>
            <a:endParaRPr sz="2000">
              <a:latin typeface="Trebuchet MS"/>
              <a:cs typeface="Trebuchet MS"/>
            </a:endParaRPr>
          </a:p>
          <a:p>
            <a:pPr marL="1840864">
              <a:lnSpc>
                <a:spcPts val="2400"/>
              </a:lnSpc>
            </a:pPr>
            <a:r>
              <a:rPr sz="2000" spc="-20" dirty="0">
                <a:latin typeface="Trebuchet MS"/>
                <a:cs typeface="Trebuchet MS"/>
              </a:rPr>
              <a:t>printf("\"%s\"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is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palindrom",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s);</a:t>
            </a:r>
            <a:endParaRPr sz="20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</a:pPr>
            <a:r>
              <a:rPr sz="2000" spc="-20" dirty="0">
                <a:latin typeface="Trebuchet MS"/>
                <a:cs typeface="Trebuchet MS"/>
              </a:rPr>
              <a:t>else</a:t>
            </a:r>
            <a:endParaRPr sz="2000">
              <a:latin typeface="Trebuchet MS"/>
              <a:cs typeface="Trebuchet MS"/>
            </a:endParaRPr>
          </a:p>
          <a:p>
            <a:pPr marL="926465" marR="5080" indent="914400">
              <a:lnSpc>
                <a:spcPct val="100000"/>
              </a:lnSpc>
            </a:pPr>
            <a:r>
              <a:rPr sz="2000" spc="-20" dirty="0">
                <a:latin typeface="Trebuchet MS"/>
                <a:cs typeface="Trebuchet MS"/>
              </a:rPr>
              <a:t>printf("\"%s\"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is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NOT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a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palindrom",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s); </a:t>
            </a:r>
            <a:r>
              <a:rPr sz="2000" spc="-55" dirty="0">
                <a:latin typeface="Trebuchet MS"/>
                <a:cs typeface="Trebuchet MS"/>
              </a:rPr>
              <a:t>return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0;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Trebuchet MS"/>
                <a:cs typeface="Trebuchet MS"/>
              </a:rPr>
              <a:t>}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347" y="1697228"/>
            <a:ext cx="581469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Write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down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program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that </a:t>
            </a:r>
            <a:r>
              <a:rPr sz="3600" b="1" dirty="0">
                <a:latin typeface="Arial"/>
                <a:cs typeface="Arial"/>
              </a:rPr>
              <a:t>searches</a:t>
            </a:r>
            <a:r>
              <a:rPr sz="3600" b="1" spc="-7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for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a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word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spc="-50" dirty="0">
                <a:latin typeface="Arial"/>
                <a:cs typeface="Arial"/>
              </a:rPr>
              <a:t>a </a:t>
            </a:r>
            <a:r>
              <a:rPr sz="3600" b="1" dirty="0">
                <a:latin typeface="Arial"/>
                <a:cs typeface="Arial"/>
              </a:rPr>
              <a:t>sentence.</a:t>
            </a:r>
            <a:r>
              <a:rPr sz="3600" b="1" spc="-8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Both</a:t>
            </a:r>
            <a:r>
              <a:rPr sz="3600" b="1" spc="-6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word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and </a:t>
            </a:r>
            <a:r>
              <a:rPr sz="3600" b="1" dirty="0">
                <a:latin typeface="Arial"/>
                <a:cs typeface="Arial"/>
              </a:rPr>
              <a:t>sentence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will</a:t>
            </a:r>
            <a:r>
              <a:rPr sz="3600" b="1" spc="-3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be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input</a:t>
            </a:r>
            <a:r>
              <a:rPr sz="3600" b="1" spc="-20" dirty="0">
                <a:latin typeface="Arial"/>
                <a:cs typeface="Arial"/>
              </a:rPr>
              <a:t> </a:t>
            </a:r>
            <a:r>
              <a:rPr sz="3600" b="1" spc="-25" dirty="0">
                <a:latin typeface="Arial"/>
                <a:cs typeface="Arial"/>
              </a:rPr>
              <a:t>to </a:t>
            </a:r>
            <a:r>
              <a:rPr sz="3600" b="1" dirty="0">
                <a:latin typeface="Arial"/>
                <a:cs typeface="Arial"/>
              </a:rPr>
              <a:t>your</a:t>
            </a:r>
            <a:r>
              <a:rPr sz="3600" b="1" spc="-7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program.</a:t>
            </a:r>
            <a:r>
              <a:rPr sz="3600" b="1" spc="-3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Print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first </a:t>
            </a:r>
            <a:r>
              <a:rPr sz="3600" b="1" dirty="0">
                <a:latin typeface="Arial"/>
                <a:cs typeface="Arial"/>
              </a:rPr>
              <a:t>position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of</a:t>
            </a:r>
            <a:r>
              <a:rPr sz="3600" b="1" spc="-5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</a:t>
            </a:r>
            <a:r>
              <a:rPr sz="3600" b="1" spc="-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word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found </a:t>
            </a:r>
            <a:r>
              <a:rPr sz="3600" b="1" dirty="0">
                <a:latin typeface="Arial"/>
                <a:cs typeface="Arial"/>
              </a:rPr>
              <a:t>in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the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sentence.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0"/>
                </a:moveTo>
                <a:lnTo>
                  <a:pt x="0" y="0"/>
                </a:lnTo>
                <a:lnTo>
                  <a:pt x="0" y="3429000"/>
                </a:lnTo>
                <a:lnTo>
                  <a:pt x="9144000" y="3429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412163"/>
            <a:ext cx="6033135" cy="578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main()</a:t>
            </a:r>
            <a:endParaRPr sz="1800">
              <a:latin typeface="Courier New"/>
              <a:cs typeface="Courier New"/>
            </a:endParaRPr>
          </a:p>
          <a:p>
            <a:pPr marL="421005" marR="3276600" indent="-408940">
              <a:lnSpc>
                <a:spcPct val="100000"/>
              </a:lnSpc>
              <a:tabLst>
                <a:tab pos="421005" algn="l"/>
              </a:tabLst>
            </a:pPr>
            <a:r>
              <a:rPr sz="1800" b="1" spc="-50" dirty="0">
                <a:latin typeface="Courier New"/>
                <a:cs typeface="Courier New"/>
              </a:rPr>
              <a:t>{</a:t>
            </a:r>
            <a:r>
              <a:rPr sz="1800" b="1" dirty="0">
                <a:latin typeface="Courier New"/>
                <a:cs typeface="Courier New"/>
              </a:rPr>
              <a:t>	char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s[80],t[80]; </a:t>
            </a:r>
            <a:r>
              <a:rPr sz="1800" b="1" dirty="0">
                <a:latin typeface="Courier New"/>
                <a:cs typeface="Courier New"/>
              </a:rPr>
              <a:t>int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i,p;</a:t>
            </a:r>
            <a:endParaRPr sz="1800">
              <a:latin typeface="Courier New"/>
              <a:cs typeface="Courier New"/>
            </a:endParaRPr>
          </a:p>
          <a:p>
            <a:pPr marL="421005" marR="1774189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printf("Enter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Sentence:"); gets(s);</a:t>
            </a:r>
            <a:endParaRPr sz="1800">
              <a:latin typeface="Courier New"/>
              <a:cs typeface="Courier New"/>
            </a:endParaRPr>
          </a:p>
          <a:p>
            <a:pPr marL="421005" marR="246253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printf("Which</a:t>
            </a:r>
            <a:r>
              <a:rPr sz="1800" b="1" spc="-12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word?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"); </a:t>
            </a:r>
            <a:r>
              <a:rPr sz="1800" b="1" spc="-10" dirty="0">
                <a:latin typeface="Courier New"/>
                <a:cs typeface="Courier New"/>
              </a:rPr>
              <a:t>gets(t);</a:t>
            </a:r>
            <a:endParaRPr sz="1800">
              <a:latin typeface="Courier New"/>
              <a:cs typeface="Courier New"/>
            </a:endParaRPr>
          </a:p>
          <a:p>
            <a:pPr marL="421005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p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0" dirty="0">
                <a:latin typeface="Courier New"/>
                <a:cs typeface="Courier New"/>
              </a:rPr>
              <a:t> -</a:t>
            </a:r>
            <a:r>
              <a:rPr sz="1800" b="1" spc="-25" dirty="0"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1103630" marR="1506220" indent="-682625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for(i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strlen(s);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i++) </a:t>
            </a:r>
            <a:r>
              <a:rPr sz="1800" b="1" dirty="0">
                <a:latin typeface="Courier New"/>
                <a:cs typeface="Courier New"/>
              </a:rPr>
              <a:t>if(s[i]</a:t>
            </a:r>
            <a:r>
              <a:rPr sz="1800" b="1" spc="-8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t[0]){</a:t>
            </a:r>
            <a:endParaRPr sz="1800">
              <a:latin typeface="Courier New"/>
              <a:cs typeface="Courier New"/>
            </a:endParaRPr>
          </a:p>
          <a:p>
            <a:pPr marL="2755900" marR="86995" indent="-9144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for(j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1;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&lt;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strlen(t);</a:t>
            </a:r>
            <a:r>
              <a:rPr sz="1800" b="1" spc="-75" dirty="0">
                <a:latin typeface="Courier New"/>
                <a:cs typeface="Courier New"/>
              </a:rPr>
              <a:t> </a:t>
            </a:r>
            <a:r>
              <a:rPr sz="1800" b="1" spc="-20" dirty="0">
                <a:latin typeface="Courier New"/>
                <a:cs typeface="Courier New"/>
              </a:rPr>
              <a:t>j++) </a:t>
            </a:r>
            <a:r>
              <a:rPr sz="1800" b="1" dirty="0">
                <a:latin typeface="Courier New"/>
                <a:cs typeface="Courier New"/>
              </a:rPr>
              <a:t>if(s[i+j]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!=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t[j])</a:t>
            </a:r>
            <a:endParaRPr sz="1800">
              <a:latin typeface="Courier New"/>
              <a:cs typeface="Courier New"/>
            </a:endParaRPr>
          </a:p>
          <a:p>
            <a:pPr marL="1841500" marR="1531620" indent="18288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break; </a:t>
            </a:r>
            <a:r>
              <a:rPr sz="1800" b="1" dirty="0">
                <a:latin typeface="Courier New"/>
                <a:cs typeface="Courier New"/>
              </a:rPr>
              <a:t>if(j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==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strlen(t)){</a:t>
            </a:r>
            <a:endParaRPr sz="1800">
              <a:latin typeface="Courier New"/>
              <a:cs typeface="Courier New"/>
            </a:endParaRPr>
          </a:p>
          <a:p>
            <a:pPr marL="2755900" marR="244602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p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spc="-35" dirty="0">
                <a:latin typeface="Courier New"/>
                <a:cs typeface="Courier New"/>
              </a:rPr>
              <a:t>i; </a:t>
            </a:r>
            <a:r>
              <a:rPr sz="1800" b="1" spc="-10" dirty="0">
                <a:latin typeface="Courier New"/>
                <a:cs typeface="Courier New"/>
              </a:rPr>
              <a:t>break;</a:t>
            </a:r>
            <a:endParaRPr sz="18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21005">
              <a:lnSpc>
                <a:spcPct val="10000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21005" marR="5080">
              <a:lnSpc>
                <a:spcPct val="100000"/>
              </a:lnSpc>
              <a:tabLst>
                <a:tab pos="1240790" algn="l"/>
                <a:tab pos="2195830" algn="l"/>
              </a:tabLst>
            </a:pPr>
            <a:r>
              <a:rPr sz="1800" b="1" dirty="0">
                <a:latin typeface="Courier New"/>
                <a:cs typeface="Courier New"/>
              </a:rPr>
              <a:t>if(p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-</a:t>
            </a:r>
            <a:r>
              <a:rPr sz="1800" b="1" spc="-25" dirty="0">
                <a:latin typeface="Courier New"/>
                <a:cs typeface="Courier New"/>
              </a:rPr>
              <a:t>1)</a:t>
            </a:r>
            <a:r>
              <a:rPr sz="1800" b="1" dirty="0">
                <a:latin typeface="Courier New"/>
                <a:cs typeface="Courier New"/>
              </a:rPr>
              <a:t>	printf("Sorry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not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found"); </a:t>
            </a:r>
            <a:r>
              <a:rPr sz="1800" b="1" spc="-20" dirty="0">
                <a:latin typeface="Courier New"/>
                <a:cs typeface="Courier New"/>
              </a:rPr>
              <a:t>else</a:t>
            </a:r>
            <a:r>
              <a:rPr sz="1800" b="1" dirty="0">
                <a:latin typeface="Courier New"/>
                <a:cs typeface="Courier New"/>
              </a:rPr>
              <a:t>	printf("Found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position: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%d",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25" dirty="0">
                <a:latin typeface="Courier New"/>
                <a:cs typeface="Courier New"/>
              </a:rPr>
              <a:t>p);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3989</Words>
  <Application>Microsoft Office PowerPoint</Application>
  <PresentationFormat>Custom</PresentationFormat>
  <Paragraphs>502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3" baseType="lpstr">
      <vt:lpstr>Arial</vt:lpstr>
      <vt:lpstr>Courier New</vt:lpstr>
      <vt:lpstr>Times New Roman</vt:lpstr>
      <vt:lpstr>Trebuchet MS</vt:lpstr>
      <vt:lpstr>Wingdings</vt:lpstr>
      <vt:lpstr>Office Theme</vt:lpstr>
      <vt:lpstr>Strings</vt:lpstr>
      <vt:lpstr>Outline</vt:lpstr>
      <vt:lpstr>Strings</vt:lpstr>
      <vt:lpstr>Outline</vt:lpstr>
      <vt:lpstr>Strings in C</vt:lpstr>
      <vt:lpstr>Outline</vt:lpstr>
      <vt:lpstr>String Literals</vt:lpstr>
      <vt:lpstr>String Literals</vt:lpstr>
      <vt:lpstr>String Literals</vt:lpstr>
      <vt:lpstr>String Literals</vt:lpstr>
      <vt:lpstr>Outline</vt:lpstr>
      <vt:lpstr>String Variables</vt:lpstr>
      <vt:lpstr>Changing content of String Variables</vt:lpstr>
      <vt:lpstr>Duplicate String Literals</vt:lpstr>
      <vt:lpstr>Outline</vt:lpstr>
      <vt:lpstr>String Input</vt:lpstr>
      <vt:lpstr>Input a String</vt:lpstr>
      <vt:lpstr>String Output</vt:lpstr>
      <vt:lpstr>Outline</vt:lpstr>
      <vt:lpstr>Determining length of a string</vt:lpstr>
      <vt:lpstr>Write down a program that will print n-th letter in a sentence entered by a user. n will be input to your program</vt:lpstr>
      <vt:lpstr>Hello</vt:lpstr>
      <vt:lpstr>Solution</vt:lpstr>
      <vt:lpstr>Write down a program that will print letters of a sentence in a vertical line. Add delay as needed.</vt:lpstr>
      <vt:lpstr>HELLO</vt:lpstr>
      <vt:lpstr>Solution</vt:lpstr>
      <vt:lpstr>PowerPoint Presentation</vt:lpstr>
      <vt:lpstr>Hello</vt:lpstr>
      <vt:lpstr>Solution</vt:lpstr>
      <vt:lpstr>0 1 2 3 4 5</vt:lpstr>
      <vt:lpstr>Write down a program that prints how many times a letter appeared in a sentence. Both letter and</vt:lpstr>
      <vt:lpstr>Solution</vt:lpstr>
      <vt:lpstr>Write down a program that prints how many words, letters, vowels and consonants exist in a</vt:lpstr>
      <vt:lpstr>Solution</vt:lpstr>
      <vt:lpstr>PowerPoint Presentation</vt:lpstr>
      <vt:lpstr>Solution</vt:lpstr>
      <vt:lpstr>Write down a program that will take a word as input and will determine whether the word is palindrome or not. A</vt:lpstr>
      <vt:lpstr>PowerPoint Presentation</vt:lpstr>
      <vt:lpstr>Solution</vt:lpstr>
      <vt:lpstr>Solution (in-place check i.e. without using any extra array)</vt:lpstr>
      <vt:lpstr>Outline</vt:lpstr>
      <vt:lpstr>Strings input output</vt:lpstr>
      <vt:lpstr>Strings initialization at the time of declartion</vt:lpstr>
      <vt:lpstr>C offers following major library functions on strings</vt:lpstr>
      <vt:lpstr>PowerPoint Presentation</vt:lpstr>
      <vt:lpstr>strlen(s) – returns the length of a string s</vt:lpstr>
      <vt:lpstr>Example</vt:lpstr>
      <vt:lpstr>strlwr(s)– convert the string s in lower case</vt:lpstr>
      <vt:lpstr>Example</vt:lpstr>
      <vt:lpstr>strupr(s)– convert the string s in upper case</vt:lpstr>
      <vt:lpstr>Example</vt:lpstr>
      <vt:lpstr>strrev(s) – reverse the content of the string s</vt:lpstr>
      <vt:lpstr>Example</vt:lpstr>
      <vt:lpstr>strcpy(s, t) – copy string t into another string s</vt:lpstr>
      <vt:lpstr>Example</vt:lpstr>
      <vt:lpstr>Example</vt:lpstr>
      <vt:lpstr>strncpy(s, t, n) -</vt:lpstr>
      <vt:lpstr>Example</vt:lpstr>
      <vt:lpstr>Example</vt:lpstr>
      <vt:lpstr>strcat(s, t) – append string t into the right side of the string s</vt:lpstr>
      <vt:lpstr>Example</vt:lpstr>
      <vt:lpstr>strncat(s, t, n) - append n characters of the string t onto the right side of the string s. Always add NULL character at the end</vt:lpstr>
      <vt:lpstr>Example</vt:lpstr>
      <vt:lpstr>LITTLE QUIZ FOR YOU</vt:lpstr>
      <vt:lpstr>Example</vt:lpstr>
      <vt:lpstr>strcmp(s, t) – compare alphabetic order of two strings s and t</vt:lpstr>
      <vt:lpstr>strcmp</vt:lpstr>
      <vt:lpstr>strcmp example</vt:lpstr>
      <vt:lpstr>Example</vt:lpstr>
      <vt:lpstr>Example</vt:lpstr>
      <vt:lpstr>strcmpi(s, t) – compare alphabetic order of two strings s and t ignoring case</vt:lpstr>
      <vt:lpstr>Example</vt:lpstr>
      <vt:lpstr>Example</vt:lpstr>
      <vt:lpstr>Program: Palindrome testing</vt:lpstr>
      <vt:lpstr>Example: Palindrome testing</vt:lpstr>
      <vt:lpstr>PowerPoint Presentation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cp:lastModifiedBy>Asif Rifat</cp:lastModifiedBy>
  <cp:revision>3</cp:revision>
  <dcterms:created xsi:type="dcterms:W3CDTF">2024-12-26T03:22:09Z</dcterms:created>
  <dcterms:modified xsi:type="dcterms:W3CDTF">2025-04-28T01:21:39Z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2020-03-29T00:00:00Z</vt:filetime>
  </property>
  <property fmtid="{D5CDD505-2E9C-101B-9397-08002B2CF9AE}" pid="3" name="LastSaved">
    <vt:filetime>2024-12-26T00:00:00Z</vt:filetime>
  </property>
  <property fmtid="{D5CDD505-2E9C-101B-9397-08002B2CF9AE}" pid="4" name="Producer">
    <vt:lpwstr>3-Heights(TM) PDF Security Shell 4.8.25.2 (http://www.pdf-tools.com)</vt:lpwstr>
  </property>
</Properties>
</file>