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10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5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176" y="761288"/>
            <a:ext cx="206438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Pointers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66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Pointers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Rahman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Pointers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Rahman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Pointers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Rahman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Pointers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90600" y="1514855"/>
            <a:ext cx="8077200" cy="20320"/>
          </a:xfrm>
          <a:custGeom>
            <a:avLst/>
            <a:gdLst/>
            <a:ahLst/>
            <a:cxnLst/>
            <a:rect l="l" t="t" r="r" b="b"/>
            <a:pathLst>
              <a:path w="8077200" h="20319">
                <a:moveTo>
                  <a:pt x="8077200" y="0"/>
                </a:moveTo>
                <a:lnTo>
                  <a:pt x="0" y="0"/>
                </a:lnTo>
                <a:lnTo>
                  <a:pt x="0" y="19812"/>
                </a:lnTo>
                <a:lnTo>
                  <a:pt x="8077200" y="19812"/>
                </a:lnTo>
                <a:lnTo>
                  <a:pt x="807720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7776" y="586320"/>
            <a:ext cx="8112759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739" y="2396744"/>
            <a:ext cx="7195820" cy="3743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93134" y="6901812"/>
            <a:ext cx="898225" cy="226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658436" y="6901812"/>
            <a:ext cx="739927" cy="226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Pointers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4892" y="6901812"/>
            <a:ext cx="288925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2174" y="3094850"/>
            <a:ext cx="2567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Pointers</a:t>
            </a:r>
            <a:r>
              <a:rPr sz="2800" spc="-85" dirty="0"/>
              <a:t> </a:t>
            </a:r>
            <a:r>
              <a:rPr sz="2800" dirty="0"/>
              <a:t>in</a:t>
            </a:r>
            <a:r>
              <a:rPr sz="2800" spc="-80" dirty="0"/>
              <a:t> </a:t>
            </a:r>
            <a:r>
              <a:rPr sz="2800" spc="-50" dirty="0"/>
              <a:t>C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990600" y="4181855"/>
            <a:ext cx="8077200" cy="20320"/>
          </a:xfrm>
          <a:custGeom>
            <a:avLst/>
            <a:gdLst/>
            <a:ahLst/>
            <a:cxnLst/>
            <a:rect l="l" t="t" r="r" b="b"/>
            <a:pathLst>
              <a:path w="8077200" h="20320">
                <a:moveTo>
                  <a:pt x="8077200" y="0"/>
                </a:moveTo>
                <a:lnTo>
                  <a:pt x="0" y="0"/>
                </a:lnTo>
                <a:lnTo>
                  <a:pt x="0" y="19812"/>
                </a:lnTo>
                <a:lnTo>
                  <a:pt x="8077200" y="19812"/>
                </a:lnTo>
                <a:lnTo>
                  <a:pt x="8077200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>
                <a:solidFill>
                  <a:srgbClr val="FF0000"/>
                </a:solidFill>
              </a:rPr>
              <a:t>What</a:t>
            </a:r>
            <a:r>
              <a:rPr sz="2000" spc="-2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is a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A</a:t>
            </a:r>
            <a:r>
              <a:rPr sz="2000" spc="-35" dirty="0"/>
              <a:t> </a:t>
            </a:r>
            <a:r>
              <a:rPr sz="2000" dirty="0"/>
              <a:t>detail</a:t>
            </a:r>
            <a:r>
              <a:rPr sz="2000" spc="-10" dirty="0"/>
              <a:t> </a:t>
            </a:r>
            <a:r>
              <a:rPr sz="2000" dirty="0"/>
              <a:t>example</a:t>
            </a:r>
            <a:r>
              <a:rPr sz="2000" spc="-50" dirty="0"/>
              <a:t> </a:t>
            </a:r>
            <a:r>
              <a:rPr sz="2000" dirty="0"/>
              <a:t>using</a:t>
            </a:r>
            <a:r>
              <a:rPr sz="2000" spc="-10" dirty="0"/>
              <a:t> pointers </a:t>
            </a: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35" dirty="0"/>
              <a:t> </a:t>
            </a:r>
            <a:r>
              <a:rPr sz="2000" spc="-10" dirty="0"/>
              <a:t>manipulations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 </a:t>
            </a:r>
            <a:r>
              <a:rPr sz="2000" dirty="0"/>
              <a:t>Operators</a:t>
            </a:r>
            <a:r>
              <a:rPr sz="2000" spc="-50" dirty="0"/>
              <a:t> </a:t>
            </a:r>
            <a:r>
              <a:rPr sz="2000" dirty="0"/>
              <a:t>applicable</a:t>
            </a:r>
            <a:r>
              <a:rPr sz="2000" spc="-50" dirty="0"/>
              <a:t> </a:t>
            </a:r>
            <a:r>
              <a:rPr sz="2000" dirty="0"/>
              <a:t>to</a:t>
            </a:r>
            <a:r>
              <a:rPr sz="2000" spc="-25" dirty="0"/>
              <a:t> </a:t>
            </a:r>
            <a:r>
              <a:rPr sz="2000" spc="-10" dirty="0"/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Pointer?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7911" y="3683076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6903" y="1746504"/>
            <a:ext cx="7786370" cy="2139950"/>
            <a:chOff x="1136903" y="1746504"/>
            <a:chExt cx="7786370" cy="2139950"/>
          </a:xfrm>
        </p:grpSpPr>
        <p:sp>
          <p:nvSpPr>
            <p:cNvPr id="5" name="object 5"/>
            <p:cNvSpPr/>
            <p:nvPr/>
          </p:nvSpPr>
          <p:spPr>
            <a:xfrm>
              <a:off x="1136904" y="1746503"/>
              <a:ext cx="2687320" cy="2139950"/>
            </a:xfrm>
            <a:custGeom>
              <a:avLst/>
              <a:gdLst/>
              <a:ahLst/>
              <a:cxnLst/>
              <a:rect l="l" t="t" r="r" b="b"/>
              <a:pathLst>
                <a:path w="2687320" h="2139950">
                  <a:moveTo>
                    <a:pt x="1309116" y="1859280"/>
                  </a:moveTo>
                  <a:lnTo>
                    <a:pt x="1306068" y="1856232"/>
                  </a:lnTo>
                  <a:lnTo>
                    <a:pt x="3048" y="1856232"/>
                  </a:lnTo>
                  <a:lnTo>
                    <a:pt x="0" y="1859280"/>
                  </a:lnTo>
                  <a:lnTo>
                    <a:pt x="0" y="2139696"/>
                  </a:lnTo>
                  <a:lnTo>
                    <a:pt x="13716" y="2139696"/>
                  </a:lnTo>
                  <a:lnTo>
                    <a:pt x="13716" y="1868424"/>
                  </a:lnTo>
                  <a:lnTo>
                    <a:pt x="1295400" y="1868424"/>
                  </a:lnTo>
                  <a:lnTo>
                    <a:pt x="1295400" y="2139696"/>
                  </a:lnTo>
                  <a:lnTo>
                    <a:pt x="1309116" y="2139696"/>
                  </a:lnTo>
                  <a:lnTo>
                    <a:pt x="1309116" y="1868424"/>
                  </a:lnTo>
                  <a:lnTo>
                    <a:pt x="1309116" y="1862328"/>
                  </a:lnTo>
                  <a:lnTo>
                    <a:pt x="1309116" y="1859280"/>
                  </a:lnTo>
                  <a:close/>
                </a:path>
                <a:path w="2687320" h="2139950">
                  <a:moveTo>
                    <a:pt x="1309116" y="475488"/>
                  </a:moveTo>
                  <a:lnTo>
                    <a:pt x="1306068" y="472440"/>
                  </a:lnTo>
                  <a:lnTo>
                    <a:pt x="1295400" y="472440"/>
                  </a:lnTo>
                  <a:lnTo>
                    <a:pt x="1295400" y="484632"/>
                  </a:lnTo>
                  <a:lnTo>
                    <a:pt x="1295400" y="914400"/>
                  </a:lnTo>
                  <a:lnTo>
                    <a:pt x="1295400" y="1842516"/>
                  </a:lnTo>
                  <a:lnTo>
                    <a:pt x="13716" y="1842516"/>
                  </a:lnTo>
                  <a:lnTo>
                    <a:pt x="13716" y="1397508"/>
                  </a:lnTo>
                  <a:lnTo>
                    <a:pt x="1295400" y="1397508"/>
                  </a:lnTo>
                  <a:lnTo>
                    <a:pt x="1295400" y="1371600"/>
                  </a:lnTo>
                  <a:lnTo>
                    <a:pt x="13716" y="1371600"/>
                  </a:lnTo>
                  <a:lnTo>
                    <a:pt x="13716" y="941832"/>
                  </a:lnTo>
                  <a:lnTo>
                    <a:pt x="1295400" y="941832"/>
                  </a:lnTo>
                  <a:lnTo>
                    <a:pt x="1295400" y="929640"/>
                  </a:lnTo>
                  <a:lnTo>
                    <a:pt x="13716" y="929640"/>
                  </a:lnTo>
                  <a:lnTo>
                    <a:pt x="13716" y="928116"/>
                  </a:lnTo>
                  <a:lnTo>
                    <a:pt x="1295400" y="928116"/>
                  </a:lnTo>
                  <a:lnTo>
                    <a:pt x="1295400" y="914400"/>
                  </a:lnTo>
                  <a:lnTo>
                    <a:pt x="13716" y="914400"/>
                  </a:lnTo>
                  <a:lnTo>
                    <a:pt x="13716" y="484632"/>
                  </a:lnTo>
                  <a:lnTo>
                    <a:pt x="1295400" y="484632"/>
                  </a:lnTo>
                  <a:lnTo>
                    <a:pt x="1295400" y="472440"/>
                  </a:lnTo>
                  <a:lnTo>
                    <a:pt x="3048" y="472440"/>
                  </a:lnTo>
                  <a:lnTo>
                    <a:pt x="0" y="475488"/>
                  </a:lnTo>
                  <a:lnTo>
                    <a:pt x="0" y="917448"/>
                  </a:lnTo>
                  <a:lnTo>
                    <a:pt x="0" y="938784"/>
                  </a:lnTo>
                  <a:lnTo>
                    <a:pt x="0" y="1382268"/>
                  </a:lnTo>
                  <a:lnTo>
                    <a:pt x="3048" y="1385316"/>
                  </a:lnTo>
                  <a:lnTo>
                    <a:pt x="0" y="1388364"/>
                  </a:lnTo>
                  <a:lnTo>
                    <a:pt x="0" y="1851660"/>
                  </a:lnTo>
                  <a:lnTo>
                    <a:pt x="3048" y="1854708"/>
                  </a:lnTo>
                  <a:lnTo>
                    <a:pt x="1306068" y="1854708"/>
                  </a:lnTo>
                  <a:lnTo>
                    <a:pt x="1309116" y="1851660"/>
                  </a:lnTo>
                  <a:lnTo>
                    <a:pt x="1309116" y="1848612"/>
                  </a:lnTo>
                  <a:lnTo>
                    <a:pt x="1309116" y="1842516"/>
                  </a:lnTo>
                  <a:lnTo>
                    <a:pt x="1309116" y="1397508"/>
                  </a:lnTo>
                  <a:lnTo>
                    <a:pt x="1309116" y="1391412"/>
                  </a:lnTo>
                  <a:lnTo>
                    <a:pt x="1309116" y="1388364"/>
                  </a:lnTo>
                  <a:lnTo>
                    <a:pt x="1306068" y="1385316"/>
                  </a:lnTo>
                  <a:lnTo>
                    <a:pt x="1309116" y="1382268"/>
                  </a:lnTo>
                  <a:lnTo>
                    <a:pt x="1309116" y="1377696"/>
                  </a:lnTo>
                  <a:lnTo>
                    <a:pt x="1309116" y="1371600"/>
                  </a:lnTo>
                  <a:lnTo>
                    <a:pt x="1309116" y="478536"/>
                  </a:lnTo>
                  <a:lnTo>
                    <a:pt x="1309116" y="475488"/>
                  </a:lnTo>
                  <a:close/>
                </a:path>
                <a:path w="2687320" h="2139950">
                  <a:moveTo>
                    <a:pt x="1309116" y="3048"/>
                  </a:moveTo>
                  <a:lnTo>
                    <a:pt x="1306068" y="0"/>
                  </a:lnTo>
                  <a:lnTo>
                    <a:pt x="1295400" y="0"/>
                  </a:lnTo>
                  <a:lnTo>
                    <a:pt x="1295400" y="13716"/>
                  </a:lnTo>
                  <a:lnTo>
                    <a:pt x="1295400" y="457200"/>
                  </a:lnTo>
                  <a:lnTo>
                    <a:pt x="13716" y="457200"/>
                  </a:lnTo>
                  <a:lnTo>
                    <a:pt x="13716" y="13716"/>
                  </a:lnTo>
                  <a:lnTo>
                    <a:pt x="1295400" y="13716"/>
                  </a:lnTo>
                  <a:lnTo>
                    <a:pt x="129540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67868"/>
                  </a:lnTo>
                  <a:lnTo>
                    <a:pt x="3048" y="470916"/>
                  </a:lnTo>
                  <a:lnTo>
                    <a:pt x="1306068" y="470916"/>
                  </a:lnTo>
                  <a:lnTo>
                    <a:pt x="1309116" y="467868"/>
                  </a:lnTo>
                  <a:lnTo>
                    <a:pt x="1309116" y="463296"/>
                  </a:lnTo>
                  <a:lnTo>
                    <a:pt x="1309116" y="457200"/>
                  </a:lnTo>
                  <a:lnTo>
                    <a:pt x="1309116" y="13716"/>
                  </a:lnTo>
                  <a:lnTo>
                    <a:pt x="1309116" y="6096"/>
                  </a:lnTo>
                  <a:lnTo>
                    <a:pt x="1309116" y="3048"/>
                  </a:lnTo>
                  <a:close/>
                </a:path>
                <a:path w="2687320" h="2139950">
                  <a:moveTo>
                    <a:pt x="2686812" y="259080"/>
                  </a:moveTo>
                  <a:lnTo>
                    <a:pt x="2685288" y="257556"/>
                  </a:lnTo>
                  <a:lnTo>
                    <a:pt x="2685288" y="252984"/>
                  </a:lnTo>
                  <a:lnTo>
                    <a:pt x="2682240" y="249936"/>
                  </a:lnTo>
                  <a:lnTo>
                    <a:pt x="2680716" y="246888"/>
                  </a:lnTo>
                  <a:lnTo>
                    <a:pt x="2679192" y="246888"/>
                  </a:lnTo>
                  <a:lnTo>
                    <a:pt x="2679192" y="245364"/>
                  </a:lnTo>
                  <a:lnTo>
                    <a:pt x="2677668" y="245364"/>
                  </a:lnTo>
                  <a:lnTo>
                    <a:pt x="2659380" y="236220"/>
                  </a:lnTo>
                  <a:lnTo>
                    <a:pt x="2650236" y="234696"/>
                  </a:lnTo>
                  <a:lnTo>
                    <a:pt x="2641092" y="231648"/>
                  </a:lnTo>
                  <a:lnTo>
                    <a:pt x="2619756" y="228600"/>
                  </a:lnTo>
                  <a:lnTo>
                    <a:pt x="2595372" y="225552"/>
                  </a:lnTo>
                  <a:lnTo>
                    <a:pt x="2581656" y="224028"/>
                  </a:lnTo>
                  <a:lnTo>
                    <a:pt x="2567940" y="224028"/>
                  </a:lnTo>
                  <a:lnTo>
                    <a:pt x="2552700" y="222504"/>
                  </a:lnTo>
                  <a:lnTo>
                    <a:pt x="2522220" y="222504"/>
                  </a:lnTo>
                  <a:lnTo>
                    <a:pt x="2520696" y="248412"/>
                  </a:lnTo>
                  <a:lnTo>
                    <a:pt x="2552700" y="248412"/>
                  </a:lnTo>
                  <a:lnTo>
                    <a:pt x="2566416" y="249936"/>
                  </a:lnTo>
                  <a:lnTo>
                    <a:pt x="2580132" y="249936"/>
                  </a:lnTo>
                  <a:lnTo>
                    <a:pt x="2593848" y="251460"/>
                  </a:lnTo>
                  <a:lnTo>
                    <a:pt x="2645664" y="259080"/>
                  </a:lnTo>
                  <a:lnTo>
                    <a:pt x="2660904" y="265188"/>
                  </a:lnTo>
                  <a:lnTo>
                    <a:pt x="2660904" y="2139696"/>
                  </a:lnTo>
                  <a:lnTo>
                    <a:pt x="2686812" y="2139696"/>
                  </a:lnTo>
                  <a:lnTo>
                    <a:pt x="2686812" y="266700"/>
                  </a:lnTo>
                  <a:lnTo>
                    <a:pt x="2686812" y="260604"/>
                  </a:lnTo>
                  <a:lnTo>
                    <a:pt x="2686812" y="25908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27903" y="1822704"/>
              <a:ext cx="3595370" cy="2063750"/>
            </a:xfrm>
            <a:custGeom>
              <a:avLst/>
              <a:gdLst/>
              <a:ahLst/>
              <a:cxnLst/>
              <a:rect l="l" t="t" r="r" b="b"/>
              <a:pathLst>
                <a:path w="3595370" h="2063750">
                  <a:moveTo>
                    <a:pt x="3595116" y="0"/>
                  </a:moveTo>
                  <a:lnTo>
                    <a:pt x="0" y="0"/>
                  </a:lnTo>
                  <a:lnTo>
                    <a:pt x="0" y="2063496"/>
                  </a:lnTo>
                  <a:lnTo>
                    <a:pt x="13716" y="20634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3595116" y="6096"/>
                  </a:lnTo>
                  <a:lnTo>
                    <a:pt x="3595116" y="0"/>
                  </a:lnTo>
                  <a:close/>
                </a:path>
                <a:path w="3595370" h="2063750">
                  <a:moveTo>
                    <a:pt x="3581400" y="6096"/>
                  </a:moveTo>
                  <a:lnTo>
                    <a:pt x="3581400" y="2063496"/>
                  </a:lnTo>
                  <a:lnTo>
                    <a:pt x="3595116" y="2063496"/>
                  </a:lnTo>
                  <a:lnTo>
                    <a:pt x="3595116" y="13716"/>
                  </a:lnTo>
                  <a:lnTo>
                    <a:pt x="3587496" y="13716"/>
                  </a:lnTo>
                  <a:lnTo>
                    <a:pt x="3581400" y="6096"/>
                  </a:lnTo>
                  <a:close/>
                </a:path>
                <a:path w="3595370" h="20637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3595370" h="2063750">
                  <a:moveTo>
                    <a:pt x="35814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3581400" y="13716"/>
                  </a:lnTo>
                  <a:lnTo>
                    <a:pt x="3581400" y="6096"/>
                  </a:lnTo>
                  <a:close/>
                </a:path>
                <a:path w="3595370" h="2063750">
                  <a:moveTo>
                    <a:pt x="3595116" y="6096"/>
                  </a:moveTo>
                  <a:lnTo>
                    <a:pt x="3581400" y="6096"/>
                  </a:lnTo>
                  <a:lnTo>
                    <a:pt x="3587496" y="13716"/>
                  </a:lnTo>
                  <a:lnTo>
                    <a:pt x="3595116" y="13716"/>
                  </a:lnTo>
                  <a:lnTo>
                    <a:pt x="3595116" y="609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12063" y="1646707"/>
            <a:ext cx="163195" cy="8096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200" y="4066728"/>
            <a:ext cx="9144000" cy="3248471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939250" y="6884921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6600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39060" y="4175252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36903" y="3886200"/>
            <a:ext cx="7786370" cy="2147570"/>
            <a:chOff x="1136903" y="3886200"/>
            <a:chExt cx="7786370" cy="2147570"/>
          </a:xfrm>
        </p:grpSpPr>
        <p:sp>
          <p:nvSpPr>
            <p:cNvPr id="16" name="object 16"/>
            <p:cNvSpPr/>
            <p:nvPr/>
          </p:nvSpPr>
          <p:spPr>
            <a:xfrm>
              <a:off x="1136904" y="3886199"/>
              <a:ext cx="2839720" cy="2147570"/>
            </a:xfrm>
            <a:custGeom>
              <a:avLst/>
              <a:gdLst/>
              <a:ahLst/>
              <a:cxnLst/>
              <a:rect l="l" t="t" r="r" b="b"/>
              <a:pathLst>
                <a:path w="2839720" h="2147570">
                  <a:moveTo>
                    <a:pt x="1309116" y="1078992"/>
                  </a:moveTo>
                  <a:lnTo>
                    <a:pt x="1306068" y="1075944"/>
                  </a:lnTo>
                  <a:lnTo>
                    <a:pt x="1295400" y="1075944"/>
                  </a:lnTo>
                  <a:lnTo>
                    <a:pt x="1295400" y="1088136"/>
                  </a:lnTo>
                  <a:lnTo>
                    <a:pt x="1295400" y="1517904"/>
                  </a:lnTo>
                  <a:lnTo>
                    <a:pt x="1295400" y="1531620"/>
                  </a:lnTo>
                  <a:lnTo>
                    <a:pt x="1295400" y="1533144"/>
                  </a:lnTo>
                  <a:lnTo>
                    <a:pt x="1295400" y="1545336"/>
                  </a:lnTo>
                  <a:lnTo>
                    <a:pt x="1295400" y="1975104"/>
                  </a:lnTo>
                  <a:lnTo>
                    <a:pt x="13716" y="1975104"/>
                  </a:lnTo>
                  <a:lnTo>
                    <a:pt x="13716" y="1545336"/>
                  </a:lnTo>
                  <a:lnTo>
                    <a:pt x="1295400" y="1545336"/>
                  </a:lnTo>
                  <a:lnTo>
                    <a:pt x="1295400" y="1533144"/>
                  </a:lnTo>
                  <a:lnTo>
                    <a:pt x="13716" y="1533144"/>
                  </a:lnTo>
                  <a:lnTo>
                    <a:pt x="13716" y="1531620"/>
                  </a:lnTo>
                  <a:lnTo>
                    <a:pt x="1295400" y="1531620"/>
                  </a:lnTo>
                  <a:lnTo>
                    <a:pt x="1295400" y="1517904"/>
                  </a:lnTo>
                  <a:lnTo>
                    <a:pt x="13716" y="1517904"/>
                  </a:lnTo>
                  <a:lnTo>
                    <a:pt x="13716" y="1088136"/>
                  </a:lnTo>
                  <a:lnTo>
                    <a:pt x="1295400" y="1088136"/>
                  </a:lnTo>
                  <a:lnTo>
                    <a:pt x="1295400" y="1075944"/>
                  </a:lnTo>
                  <a:lnTo>
                    <a:pt x="3048" y="1075944"/>
                  </a:lnTo>
                  <a:lnTo>
                    <a:pt x="0" y="1078992"/>
                  </a:lnTo>
                  <a:lnTo>
                    <a:pt x="0" y="1520952"/>
                  </a:lnTo>
                  <a:lnTo>
                    <a:pt x="0" y="1542288"/>
                  </a:lnTo>
                  <a:lnTo>
                    <a:pt x="0" y="1985772"/>
                  </a:lnTo>
                  <a:lnTo>
                    <a:pt x="3048" y="1988820"/>
                  </a:lnTo>
                  <a:lnTo>
                    <a:pt x="1306068" y="1988820"/>
                  </a:lnTo>
                  <a:lnTo>
                    <a:pt x="1309116" y="1985772"/>
                  </a:lnTo>
                  <a:lnTo>
                    <a:pt x="1309116" y="1981200"/>
                  </a:lnTo>
                  <a:lnTo>
                    <a:pt x="1309116" y="1975104"/>
                  </a:lnTo>
                  <a:lnTo>
                    <a:pt x="1309116" y="1082040"/>
                  </a:lnTo>
                  <a:lnTo>
                    <a:pt x="1309116" y="1078992"/>
                  </a:lnTo>
                  <a:close/>
                </a:path>
                <a:path w="2839720" h="2147570">
                  <a:moveTo>
                    <a:pt x="1309116" y="0"/>
                  </a:moveTo>
                  <a:lnTo>
                    <a:pt x="1295400" y="0"/>
                  </a:lnTo>
                  <a:lnTo>
                    <a:pt x="1295400" y="160020"/>
                  </a:lnTo>
                  <a:lnTo>
                    <a:pt x="1295400" y="172212"/>
                  </a:lnTo>
                  <a:lnTo>
                    <a:pt x="1295400" y="1060704"/>
                  </a:lnTo>
                  <a:lnTo>
                    <a:pt x="13716" y="1060704"/>
                  </a:lnTo>
                  <a:lnTo>
                    <a:pt x="13716" y="629412"/>
                  </a:lnTo>
                  <a:lnTo>
                    <a:pt x="1295400" y="629412"/>
                  </a:lnTo>
                  <a:lnTo>
                    <a:pt x="1295400" y="603504"/>
                  </a:lnTo>
                  <a:lnTo>
                    <a:pt x="13716" y="603504"/>
                  </a:lnTo>
                  <a:lnTo>
                    <a:pt x="13716" y="185928"/>
                  </a:lnTo>
                  <a:lnTo>
                    <a:pt x="1295400" y="185928"/>
                  </a:lnTo>
                  <a:lnTo>
                    <a:pt x="1295400" y="173736"/>
                  </a:lnTo>
                  <a:lnTo>
                    <a:pt x="13716" y="173736"/>
                  </a:lnTo>
                  <a:lnTo>
                    <a:pt x="13716" y="172212"/>
                  </a:lnTo>
                  <a:lnTo>
                    <a:pt x="1295400" y="172212"/>
                  </a:lnTo>
                  <a:lnTo>
                    <a:pt x="1295400" y="160020"/>
                  </a:lnTo>
                  <a:lnTo>
                    <a:pt x="13716" y="16002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071372"/>
                  </a:lnTo>
                  <a:lnTo>
                    <a:pt x="3048" y="1074420"/>
                  </a:lnTo>
                  <a:lnTo>
                    <a:pt x="1306068" y="1074420"/>
                  </a:lnTo>
                  <a:lnTo>
                    <a:pt x="1309116" y="1071372"/>
                  </a:lnTo>
                  <a:lnTo>
                    <a:pt x="1309116" y="1066800"/>
                  </a:lnTo>
                  <a:lnTo>
                    <a:pt x="1309116" y="1060704"/>
                  </a:lnTo>
                  <a:lnTo>
                    <a:pt x="1309116" y="163068"/>
                  </a:lnTo>
                  <a:lnTo>
                    <a:pt x="1309116" y="0"/>
                  </a:lnTo>
                  <a:close/>
                </a:path>
                <a:path w="2839720" h="2147570">
                  <a:moveTo>
                    <a:pt x="2839212" y="108204"/>
                  </a:moveTo>
                  <a:lnTo>
                    <a:pt x="2833116" y="102108"/>
                  </a:lnTo>
                  <a:lnTo>
                    <a:pt x="2825496" y="102108"/>
                  </a:lnTo>
                  <a:lnTo>
                    <a:pt x="2796540" y="102108"/>
                  </a:lnTo>
                  <a:lnTo>
                    <a:pt x="2781300" y="100584"/>
                  </a:lnTo>
                  <a:lnTo>
                    <a:pt x="2767584" y="100584"/>
                  </a:lnTo>
                  <a:lnTo>
                    <a:pt x="2731008" y="96012"/>
                  </a:lnTo>
                  <a:lnTo>
                    <a:pt x="2720340" y="94488"/>
                  </a:lnTo>
                  <a:lnTo>
                    <a:pt x="2711196" y="92964"/>
                  </a:lnTo>
                  <a:lnTo>
                    <a:pt x="2695956" y="89916"/>
                  </a:lnTo>
                  <a:lnTo>
                    <a:pt x="2686812" y="86868"/>
                  </a:lnTo>
                  <a:lnTo>
                    <a:pt x="2686812" y="83820"/>
                  </a:lnTo>
                  <a:lnTo>
                    <a:pt x="2686812" y="0"/>
                  </a:lnTo>
                  <a:lnTo>
                    <a:pt x="2660904" y="0"/>
                  </a:lnTo>
                  <a:lnTo>
                    <a:pt x="2660904" y="92964"/>
                  </a:lnTo>
                  <a:lnTo>
                    <a:pt x="2662428" y="96012"/>
                  </a:lnTo>
                  <a:lnTo>
                    <a:pt x="2662428" y="97536"/>
                  </a:lnTo>
                  <a:lnTo>
                    <a:pt x="2665476" y="100584"/>
                  </a:lnTo>
                  <a:lnTo>
                    <a:pt x="2667000" y="103632"/>
                  </a:lnTo>
                  <a:lnTo>
                    <a:pt x="2668524" y="103632"/>
                  </a:lnTo>
                  <a:lnTo>
                    <a:pt x="2668524" y="105156"/>
                  </a:lnTo>
                  <a:lnTo>
                    <a:pt x="2670048" y="105156"/>
                  </a:lnTo>
                  <a:lnTo>
                    <a:pt x="2673096" y="108204"/>
                  </a:lnTo>
                  <a:lnTo>
                    <a:pt x="2688336" y="114300"/>
                  </a:lnTo>
                  <a:lnTo>
                    <a:pt x="2692489" y="115138"/>
                  </a:lnTo>
                  <a:lnTo>
                    <a:pt x="2688336" y="115824"/>
                  </a:lnTo>
                  <a:lnTo>
                    <a:pt x="2686812" y="116586"/>
                  </a:lnTo>
                  <a:lnTo>
                    <a:pt x="2686812" y="141732"/>
                  </a:lnTo>
                  <a:lnTo>
                    <a:pt x="2686812" y="143268"/>
                  </a:lnTo>
                  <a:lnTo>
                    <a:pt x="2685288" y="144780"/>
                  </a:lnTo>
                  <a:lnTo>
                    <a:pt x="2686799" y="143268"/>
                  </a:lnTo>
                  <a:lnTo>
                    <a:pt x="2686812" y="141732"/>
                  </a:lnTo>
                  <a:lnTo>
                    <a:pt x="2686812" y="116586"/>
                  </a:lnTo>
                  <a:lnTo>
                    <a:pt x="2682240" y="118872"/>
                  </a:lnTo>
                  <a:lnTo>
                    <a:pt x="2674620" y="121920"/>
                  </a:lnTo>
                  <a:lnTo>
                    <a:pt x="2670048" y="124968"/>
                  </a:lnTo>
                  <a:lnTo>
                    <a:pt x="2668524" y="124968"/>
                  </a:lnTo>
                  <a:lnTo>
                    <a:pt x="2668524" y="126492"/>
                  </a:lnTo>
                  <a:lnTo>
                    <a:pt x="2667000" y="126492"/>
                  </a:lnTo>
                  <a:lnTo>
                    <a:pt x="2665476" y="129540"/>
                  </a:lnTo>
                  <a:lnTo>
                    <a:pt x="2662428" y="132588"/>
                  </a:lnTo>
                  <a:lnTo>
                    <a:pt x="2662428" y="134112"/>
                  </a:lnTo>
                  <a:lnTo>
                    <a:pt x="2660904" y="137160"/>
                  </a:lnTo>
                  <a:lnTo>
                    <a:pt x="2660904" y="2106168"/>
                  </a:lnTo>
                  <a:lnTo>
                    <a:pt x="2616708" y="2115312"/>
                  </a:lnTo>
                  <a:lnTo>
                    <a:pt x="2580132" y="2119884"/>
                  </a:lnTo>
                  <a:lnTo>
                    <a:pt x="2566416" y="2119884"/>
                  </a:lnTo>
                  <a:lnTo>
                    <a:pt x="2551176" y="2121408"/>
                  </a:lnTo>
                  <a:lnTo>
                    <a:pt x="2520696" y="2121408"/>
                  </a:lnTo>
                  <a:lnTo>
                    <a:pt x="2522220" y="2147316"/>
                  </a:lnTo>
                  <a:lnTo>
                    <a:pt x="2552700" y="2145792"/>
                  </a:lnTo>
                  <a:lnTo>
                    <a:pt x="2567940" y="2145792"/>
                  </a:lnTo>
                  <a:lnTo>
                    <a:pt x="2581656" y="2144268"/>
                  </a:lnTo>
                  <a:lnTo>
                    <a:pt x="2595372" y="2144268"/>
                  </a:lnTo>
                  <a:lnTo>
                    <a:pt x="2631948" y="2139696"/>
                  </a:lnTo>
                  <a:lnTo>
                    <a:pt x="2641092" y="2138172"/>
                  </a:lnTo>
                  <a:lnTo>
                    <a:pt x="2651760" y="2135124"/>
                  </a:lnTo>
                  <a:lnTo>
                    <a:pt x="2659380" y="2133600"/>
                  </a:lnTo>
                  <a:lnTo>
                    <a:pt x="2667000" y="2130552"/>
                  </a:lnTo>
                  <a:lnTo>
                    <a:pt x="2673096" y="2127504"/>
                  </a:lnTo>
                  <a:lnTo>
                    <a:pt x="2677668" y="2124456"/>
                  </a:lnTo>
                  <a:lnTo>
                    <a:pt x="2679192" y="2124456"/>
                  </a:lnTo>
                  <a:lnTo>
                    <a:pt x="2679192" y="2122932"/>
                  </a:lnTo>
                  <a:lnTo>
                    <a:pt x="2680716" y="2122932"/>
                  </a:lnTo>
                  <a:lnTo>
                    <a:pt x="2682240" y="2119884"/>
                  </a:lnTo>
                  <a:lnTo>
                    <a:pt x="2685288" y="2116836"/>
                  </a:lnTo>
                  <a:lnTo>
                    <a:pt x="2685288" y="2112264"/>
                  </a:lnTo>
                  <a:lnTo>
                    <a:pt x="2686812" y="2110740"/>
                  </a:lnTo>
                  <a:lnTo>
                    <a:pt x="2686812" y="2109216"/>
                  </a:lnTo>
                  <a:lnTo>
                    <a:pt x="2686812" y="2103120"/>
                  </a:lnTo>
                  <a:lnTo>
                    <a:pt x="2686812" y="146304"/>
                  </a:lnTo>
                  <a:lnTo>
                    <a:pt x="2686812" y="144272"/>
                  </a:lnTo>
                  <a:lnTo>
                    <a:pt x="2689847" y="143268"/>
                  </a:lnTo>
                  <a:lnTo>
                    <a:pt x="2741676" y="132588"/>
                  </a:lnTo>
                  <a:lnTo>
                    <a:pt x="2755392" y="131064"/>
                  </a:lnTo>
                  <a:lnTo>
                    <a:pt x="2767584" y="129540"/>
                  </a:lnTo>
                  <a:lnTo>
                    <a:pt x="2781300" y="129540"/>
                  </a:lnTo>
                  <a:lnTo>
                    <a:pt x="2795016" y="128016"/>
                  </a:lnTo>
                  <a:lnTo>
                    <a:pt x="2825496" y="128016"/>
                  </a:lnTo>
                  <a:lnTo>
                    <a:pt x="2833116" y="128016"/>
                  </a:lnTo>
                  <a:lnTo>
                    <a:pt x="2839212" y="121920"/>
                  </a:lnTo>
                  <a:lnTo>
                    <a:pt x="2839212" y="108204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27903" y="3886200"/>
              <a:ext cx="3595370" cy="356870"/>
            </a:xfrm>
            <a:custGeom>
              <a:avLst/>
              <a:gdLst/>
              <a:ahLst/>
              <a:cxnLst/>
              <a:rect l="l" t="t" r="r" b="b"/>
              <a:pathLst>
                <a:path w="3595370" h="356870">
                  <a:moveTo>
                    <a:pt x="13716" y="0"/>
                  </a:moveTo>
                  <a:lnTo>
                    <a:pt x="0" y="0"/>
                  </a:lnTo>
                  <a:lnTo>
                    <a:pt x="0" y="356615"/>
                  </a:lnTo>
                  <a:lnTo>
                    <a:pt x="3595116" y="356615"/>
                  </a:lnTo>
                  <a:lnTo>
                    <a:pt x="3595116" y="350520"/>
                  </a:lnTo>
                  <a:lnTo>
                    <a:pt x="13716" y="350520"/>
                  </a:lnTo>
                  <a:lnTo>
                    <a:pt x="6096" y="342900"/>
                  </a:lnTo>
                  <a:lnTo>
                    <a:pt x="13716" y="342900"/>
                  </a:lnTo>
                  <a:lnTo>
                    <a:pt x="13716" y="0"/>
                  </a:lnTo>
                  <a:close/>
                </a:path>
                <a:path w="3595370" h="356870">
                  <a:moveTo>
                    <a:pt x="13716" y="342900"/>
                  </a:moveTo>
                  <a:lnTo>
                    <a:pt x="6096" y="342900"/>
                  </a:lnTo>
                  <a:lnTo>
                    <a:pt x="13716" y="350520"/>
                  </a:lnTo>
                  <a:lnTo>
                    <a:pt x="13716" y="342900"/>
                  </a:lnTo>
                  <a:close/>
                </a:path>
                <a:path w="3595370" h="356870">
                  <a:moveTo>
                    <a:pt x="3581400" y="342900"/>
                  </a:moveTo>
                  <a:lnTo>
                    <a:pt x="13716" y="342900"/>
                  </a:lnTo>
                  <a:lnTo>
                    <a:pt x="13716" y="350520"/>
                  </a:lnTo>
                  <a:lnTo>
                    <a:pt x="3581400" y="350520"/>
                  </a:lnTo>
                  <a:lnTo>
                    <a:pt x="3581400" y="342900"/>
                  </a:lnTo>
                  <a:close/>
                </a:path>
                <a:path w="3595370" h="356870">
                  <a:moveTo>
                    <a:pt x="3595116" y="0"/>
                  </a:moveTo>
                  <a:lnTo>
                    <a:pt x="3581400" y="0"/>
                  </a:lnTo>
                  <a:lnTo>
                    <a:pt x="3581400" y="350520"/>
                  </a:lnTo>
                  <a:lnTo>
                    <a:pt x="3587496" y="342900"/>
                  </a:lnTo>
                  <a:lnTo>
                    <a:pt x="3595116" y="342900"/>
                  </a:lnTo>
                  <a:lnTo>
                    <a:pt x="3595116" y="0"/>
                  </a:lnTo>
                  <a:close/>
                </a:path>
                <a:path w="3595370" h="356870">
                  <a:moveTo>
                    <a:pt x="3595116" y="342900"/>
                  </a:moveTo>
                  <a:lnTo>
                    <a:pt x="3587496" y="342900"/>
                  </a:lnTo>
                  <a:lnTo>
                    <a:pt x="3581400" y="350520"/>
                  </a:lnTo>
                  <a:lnTo>
                    <a:pt x="3595116" y="350520"/>
                  </a:lnTo>
                  <a:lnTo>
                    <a:pt x="3595116" y="3429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17416" y="3821607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RAM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5E9872-9D79-4019-B1C7-0EF90097A052}"/>
              </a:ext>
            </a:extLst>
          </p:cNvPr>
          <p:cNvGrpSpPr/>
          <p:nvPr/>
        </p:nvGrpSpPr>
        <p:grpSpPr>
          <a:xfrm>
            <a:off x="5412752" y="1789392"/>
            <a:ext cx="3136849" cy="2356278"/>
            <a:chOff x="5412752" y="1789392"/>
            <a:chExt cx="3136849" cy="2356278"/>
          </a:xfrm>
        </p:grpSpPr>
        <p:sp>
          <p:nvSpPr>
            <p:cNvPr id="7" name="object 7"/>
            <p:cNvSpPr txBox="1"/>
            <p:nvPr/>
          </p:nvSpPr>
          <p:spPr>
            <a:xfrm>
              <a:off x="5412752" y="1789392"/>
              <a:ext cx="1793239" cy="903451"/>
            </a:xfrm>
            <a:prstGeom prst="rect">
              <a:avLst/>
            </a:prstGeom>
          </p:spPr>
          <p:txBody>
            <a:bodyPr vert="horz" wrap="square" lIns="0" tIns="6159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84"/>
                </a:spcBef>
              </a:pP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void</a:t>
              </a:r>
              <a:r>
                <a:rPr sz="1600" b="1" spc="-50" dirty="0">
                  <a:solidFill>
                    <a:srgbClr val="006600"/>
                  </a:solidFill>
                  <a:latin typeface="Courier New"/>
                  <a:cs typeface="Courier New"/>
                </a:rPr>
                <a:t> </a:t>
              </a:r>
              <a:r>
                <a:rPr sz="1600" b="1" spc="-10" dirty="0">
                  <a:solidFill>
                    <a:srgbClr val="006600"/>
                  </a:solidFill>
                  <a:latin typeface="Courier New"/>
                  <a:cs typeface="Courier New"/>
                </a:rPr>
                <a:t>main(){</a:t>
              </a:r>
              <a:endParaRPr sz="1600" dirty="0">
                <a:latin typeface="Courier New"/>
                <a:cs typeface="Courier New"/>
              </a:endParaRPr>
            </a:p>
            <a:p>
              <a:pPr marL="926465">
                <a:lnSpc>
                  <a:spcPct val="100000"/>
                </a:lnSpc>
                <a:spcBef>
                  <a:spcPts val="385"/>
                </a:spcBef>
                <a:tabLst>
                  <a:tab pos="1535430" algn="l"/>
                </a:tabLst>
              </a:pPr>
              <a:r>
                <a:rPr sz="1600" b="1" spc="-25" dirty="0">
                  <a:solidFill>
                    <a:srgbClr val="006600"/>
                  </a:solidFill>
                  <a:latin typeface="Courier New"/>
                  <a:cs typeface="Courier New"/>
                </a:rPr>
                <a:t>int</a:t>
              </a: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	</a:t>
              </a:r>
              <a:r>
                <a:rPr sz="1600" b="1" spc="-25" dirty="0">
                  <a:solidFill>
                    <a:srgbClr val="006600"/>
                  </a:solidFill>
                  <a:latin typeface="Courier New"/>
                  <a:cs typeface="Courier New"/>
                </a:rPr>
                <a:t>a;</a:t>
              </a:r>
              <a:endParaRPr sz="1600" dirty="0">
                <a:latin typeface="Courier New"/>
                <a:cs typeface="Courier New"/>
              </a:endParaRPr>
            </a:p>
            <a:p>
              <a:pPr marL="926465">
                <a:lnSpc>
                  <a:spcPct val="100000"/>
                </a:lnSpc>
                <a:spcBef>
                  <a:spcPts val="384"/>
                </a:spcBef>
                <a:tabLst>
                  <a:tab pos="1535430" algn="l"/>
                </a:tabLst>
              </a:pPr>
              <a:r>
                <a:rPr sz="1600" b="1" spc="-25" dirty="0">
                  <a:solidFill>
                    <a:srgbClr val="006600"/>
                  </a:solidFill>
                  <a:latin typeface="Courier New"/>
                  <a:cs typeface="Courier New"/>
                </a:rPr>
                <a:t>int</a:t>
              </a: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	</a:t>
              </a:r>
              <a:r>
                <a:rPr sz="1600" b="1" spc="-25" dirty="0">
                  <a:solidFill>
                    <a:srgbClr val="006600"/>
                  </a:solidFill>
                  <a:latin typeface="Courier New"/>
                  <a:cs typeface="Courier New"/>
                </a:rPr>
                <a:t>b;</a:t>
              </a:r>
              <a:endParaRPr sz="1600" dirty="0">
                <a:latin typeface="Courier New"/>
                <a:cs typeface="Courier New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327101" y="2667266"/>
              <a:ext cx="2222500" cy="1196340"/>
            </a:xfrm>
            <a:prstGeom prst="rect">
              <a:avLst/>
            </a:prstGeom>
          </p:spPr>
          <p:txBody>
            <a:bodyPr vert="horz" wrap="square" lIns="0" tIns="6159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84"/>
                </a:spcBef>
              </a:pP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a</a:t>
              </a:r>
              <a:r>
                <a:rPr sz="1600" b="1" spc="-20" dirty="0">
                  <a:solidFill>
                    <a:srgbClr val="006600"/>
                  </a:solidFill>
                  <a:latin typeface="Courier New"/>
                  <a:cs typeface="Courier New"/>
                </a:rPr>
                <a:t> </a:t>
              </a: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= </a:t>
              </a:r>
              <a:r>
                <a:rPr sz="1600" b="1" spc="-25" dirty="0">
                  <a:solidFill>
                    <a:srgbClr val="006600"/>
                  </a:solidFill>
                  <a:latin typeface="Courier New"/>
                  <a:cs typeface="Courier New"/>
                </a:rPr>
                <a:t>5;</a:t>
              </a:r>
              <a:endParaRPr sz="1600" dirty="0">
                <a:latin typeface="Courier New"/>
                <a:cs typeface="Courier New"/>
              </a:endParaRPr>
            </a:p>
            <a:p>
              <a:pPr marL="12700">
                <a:lnSpc>
                  <a:spcPct val="100000"/>
                </a:lnSpc>
                <a:spcBef>
                  <a:spcPts val="384"/>
                </a:spcBef>
              </a:pP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b</a:t>
              </a:r>
              <a:r>
                <a:rPr sz="1600" b="1" spc="-20" dirty="0">
                  <a:solidFill>
                    <a:srgbClr val="006600"/>
                  </a:solidFill>
                  <a:latin typeface="Courier New"/>
                  <a:cs typeface="Courier New"/>
                </a:rPr>
                <a:t> </a:t>
              </a: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= </a:t>
              </a:r>
              <a:r>
                <a:rPr sz="1600" b="1" spc="-25" dirty="0">
                  <a:solidFill>
                    <a:srgbClr val="006600"/>
                  </a:solidFill>
                  <a:latin typeface="Courier New"/>
                  <a:cs typeface="Courier New"/>
                </a:rPr>
                <a:t>78;</a:t>
              </a:r>
              <a:endParaRPr sz="1600" dirty="0">
                <a:latin typeface="Courier New"/>
                <a:cs typeface="Courier New"/>
              </a:endParaRPr>
            </a:p>
            <a:p>
              <a:pPr marL="12700">
                <a:lnSpc>
                  <a:spcPct val="100000"/>
                </a:lnSpc>
                <a:spcBef>
                  <a:spcPts val="384"/>
                </a:spcBef>
              </a:pP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printf(“%d\n”,</a:t>
              </a:r>
              <a:r>
                <a:rPr sz="1600" b="1" spc="-130" dirty="0">
                  <a:solidFill>
                    <a:srgbClr val="006600"/>
                  </a:solidFill>
                  <a:latin typeface="Courier New"/>
                  <a:cs typeface="Courier New"/>
                </a:rPr>
                <a:t> </a:t>
              </a:r>
              <a:r>
                <a:rPr sz="1600" b="1" spc="-25" dirty="0">
                  <a:solidFill>
                    <a:srgbClr val="006600"/>
                  </a:solidFill>
                  <a:latin typeface="Courier New"/>
                  <a:cs typeface="Courier New"/>
                </a:rPr>
                <a:t>a);</a:t>
              </a:r>
              <a:endParaRPr sz="1600" dirty="0">
                <a:latin typeface="Courier New"/>
                <a:cs typeface="Courier New"/>
              </a:endParaRPr>
            </a:p>
            <a:p>
              <a:pPr marL="12700">
                <a:lnSpc>
                  <a:spcPct val="100000"/>
                </a:lnSpc>
                <a:spcBef>
                  <a:spcPts val="380"/>
                </a:spcBef>
              </a:pPr>
              <a:r>
                <a:rPr sz="1600" b="1" dirty="0">
                  <a:solidFill>
                    <a:srgbClr val="006600"/>
                  </a:solidFill>
                  <a:latin typeface="Courier New"/>
                  <a:cs typeface="Courier New"/>
                </a:rPr>
                <a:t>printf(“%d\n”,</a:t>
              </a:r>
              <a:r>
                <a:rPr sz="1600" b="1" spc="-130" dirty="0">
                  <a:solidFill>
                    <a:srgbClr val="006600"/>
                  </a:solidFill>
                  <a:latin typeface="Courier New"/>
                  <a:cs typeface="Courier New"/>
                </a:rPr>
                <a:t> </a:t>
              </a:r>
              <a:r>
                <a:rPr sz="1600" b="1" spc="-25" dirty="0">
                  <a:solidFill>
                    <a:srgbClr val="006600"/>
                  </a:solidFill>
                  <a:latin typeface="Courier New"/>
                  <a:cs typeface="Courier New"/>
                </a:rPr>
                <a:t>b);</a:t>
              </a:r>
              <a:endParaRPr sz="1600" dirty="0">
                <a:latin typeface="Courier New"/>
                <a:cs typeface="Courier New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5412752" y="3887266"/>
              <a:ext cx="147320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50" dirty="0">
                  <a:solidFill>
                    <a:srgbClr val="006600"/>
                  </a:solidFill>
                  <a:latin typeface="Courier New"/>
                  <a:cs typeface="Courier New"/>
                </a:rPr>
                <a:t>}</a:t>
              </a:r>
              <a:endParaRPr sz="1600">
                <a:latin typeface="Courier New"/>
                <a:cs typeface="Courier New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02816" y="3745484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5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2816" y="421640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78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5376" y="3745484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200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6231" y="4137075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204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60454" y="4841252"/>
            <a:ext cx="33496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Pointer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is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special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variable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that</a:t>
            </a:r>
            <a:r>
              <a:rPr sz="20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holds</a:t>
            </a:r>
            <a:r>
              <a:rPr sz="20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memory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address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another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variable.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>
                <a:solidFill>
                  <a:srgbClr val="FF0000"/>
                </a:solidFill>
              </a:rPr>
              <a:t>Creating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pointers</a:t>
            </a:r>
            <a:r>
              <a:rPr sz="2000" spc="-2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in </a:t>
            </a:r>
            <a:r>
              <a:rPr sz="2000" spc="-50" dirty="0">
                <a:solidFill>
                  <a:srgbClr val="FF0000"/>
                </a:solidFill>
              </a:rPr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&amp;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operator,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operator,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printf,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scanf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used for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94560">
              <a:lnSpc>
                <a:spcPct val="100000"/>
              </a:lnSpc>
              <a:spcBef>
                <a:spcPts val="20"/>
              </a:spcBef>
            </a:pPr>
            <a:r>
              <a:rPr sz="2000" dirty="0"/>
              <a:t>A</a:t>
            </a:r>
            <a:r>
              <a:rPr sz="2000" spc="-35" dirty="0"/>
              <a:t> </a:t>
            </a:r>
            <a:r>
              <a:rPr sz="2000" dirty="0"/>
              <a:t>detail</a:t>
            </a:r>
            <a:r>
              <a:rPr sz="2000" spc="-10" dirty="0"/>
              <a:t> </a:t>
            </a:r>
            <a:r>
              <a:rPr sz="2000" dirty="0"/>
              <a:t>example</a:t>
            </a:r>
            <a:r>
              <a:rPr sz="2000" spc="-50" dirty="0"/>
              <a:t> </a:t>
            </a:r>
            <a:r>
              <a:rPr sz="2000" dirty="0"/>
              <a:t>using</a:t>
            </a:r>
            <a:r>
              <a:rPr sz="2000" spc="-10" dirty="0"/>
              <a:t> pointers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2103755">
              <a:lnSpc>
                <a:spcPct val="100000"/>
              </a:lnSpc>
            </a:pP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35" dirty="0"/>
              <a:t> </a:t>
            </a:r>
            <a:r>
              <a:rPr sz="2000" spc="-10" dirty="0"/>
              <a:t>manipulation </a:t>
            </a:r>
            <a:r>
              <a:rPr sz="2000" dirty="0"/>
              <a:t>Operators</a:t>
            </a:r>
            <a:r>
              <a:rPr sz="2000" spc="-50" dirty="0"/>
              <a:t> </a:t>
            </a:r>
            <a:r>
              <a:rPr sz="2000" dirty="0"/>
              <a:t>applicable</a:t>
            </a:r>
            <a:r>
              <a:rPr sz="2000" spc="-50" dirty="0"/>
              <a:t> </a:t>
            </a:r>
            <a:r>
              <a:rPr sz="2000" dirty="0"/>
              <a:t>to</a:t>
            </a:r>
            <a:r>
              <a:rPr sz="2000" spc="-25" dirty="0"/>
              <a:t> </a:t>
            </a:r>
            <a:r>
              <a:rPr sz="2000" spc="-10" dirty="0"/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5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create</a:t>
            </a:r>
            <a:r>
              <a:rPr spc="-20" dirty="0"/>
              <a:t> </a:t>
            </a:r>
            <a:r>
              <a:rPr spc="-10" dirty="0"/>
              <a:t>pointers?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1" y="1804416"/>
            <a:ext cx="3172967" cy="3398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2208" y="1804416"/>
            <a:ext cx="1106424" cy="2743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25311" y="1804416"/>
            <a:ext cx="2791967" cy="27432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939250" y="6884921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6600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1553" y="2438400"/>
            <a:ext cx="3307079" cy="183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datatype</a:t>
            </a:r>
            <a:r>
              <a:rPr sz="1800" b="1" spc="-9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*variable_name;</a:t>
            </a:r>
            <a:endParaRPr sz="1800" dirty="0">
              <a:latin typeface="Courier New"/>
              <a:cs typeface="Courier New"/>
            </a:endParaRPr>
          </a:p>
          <a:p>
            <a:pPr marL="67310" marR="2001520">
              <a:lnSpc>
                <a:spcPct val="114999"/>
              </a:lnSpc>
              <a:spcBef>
                <a:spcPts val="116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8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*cp;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*ip;</a:t>
            </a:r>
            <a:endParaRPr sz="1800" dirty="0">
              <a:latin typeface="Courier New"/>
              <a:cs typeface="Courier New"/>
            </a:endParaRPr>
          </a:p>
          <a:p>
            <a:pPr marL="67310" marR="1728470">
              <a:lnSpc>
                <a:spcPct val="135000"/>
              </a:lnSpc>
              <a:spcBef>
                <a:spcPts val="8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8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*fp;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double</a:t>
            </a:r>
            <a:r>
              <a:rPr sz="1800" b="1" spc="-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*dp;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6463" y="5034788"/>
            <a:ext cx="7312737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Pointer</a:t>
            </a:r>
            <a:r>
              <a:rPr sz="1800" b="1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variables</a:t>
            </a:r>
            <a:r>
              <a:rPr sz="1800" b="1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do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not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have</a:t>
            </a:r>
            <a:r>
              <a:rPr sz="1800" b="1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any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data</a:t>
            </a:r>
            <a:r>
              <a:rPr sz="1800" b="1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type.</a:t>
            </a:r>
            <a:r>
              <a:rPr sz="18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The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datatype</a:t>
            </a:r>
            <a:r>
              <a:rPr sz="1800" b="1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in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front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indicates</a:t>
            </a:r>
            <a:r>
              <a:rPr sz="1800" b="1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data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type</a:t>
            </a:r>
            <a:r>
              <a:rPr sz="1800" b="1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of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the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variable</a:t>
            </a:r>
            <a:r>
              <a:rPr sz="1800" b="1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whose</a:t>
            </a:r>
            <a:r>
              <a:rPr sz="1800" b="1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address</a:t>
            </a:r>
            <a:r>
              <a:rPr sz="1800" b="1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pointer</a:t>
            </a:r>
            <a:r>
              <a:rPr sz="1800" b="1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is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going</a:t>
            </a:r>
            <a:r>
              <a:rPr sz="1800" b="1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to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hold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FF0000"/>
                </a:solidFill>
              </a:rPr>
              <a:t>A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detail</a:t>
            </a:r>
            <a:r>
              <a:rPr sz="2000" spc="-1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example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using</a:t>
            </a:r>
            <a:r>
              <a:rPr sz="2000" spc="-10" dirty="0">
                <a:solidFill>
                  <a:srgbClr val="FF0000"/>
                </a:solidFill>
              </a:rPr>
              <a:t> pointers </a:t>
            </a: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40" dirty="0"/>
              <a:t> </a:t>
            </a:r>
            <a:r>
              <a:rPr sz="2000" spc="-10" dirty="0"/>
              <a:t>Manipulations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 </a:t>
            </a:r>
            <a:r>
              <a:rPr sz="2000" dirty="0"/>
              <a:t>Operators</a:t>
            </a:r>
            <a:r>
              <a:rPr sz="2000" spc="-50" dirty="0"/>
              <a:t> </a:t>
            </a:r>
            <a:r>
              <a:rPr sz="2000" dirty="0"/>
              <a:t>applicable</a:t>
            </a:r>
            <a:r>
              <a:rPr sz="2000" spc="-50" dirty="0"/>
              <a:t> </a:t>
            </a:r>
            <a:r>
              <a:rPr sz="2000" dirty="0"/>
              <a:t>to</a:t>
            </a:r>
            <a:r>
              <a:rPr sz="2000" spc="-25" dirty="0"/>
              <a:t> </a:t>
            </a:r>
            <a:r>
              <a:rPr sz="2000" spc="-10" dirty="0"/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13">
            <a:extLst>
              <a:ext uri="{FF2B5EF4-FFF2-40B4-BE49-F238E27FC236}">
                <a16:creationId xmlns:a16="http://schemas.microsoft.com/office/drawing/2014/main" id="{67FB7677-831D-ECA4-77C2-CEADACCE4161}"/>
              </a:ext>
            </a:extLst>
          </p:cNvPr>
          <p:cNvSpPr/>
          <p:nvPr/>
        </p:nvSpPr>
        <p:spPr>
          <a:xfrm>
            <a:off x="6193536" y="3278123"/>
            <a:ext cx="1420495" cy="608330"/>
          </a:xfrm>
          <a:custGeom>
            <a:avLst/>
            <a:gdLst/>
            <a:ahLst/>
            <a:cxnLst/>
            <a:rect l="l" t="t" r="r" b="b"/>
            <a:pathLst>
              <a:path w="1420495" h="608329">
                <a:moveTo>
                  <a:pt x="1420368" y="22860"/>
                </a:moveTo>
                <a:lnTo>
                  <a:pt x="1409700" y="0"/>
                </a:lnTo>
                <a:lnTo>
                  <a:pt x="678180" y="325120"/>
                </a:lnTo>
                <a:lnTo>
                  <a:pt x="9144" y="102108"/>
                </a:lnTo>
                <a:lnTo>
                  <a:pt x="0" y="124968"/>
                </a:lnTo>
                <a:lnTo>
                  <a:pt x="644855" y="339928"/>
                </a:lnTo>
                <a:lnTo>
                  <a:pt x="41529" y="608076"/>
                </a:lnTo>
                <a:lnTo>
                  <a:pt x="103632" y="608076"/>
                </a:lnTo>
                <a:lnTo>
                  <a:pt x="680351" y="351764"/>
                </a:lnTo>
                <a:lnTo>
                  <a:pt x="1371600" y="582168"/>
                </a:lnTo>
                <a:lnTo>
                  <a:pt x="1380744" y="559308"/>
                </a:lnTo>
                <a:lnTo>
                  <a:pt x="713663" y="336956"/>
                </a:lnTo>
                <a:lnTo>
                  <a:pt x="1420368" y="22860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22E37707-F18B-EA40-A738-1F41CE79ABAB}"/>
              </a:ext>
            </a:extLst>
          </p:cNvPr>
          <p:cNvSpPr/>
          <p:nvPr/>
        </p:nvSpPr>
        <p:spPr>
          <a:xfrm>
            <a:off x="457200" y="3886199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604756EA-EBE5-622F-0756-C224C653B46F}"/>
              </a:ext>
            </a:extLst>
          </p:cNvPr>
          <p:cNvSpPr/>
          <p:nvPr/>
        </p:nvSpPr>
        <p:spPr>
          <a:xfrm>
            <a:off x="3657600" y="3886199"/>
            <a:ext cx="318770" cy="2147570"/>
          </a:xfrm>
          <a:custGeom>
            <a:avLst/>
            <a:gdLst/>
            <a:ahLst/>
            <a:cxnLst/>
            <a:rect l="l" t="t" r="r" b="b"/>
            <a:pathLst>
              <a:path w="318770" h="2147570">
                <a:moveTo>
                  <a:pt x="318516" y="108204"/>
                </a:moveTo>
                <a:lnTo>
                  <a:pt x="312420" y="102108"/>
                </a:lnTo>
                <a:lnTo>
                  <a:pt x="304800" y="102108"/>
                </a:lnTo>
                <a:lnTo>
                  <a:pt x="275844" y="102108"/>
                </a:lnTo>
                <a:lnTo>
                  <a:pt x="260604" y="100584"/>
                </a:lnTo>
                <a:lnTo>
                  <a:pt x="246888" y="100584"/>
                </a:lnTo>
                <a:lnTo>
                  <a:pt x="210312" y="96012"/>
                </a:lnTo>
                <a:lnTo>
                  <a:pt x="199644" y="94488"/>
                </a:lnTo>
                <a:lnTo>
                  <a:pt x="190500" y="92964"/>
                </a:lnTo>
                <a:lnTo>
                  <a:pt x="175260" y="89916"/>
                </a:lnTo>
                <a:lnTo>
                  <a:pt x="166116" y="86868"/>
                </a:lnTo>
                <a:lnTo>
                  <a:pt x="166116" y="83820"/>
                </a:lnTo>
                <a:lnTo>
                  <a:pt x="166116" y="0"/>
                </a:lnTo>
                <a:lnTo>
                  <a:pt x="140208" y="0"/>
                </a:lnTo>
                <a:lnTo>
                  <a:pt x="140208" y="92964"/>
                </a:lnTo>
                <a:lnTo>
                  <a:pt x="141732" y="96012"/>
                </a:lnTo>
                <a:lnTo>
                  <a:pt x="141732" y="97536"/>
                </a:lnTo>
                <a:lnTo>
                  <a:pt x="144780" y="100584"/>
                </a:lnTo>
                <a:lnTo>
                  <a:pt x="146304" y="103632"/>
                </a:lnTo>
                <a:lnTo>
                  <a:pt x="147828" y="103632"/>
                </a:lnTo>
                <a:lnTo>
                  <a:pt x="147828" y="105156"/>
                </a:lnTo>
                <a:lnTo>
                  <a:pt x="149352" y="105156"/>
                </a:lnTo>
                <a:lnTo>
                  <a:pt x="152400" y="108204"/>
                </a:lnTo>
                <a:lnTo>
                  <a:pt x="167640" y="114300"/>
                </a:lnTo>
                <a:lnTo>
                  <a:pt x="171792" y="115138"/>
                </a:lnTo>
                <a:lnTo>
                  <a:pt x="167640" y="115824"/>
                </a:lnTo>
                <a:lnTo>
                  <a:pt x="166116" y="116586"/>
                </a:lnTo>
                <a:lnTo>
                  <a:pt x="166116" y="141732"/>
                </a:lnTo>
                <a:lnTo>
                  <a:pt x="166116" y="143268"/>
                </a:lnTo>
                <a:lnTo>
                  <a:pt x="164592" y="144780"/>
                </a:lnTo>
                <a:lnTo>
                  <a:pt x="166103" y="143268"/>
                </a:lnTo>
                <a:lnTo>
                  <a:pt x="166116" y="141732"/>
                </a:lnTo>
                <a:lnTo>
                  <a:pt x="166116" y="116586"/>
                </a:lnTo>
                <a:lnTo>
                  <a:pt x="161544" y="118872"/>
                </a:lnTo>
                <a:lnTo>
                  <a:pt x="153924" y="121920"/>
                </a:lnTo>
                <a:lnTo>
                  <a:pt x="149352" y="124968"/>
                </a:lnTo>
                <a:lnTo>
                  <a:pt x="147828" y="124968"/>
                </a:lnTo>
                <a:lnTo>
                  <a:pt x="147828" y="126492"/>
                </a:lnTo>
                <a:lnTo>
                  <a:pt x="146304" y="126492"/>
                </a:lnTo>
                <a:lnTo>
                  <a:pt x="144780" y="129540"/>
                </a:lnTo>
                <a:lnTo>
                  <a:pt x="141732" y="132588"/>
                </a:lnTo>
                <a:lnTo>
                  <a:pt x="141732" y="134112"/>
                </a:lnTo>
                <a:lnTo>
                  <a:pt x="140208" y="137160"/>
                </a:lnTo>
                <a:lnTo>
                  <a:pt x="140208" y="2106168"/>
                </a:lnTo>
                <a:lnTo>
                  <a:pt x="96012" y="2115312"/>
                </a:lnTo>
                <a:lnTo>
                  <a:pt x="59436" y="2119884"/>
                </a:lnTo>
                <a:lnTo>
                  <a:pt x="45720" y="2119884"/>
                </a:lnTo>
                <a:lnTo>
                  <a:pt x="30480" y="2121408"/>
                </a:lnTo>
                <a:lnTo>
                  <a:pt x="0" y="2121408"/>
                </a:lnTo>
                <a:lnTo>
                  <a:pt x="1524" y="2147316"/>
                </a:lnTo>
                <a:lnTo>
                  <a:pt x="32004" y="2145792"/>
                </a:lnTo>
                <a:lnTo>
                  <a:pt x="47244" y="2145792"/>
                </a:lnTo>
                <a:lnTo>
                  <a:pt x="60960" y="2144268"/>
                </a:lnTo>
                <a:lnTo>
                  <a:pt x="74676" y="2144268"/>
                </a:lnTo>
                <a:lnTo>
                  <a:pt x="111252" y="2139696"/>
                </a:lnTo>
                <a:lnTo>
                  <a:pt x="120396" y="2138172"/>
                </a:lnTo>
                <a:lnTo>
                  <a:pt x="131064" y="2135124"/>
                </a:lnTo>
                <a:lnTo>
                  <a:pt x="138684" y="2133600"/>
                </a:lnTo>
                <a:lnTo>
                  <a:pt x="146304" y="2130552"/>
                </a:lnTo>
                <a:lnTo>
                  <a:pt x="152400" y="2127504"/>
                </a:lnTo>
                <a:lnTo>
                  <a:pt x="156972" y="2124456"/>
                </a:lnTo>
                <a:lnTo>
                  <a:pt x="158496" y="2124456"/>
                </a:lnTo>
                <a:lnTo>
                  <a:pt x="158496" y="2122932"/>
                </a:lnTo>
                <a:lnTo>
                  <a:pt x="160020" y="2122932"/>
                </a:lnTo>
                <a:lnTo>
                  <a:pt x="161544" y="2119884"/>
                </a:lnTo>
                <a:lnTo>
                  <a:pt x="164592" y="2116836"/>
                </a:lnTo>
                <a:lnTo>
                  <a:pt x="164592" y="2112264"/>
                </a:lnTo>
                <a:lnTo>
                  <a:pt x="166116" y="2110740"/>
                </a:lnTo>
                <a:lnTo>
                  <a:pt x="166116" y="2109216"/>
                </a:lnTo>
                <a:lnTo>
                  <a:pt x="166116" y="2103120"/>
                </a:lnTo>
                <a:lnTo>
                  <a:pt x="166116" y="146304"/>
                </a:lnTo>
                <a:lnTo>
                  <a:pt x="166116" y="144272"/>
                </a:lnTo>
                <a:lnTo>
                  <a:pt x="169151" y="143268"/>
                </a:lnTo>
                <a:lnTo>
                  <a:pt x="220980" y="132588"/>
                </a:lnTo>
                <a:lnTo>
                  <a:pt x="234696" y="131064"/>
                </a:lnTo>
                <a:lnTo>
                  <a:pt x="246888" y="129540"/>
                </a:lnTo>
                <a:lnTo>
                  <a:pt x="260604" y="129540"/>
                </a:lnTo>
                <a:lnTo>
                  <a:pt x="274320" y="128016"/>
                </a:lnTo>
                <a:lnTo>
                  <a:pt x="304800" y="128016"/>
                </a:lnTo>
                <a:lnTo>
                  <a:pt x="312420" y="128016"/>
                </a:lnTo>
                <a:lnTo>
                  <a:pt x="318516" y="121920"/>
                </a:lnTo>
                <a:lnTo>
                  <a:pt x="318516" y="108204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5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creating</a:t>
            </a:r>
            <a:r>
              <a:rPr spc="-30" dirty="0"/>
              <a:t> </a:t>
            </a:r>
            <a:r>
              <a:rPr spc="-10" dirty="0"/>
              <a:t>pointers?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61335" y="3679875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6903" y="1746504"/>
            <a:ext cx="7786370" cy="2139950"/>
            <a:chOff x="1136903" y="1746504"/>
            <a:chExt cx="7786370" cy="2139950"/>
          </a:xfrm>
        </p:grpSpPr>
        <p:sp>
          <p:nvSpPr>
            <p:cNvPr id="5" name="object 5"/>
            <p:cNvSpPr/>
            <p:nvPr/>
          </p:nvSpPr>
          <p:spPr>
            <a:xfrm>
              <a:off x="1136904" y="1746503"/>
              <a:ext cx="2687320" cy="2139950"/>
            </a:xfrm>
            <a:custGeom>
              <a:avLst/>
              <a:gdLst/>
              <a:ahLst/>
              <a:cxnLst/>
              <a:rect l="l" t="t" r="r" b="b"/>
              <a:pathLst>
                <a:path w="2687320" h="2139950">
                  <a:moveTo>
                    <a:pt x="1309116" y="1859280"/>
                  </a:moveTo>
                  <a:lnTo>
                    <a:pt x="1306068" y="1856232"/>
                  </a:lnTo>
                  <a:lnTo>
                    <a:pt x="3048" y="1856232"/>
                  </a:lnTo>
                  <a:lnTo>
                    <a:pt x="0" y="1859280"/>
                  </a:lnTo>
                  <a:lnTo>
                    <a:pt x="0" y="2139696"/>
                  </a:lnTo>
                  <a:lnTo>
                    <a:pt x="13716" y="2139696"/>
                  </a:lnTo>
                  <a:lnTo>
                    <a:pt x="13716" y="1868424"/>
                  </a:lnTo>
                  <a:lnTo>
                    <a:pt x="1295400" y="1868424"/>
                  </a:lnTo>
                  <a:lnTo>
                    <a:pt x="1295400" y="2139696"/>
                  </a:lnTo>
                  <a:lnTo>
                    <a:pt x="1309116" y="2139696"/>
                  </a:lnTo>
                  <a:lnTo>
                    <a:pt x="1309116" y="1868424"/>
                  </a:lnTo>
                  <a:lnTo>
                    <a:pt x="1309116" y="1862328"/>
                  </a:lnTo>
                  <a:lnTo>
                    <a:pt x="1309116" y="1859280"/>
                  </a:lnTo>
                  <a:close/>
                </a:path>
                <a:path w="2687320" h="2139950">
                  <a:moveTo>
                    <a:pt x="1309116" y="475488"/>
                  </a:moveTo>
                  <a:lnTo>
                    <a:pt x="1306068" y="472440"/>
                  </a:lnTo>
                  <a:lnTo>
                    <a:pt x="1295400" y="472440"/>
                  </a:lnTo>
                  <a:lnTo>
                    <a:pt x="1295400" y="484632"/>
                  </a:lnTo>
                  <a:lnTo>
                    <a:pt x="1295400" y="914400"/>
                  </a:lnTo>
                  <a:lnTo>
                    <a:pt x="1295400" y="1842516"/>
                  </a:lnTo>
                  <a:lnTo>
                    <a:pt x="13716" y="1842516"/>
                  </a:lnTo>
                  <a:lnTo>
                    <a:pt x="13716" y="1397508"/>
                  </a:lnTo>
                  <a:lnTo>
                    <a:pt x="1295400" y="1397508"/>
                  </a:lnTo>
                  <a:lnTo>
                    <a:pt x="1295400" y="1371600"/>
                  </a:lnTo>
                  <a:lnTo>
                    <a:pt x="13716" y="1371600"/>
                  </a:lnTo>
                  <a:lnTo>
                    <a:pt x="13716" y="941832"/>
                  </a:lnTo>
                  <a:lnTo>
                    <a:pt x="1295400" y="941832"/>
                  </a:lnTo>
                  <a:lnTo>
                    <a:pt x="1295400" y="929640"/>
                  </a:lnTo>
                  <a:lnTo>
                    <a:pt x="13716" y="929640"/>
                  </a:lnTo>
                  <a:lnTo>
                    <a:pt x="13716" y="928116"/>
                  </a:lnTo>
                  <a:lnTo>
                    <a:pt x="1295400" y="928116"/>
                  </a:lnTo>
                  <a:lnTo>
                    <a:pt x="1295400" y="914400"/>
                  </a:lnTo>
                  <a:lnTo>
                    <a:pt x="13716" y="914400"/>
                  </a:lnTo>
                  <a:lnTo>
                    <a:pt x="13716" y="484632"/>
                  </a:lnTo>
                  <a:lnTo>
                    <a:pt x="1295400" y="484632"/>
                  </a:lnTo>
                  <a:lnTo>
                    <a:pt x="1295400" y="472440"/>
                  </a:lnTo>
                  <a:lnTo>
                    <a:pt x="3048" y="472440"/>
                  </a:lnTo>
                  <a:lnTo>
                    <a:pt x="0" y="475488"/>
                  </a:lnTo>
                  <a:lnTo>
                    <a:pt x="0" y="917448"/>
                  </a:lnTo>
                  <a:lnTo>
                    <a:pt x="0" y="938784"/>
                  </a:lnTo>
                  <a:lnTo>
                    <a:pt x="0" y="1382268"/>
                  </a:lnTo>
                  <a:lnTo>
                    <a:pt x="3048" y="1385316"/>
                  </a:lnTo>
                  <a:lnTo>
                    <a:pt x="0" y="1388364"/>
                  </a:lnTo>
                  <a:lnTo>
                    <a:pt x="0" y="1851660"/>
                  </a:lnTo>
                  <a:lnTo>
                    <a:pt x="3048" y="1854708"/>
                  </a:lnTo>
                  <a:lnTo>
                    <a:pt x="1306068" y="1854708"/>
                  </a:lnTo>
                  <a:lnTo>
                    <a:pt x="1309116" y="1851660"/>
                  </a:lnTo>
                  <a:lnTo>
                    <a:pt x="1309116" y="1848612"/>
                  </a:lnTo>
                  <a:lnTo>
                    <a:pt x="1309116" y="1842516"/>
                  </a:lnTo>
                  <a:lnTo>
                    <a:pt x="1309116" y="1397508"/>
                  </a:lnTo>
                  <a:lnTo>
                    <a:pt x="1309116" y="1391412"/>
                  </a:lnTo>
                  <a:lnTo>
                    <a:pt x="1309116" y="1388364"/>
                  </a:lnTo>
                  <a:lnTo>
                    <a:pt x="1306068" y="1385316"/>
                  </a:lnTo>
                  <a:lnTo>
                    <a:pt x="1309116" y="1382268"/>
                  </a:lnTo>
                  <a:lnTo>
                    <a:pt x="1309116" y="1377696"/>
                  </a:lnTo>
                  <a:lnTo>
                    <a:pt x="1309116" y="1371600"/>
                  </a:lnTo>
                  <a:lnTo>
                    <a:pt x="1309116" y="478536"/>
                  </a:lnTo>
                  <a:lnTo>
                    <a:pt x="1309116" y="475488"/>
                  </a:lnTo>
                  <a:close/>
                </a:path>
                <a:path w="2687320" h="2139950">
                  <a:moveTo>
                    <a:pt x="1309116" y="3048"/>
                  </a:moveTo>
                  <a:lnTo>
                    <a:pt x="1306068" y="0"/>
                  </a:lnTo>
                  <a:lnTo>
                    <a:pt x="1295400" y="0"/>
                  </a:lnTo>
                  <a:lnTo>
                    <a:pt x="1295400" y="13716"/>
                  </a:lnTo>
                  <a:lnTo>
                    <a:pt x="1295400" y="457200"/>
                  </a:lnTo>
                  <a:lnTo>
                    <a:pt x="13716" y="457200"/>
                  </a:lnTo>
                  <a:lnTo>
                    <a:pt x="13716" y="13716"/>
                  </a:lnTo>
                  <a:lnTo>
                    <a:pt x="1295400" y="13716"/>
                  </a:lnTo>
                  <a:lnTo>
                    <a:pt x="129540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67868"/>
                  </a:lnTo>
                  <a:lnTo>
                    <a:pt x="3048" y="470916"/>
                  </a:lnTo>
                  <a:lnTo>
                    <a:pt x="1306068" y="470916"/>
                  </a:lnTo>
                  <a:lnTo>
                    <a:pt x="1309116" y="467868"/>
                  </a:lnTo>
                  <a:lnTo>
                    <a:pt x="1309116" y="463296"/>
                  </a:lnTo>
                  <a:lnTo>
                    <a:pt x="1309116" y="457200"/>
                  </a:lnTo>
                  <a:lnTo>
                    <a:pt x="1309116" y="13716"/>
                  </a:lnTo>
                  <a:lnTo>
                    <a:pt x="1309116" y="6096"/>
                  </a:lnTo>
                  <a:lnTo>
                    <a:pt x="1309116" y="3048"/>
                  </a:lnTo>
                  <a:close/>
                </a:path>
                <a:path w="2687320" h="2139950">
                  <a:moveTo>
                    <a:pt x="2686812" y="259080"/>
                  </a:moveTo>
                  <a:lnTo>
                    <a:pt x="2685288" y="257556"/>
                  </a:lnTo>
                  <a:lnTo>
                    <a:pt x="2685288" y="252984"/>
                  </a:lnTo>
                  <a:lnTo>
                    <a:pt x="2682240" y="249936"/>
                  </a:lnTo>
                  <a:lnTo>
                    <a:pt x="2680716" y="246888"/>
                  </a:lnTo>
                  <a:lnTo>
                    <a:pt x="2679192" y="246888"/>
                  </a:lnTo>
                  <a:lnTo>
                    <a:pt x="2679192" y="245364"/>
                  </a:lnTo>
                  <a:lnTo>
                    <a:pt x="2677668" y="245364"/>
                  </a:lnTo>
                  <a:lnTo>
                    <a:pt x="2659380" y="236220"/>
                  </a:lnTo>
                  <a:lnTo>
                    <a:pt x="2650236" y="234696"/>
                  </a:lnTo>
                  <a:lnTo>
                    <a:pt x="2641092" y="231648"/>
                  </a:lnTo>
                  <a:lnTo>
                    <a:pt x="2619756" y="228600"/>
                  </a:lnTo>
                  <a:lnTo>
                    <a:pt x="2595372" y="225552"/>
                  </a:lnTo>
                  <a:lnTo>
                    <a:pt x="2581656" y="224028"/>
                  </a:lnTo>
                  <a:lnTo>
                    <a:pt x="2567940" y="224028"/>
                  </a:lnTo>
                  <a:lnTo>
                    <a:pt x="2552700" y="222504"/>
                  </a:lnTo>
                  <a:lnTo>
                    <a:pt x="2522220" y="222504"/>
                  </a:lnTo>
                  <a:lnTo>
                    <a:pt x="2520696" y="248412"/>
                  </a:lnTo>
                  <a:lnTo>
                    <a:pt x="2552700" y="248412"/>
                  </a:lnTo>
                  <a:lnTo>
                    <a:pt x="2566416" y="249936"/>
                  </a:lnTo>
                  <a:lnTo>
                    <a:pt x="2580132" y="249936"/>
                  </a:lnTo>
                  <a:lnTo>
                    <a:pt x="2593848" y="251460"/>
                  </a:lnTo>
                  <a:lnTo>
                    <a:pt x="2645664" y="259080"/>
                  </a:lnTo>
                  <a:lnTo>
                    <a:pt x="2660904" y="265188"/>
                  </a:lnTo>
                  <a:lnTo>
                    <a:pt x="2660904" y="2139696"/>
                  </a:lnTo>
                  <a:lnTo>
                    <a:pt x="2686812" y="2139696"/>
                  </a:lnTo>
                  <a:lnTo>
                    <a:pt x="2686812" y="266700"/>
                  </a:lnTo>
                  <a:lnTo>
                    <a:pt x="2686812" y="260604"/>
                  </a:lnTo>
                  <a:lnTo>
                    <a:pt x="2686812" y="25908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27903" y="1822704"/>
              <a:ext cx="3595370" cy="2063750"/>
            </a:xfrm>
            <a:custGeom>
              <a:avLst/>
              <a:gdLst/>
              <a:ahLst/>
              <a:cxnLst/>
              <a:rect l="l" t="t" r="r" b="b"/>
              <a:pathLst>
                <a:path w="3595370" h="2063750">
                  <a:moveTo>
                    <a:pt x="3595116" y="0"/>
                  </a:moveTo>
                  <a:lnTo>
                    <a:pt x="0" y="0"/>
                  </a:lnTo>
                  <a:lnTo>
                    <a:pt x="0" y="2063496"/>
                  </a:lnTo>
                  <a:lnTo>
                    <a:pt x="13716" y="20634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3595116" y="6096"/>
                  </a:lnTo>
                  <a:lnTo>
                    <a:pt x="3595116" y="0"/>
                  </a:lnTo>
                  <a:close/>
                </a:path>
                <a:path w="3595370" h="2063750">
                  <a:moveTo>
                    <a:pt x="3581400" y="6096"/>
                  </a:moveTo>
                  <a:lnTo>
                    <a:pt x="3581400" y="2063496"/>
                  </a:lnTo>
                  <a:lnTo>
                    <a:pt x="3595116" y="2063496"/>
                  </a:lnTo>
                  <a:lnTo>
                    <a:pt x="3595116" y="13716"/>
                  </a:lnTo>
                  <a:lnTo>
                    <a:pt x="3587496" y="13716"/>
                  </a:lnTo>
                  <a:lnTo>
                    <a:pt x="3581400" y="6096"/>
                  </a:lnTo>
                  <a:close/>
                </a:path>
                <a:path w="3595370" h="20637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3595370" h="2063750">
                  <a:moveTo>
                    <a:pt x="35814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3581400" y="13716"/>
                  </a:lnTo>
                  <a:lnTo>
                    <a:pt x="3581400" y="6096"/>
                  </a:lnTo>
                  <a:close/>
                </a:path>
                <a:path w="3595370" h="2063750">
                  <a:moveTo>
                    <a:pt x="3595116" y="6096"/>
                  </a:moveTo>
                  <a:lnTo>
                    <a:pt x="3581400" y="6096"/>
                  </a:lnTo>
                  <a:lnTo>
                    <a:pt x="3587496" y="13716"/>
                  </a:lnTo>
                  <a:lnTo>
                    <a:pt x="3595116" y="13716"/>
                  </a:lnTo>
                  <a:lnTo>
                    <a:pt x="3595116" y="609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12752" y="1789392"/>
            <a:ext cx="1487805" cy="9036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6465" marR="187960">
              <a:lnSpc>
                <a:spcPct val="120000"/>
              </a:lnSpc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 int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6092" y="2082101"/>
            <a:ext cx="75692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*p,*q;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7101" y="2667266"/>
            <a:ext cx="1062990" cy="11963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5;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78;</a:t>
            </a:r>
            <a:endParaRPr sz="1600" dirty="0">
              <a:latin typeface="Courier New"/>
              <a:cs typeface="Courier New"/>
            </a:endParaRPr>
          </a:p>
          <a:p>
            <a:pPr marL="74930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200;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q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204;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0763" y="3681476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5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063" y="1646707"/>
            <a:ext cx="163195" cy="8096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17416" y="3821607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RAM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36903" y="3886200"/>
            <a:ext cx="7786370" cy="1988820"/>
            <a:chOff x="1136903" y="3886200"/>
            <a:chExt cx="7786370" cy="1988820"/>
          </a:xfrm>
        </p:grpSpPr>
        <p:sp>
          <p:nvSpPr>
            <p:cNvPr id="18" name="object 18"/>
            <p:cNvSpPr/>
            <p:nvPr/>
          </p:nvSpPr>
          <p:spPr>
            <a:xfrm>
              <a:off x="1136904" y="3886199"/>
              <a:ext cx="1309370" cy="1988820"/>
            </a:xfrm>
            <a:custGeom>
              <a:avLst/>
              <a:gdLst/>
              <a:ahLst/>
              <a:cxnLst/>
              <a:rect l="l" t="t" r="r" b="b"/>
              <a:pathLst>
                <a:path w="1309370" h="1988820">
                  <a:moveTo>
                    <a:pt x="1309116" y="1078992"/>
                  </a:moveTo>
                  <a:lnTo>
                    <a:pt x="1306068" y="1075944"/>
                  </a:lnTo>
                  <a:lnTo>
                    <a:pt x="1295400" y="1075944"/>
                  </a:lnTo>
                  <a:lnTo>
                    <a:pt x="1295400" y="1088136"/>
                  </a:lnTo>
                  <a:lnTo>
                    <a:pt x="1295400" y="1517904"/>
                  </a:lnTo>
                  <a:lnTo>
                    <a:pt x="1295400" y="1531620"/>
                  </a:lnTo>
                  <a:lnTo>
                    <a:pt x="1295400" y="1533144"/>
                  </a:lnTo>
                  <a:lnTo>
                    <a:pt x="1295400" y="1545336"/>
                  </a:lnTo>
                  <a:lnTo>
                    <a:pt x="1295400" y="1975104"/>
                  </a:lnTo>
                  <a:lnTo>
                    <a:pt x="13716" y="1975104"/>
                  </a:lnTo>
                  <a:lnTo>
                    <a:pt x="13716" y="1545336"/>
                  </a:lnTo>
                  <a:lnTo>
                    <a:pt x="1295400" y="1545336"/>
                  </a:lnTo>
                  <a:lnTo>
                    <a:pt x="1295400" y="1533144"/>
                  </a:lnTo>
                  <a:lnTo>
                    <a:pt x="13716" y="1533144"/>
                  </a:lnTo>
                  <a:lnTo>
                    <a:pt x="13716" y="1531620"/>
                  </a:lnTo>
                  <a:lnTo>
                    <a:pt x="1295400" y="1531620"/>
                  </a:lnTo>
                  <a:lnTo>
                    <a:pt x="1295400" y="1517904"/>
                  </a:lnTo>
                  <a:lnTo>
                    <a:pt x="13716" y="1517904"/>
                  </a:lnTo>
                  <a:lnTo>
                    <a:pt x="13716" y="1088136"/>
                  </a:lnTo>
                  <a:lnTo>
                    <a:pt x="1295400" y="1088136"/>
                  </a:lnTo>
                  <a:lnTo>
                    <a:pt x="1295400" y="1075944"/>
                  </a:lnTo>
                  <a:lnTo>
                    <a:pt x="3048" y="1075944"/>
                  </a:lnTo>
                  <a:lnTo>
                    <a:pt x="0" y="1078992"/>
                  </a:lnTo>
                  <a:lnTo>
                    <a:pt x="0" y="1520952"/>
                  </a:lnTo>
                  <a:lnTo>
                    <a:pt x="0" y="1542288"/>
                  </a:lnTo>
                  <a:lnTo>
                    <a:pt x="0" y="1985772"/>
                  </a:lnTo>
                  <a:lnTo>
                    <a:pt x="3048" y="1988820"/>
                  </a:lnTo>
                  <a:lnTo>
                    <a:pt x="1306068" y="1988820"/>
                  </a:lnTo>
                  <a:lnTo>
                    <a:pt x="1309116" y="1985772"/>
                  </a:lnTo>
                  <a:lnTo>
                    <a:pt x="1309116" y="1981200"/>
                  </a:lnTo>
                  <a:lnTo>
                    <a:pt x="1309116" y="1975104"/>
                  </a:lnTo>
                  <a:lnTo>
                    <a:pt x="1309116" y="1082040"/>
                  </a:lnTo>
                  <a:lnTo>
                    <a:pt x="1309116" y="1078992"/>
                  </a:lnTo>
                  <a:close/>
                </a:path>
                <a:path w="1309370" h="1988820">
                  <a:moveTo>
                    <a:pt x="1309116" y="0"/>
                  </a:moveTo>
                  <a:lnTo>
                    <a:pt x="1295400" y="0"/>
                  </a:lnTo>
                  <a:lnTo>
                    <a:pt x="1295400" y="160020"/>
                  </a:lnTo>
                  <a:lnTo>
                    <a:pt x="1295400" y="172212"/>
                  </a:lnTo>
                  <a:lnTo>
                    <a:pt x="1295400" y="1060704"/>
                  </a:lnTo>
                  <a:lnTo>
                    <a:pt x="13716" y="1060704"/>
                  </a:lnTo>
                  <a:lnTo>
                    <a:pt x="13716" y="629412"/>
                  </a:lnTo>
                  <a:lnTo>
                    <a:pt x="1295400" y="629412"/>
                  </a:lnTo>
                  <a:lnTo>
                    <a:pt x="1295400" y="603504"/>
                  </a:lnTo>
                  <a:lnTo>
                    <a:pt x="13716" y="603504"/>
                  </a:lnTo>
                  <a:lnTo>
                    <a:pt x="13716" y="185928"/>
                  </a:lnTo>
                  <a:lnTo>
                    <a:pt x="1295400" y="185928"/>
                  </a:lnTo>
                  <a:lnTo>
                    <a:pt x="1295400" y="173736"/>
                  </a:lnTo>
                  <a:lnTo>
                    <a:pt x="13716" y="173736"/>
                  </a:lnTo>
                  <a:lnTo>
                    <a:pt x="13716" y="172212"/>
                  </a:lnTo>
                  <a:lnTo>
                    <a:pt x="1295400" y="172212"/>
                  </a:lnTo>
                  <a:lnTo>
                    <a:pt x="1295400" y="160020"/>
                  </a:lnTo>
                  <a:lnTo>
                    <a:pt x="13716" y="16002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071372"/>
                  </a:lnTo>
                  <a:lnTo>
                    <a:pt x="3048" y="1074420"/>
                  </a:lnTo>
                  <a:lnTo>
                    <a:pt x="1306068" y="1074420"/>
                  </a:lnTo>
                  <a:lnTo>
                    <a:pt x="1309116" y="1071372"/>
                  </a:lnTo>
                  <a:lnTo>
                    <a:pt x="1309116" y="1066800"/>
                  </a:lnTo>
                  <a:lnTo>
                    <a:pt x="1309116" y="1060704"/>
                  </a:lnTo>
                  <a:lnTo>
                    <a:pt x="1309116" y="163068"/>
                  </a:lnTo>
                  <a:lnTo>
                    <a:pt x="1309116" y="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27903" y="3886200"/>
              <a:ext cx="3595370" cy="652780"/>
            </a:xfrm>
            <a:custGeom>
              <a:avLst/>
              <a:gdLst/>
              <a:ahLst/>
              <a:cxnLst/>
              <a:rect l="l" t="t" r="r" b="b"/>
              <a:pathLst>
                <a:path w="3595370" h="652779">
                  <a:moveTo>
                    <a:pt x="13716" y="0"/>
                  </a:moveTo>
                  <a:lnTo>
                    <a:pt x="0" y="0"/>
                  </a:lnTo>
                  <a:lnTo>
                    <a:pt x="0" y="652272"/>
                  </a:lnTo>
                  <a:lnTo>
                    <a:pt x="3595116" y="652272"/>
                  </a:lnTo>
                  <a:lnTo>
                    <a:pt x="3595116" y="644651"/>
                  </a:lnTo>
                  <a:lnTo>
                    <a:pt x="13716" y="644651"/>
                  </a:lnTo>
                  <a:lnTo>
                    <a:pt x="6096" y="638556"/>
                  </a:lnTo>
                  <a:lnTo>
                    <a:pt x="13716" y="638556"/>
                  </a:lnTo>
                  <a:lnTo>
                    <a:pt x="13716" y="0"/>
                  </a:lnTo>
                  <a:close/>
                </a:path>
                <a:path w="3595370" h="652779">
                  <a:moveTo>
                    <a:pt x="13716" y="638556"/>
                  </a:moveTo>
                  <a:lnTo>
                    <a:pt x="6096" y="638556"/>
                  </a:lnTo>
                  <a:lnTo>
                    <a:pt x="13716" y="644651"/>
                  </a:lnTo>
                  <a:lnTo>
                    <a:pt x="13716" y="638556"/>
                  </a:lnTo>
                  <a:close/>
                </a:path>
                <a:path w="3595370" h="652779">
                  <a:moveTo>
                    <a:pt x="3581400" y="638556"/>
                  </a:moveTo>
                  <a:lnTo>
                    <a:pt x="13716" y="638556"/>
                  </a:lnTo>
                  <a:lnTo>
                    <a:pt x="13716" y="644651"/>
                  </a:lnTo>
                  <a:lnTo>
                    <a:pt x="3581400" y="644651"/>
                  </a:lnTo>
                  <a:lnTo>
                    <a:pt x="3581400" y="638556"/>
                  </a:lnTo>
                  <a:close/>
                </a:path>
                <a:path w="3595370" h="652779">
                  <a:moveTo>
                    <a:pt x="3595116" y="0"/>
                  </a:moveTo>
                  <a:lnTo>
                    <a:pt x="3581400" y="0"/>
                  </a:lnTo>
                  <a:lnTo>
                    <a:pt x="3581400" y="644651"/>
                  </a:lnTo>
                  <a:lnTo>
                    <a:pt x="3587496" y="638556"/>
                  </a:lnTo>
                  <a:lnTo>
                    <a:pt x="3595116" y="638556"/>
                  </a:lnTo>
                  <a:lnTo>
                    <a:pt x="3595116" y="0"/>
                  </a:lnTo>
                  <a:close/>
                </a:path>
                <a:path w="3595370" h="652779">
                  <a:moveTo>
                    <a:pt x="3595116" y="638556"/>
                  </a:moveTo>
                  <a:lnTo>
                    <a:pt x="3587496" y="638556"/>
                  </a:lnTo>
                  <a:lnTo>
                    <a:pt x="3581400" y="644651"/>
                  </a:lnTo>
                  <a:lnTo>
                    <a:pt x="3595116" y="644651"/>
                  </a:lnTo>
                  <a:lnTo>
                    <a:pt x="3595116" y="63855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412752" y="4179747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5376" y="3745484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70479" y="4126560"/>
            <a:ext cx="186055" cy="118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endParaRPr sz="1800" dirty="0">
              <a:latin typeface="Courier New"/>
              <a:cs typeface="Courier New"/>
            </a:endParaRPr>
          </a:p>
          <a:p>
            <a:pPr marL="12700" marR="22225" indent="15240">
              <a:lnSpc>
                <a:spcPct val="153300"/>
              </a:lnSpc>
              <a:spcBef>
                <a:spcPts val="325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p q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6231" y="4030319"/>
            <a:ext cx="462915" cy="1245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204</a:t>
            </a:r>
            <a:endParaRPr sz="1800" dirty="0">
              <a:latin typeface="Courier New"/>
              <a:cs typeface="Courier New"/>
            </a:endParaRPr>
          </a:p>
          <a:p>
            <a:pPr marL="21590">
              <a:lnSpc>
                <a:spcPct val="100000"/>
              </a:lnSpc>
              <a:spcBef>
                <a:spcPts val="8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208</a:t>
            </a:r>
            <a:endParaRPr sz="1800" dirty="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212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02816" y="4010431"/>
            <a:ext cx="405765" cy="128016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78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204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31636" y="3886200"/>
            <a:ext cx="66040" cy="24765"/>
          </a:xfrm>
          <a:custGeom>
            <a:avLst/>
            <a:gdLst/>
            <a:ahLst/>
            <a:cxnLst/>
            <a:rect l="l" t="t" r="r" b="b"/>
            <a:pathLst>
              <a:path w="66039" h="24764">
                <a:moveTo>
                  <a:pt x="65532" y="0"/>
                </a:moveTo>
                <a:lnTo>
                  <a:pt x="3429" y="0"/>
                </a:lnTo>
                <a:lnTo>
                  <a:pt x="0" y="1524"/>
                </a:lnTo>
                <a:lnTo>
                  <a:pt x="10668" y="24384"/>
                </a:lnTo>
                <a:lnTo>
                  <a:pt x="65532" y="0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303242" y="4993703"/>
            <a:ext cx="5145405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00"/>
              </a:lnSpc>
              <a:spcBef>
                <a:spcPts val="100"/>
              </a:spcBef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But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b</a:t>
            </a:r>
            <a:r>
              <a:rPr sz="20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may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not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have the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200</a:t>
            </a:r>
            <a:r>
              <a:rPr sz="20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0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204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respectively</a:t>
            </a:r>
            <a:r>
              <a:rPr sz="20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in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your</a:t>
            </a:r>
            <a:r>
              <a:rPr sz="2000" b="1" spc="-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computer</a:t>
            </a:r>
            <a:endParaRPr sz="2000" dirty="0">
              <a:latin typeface="Arial"/>
              <a:cs typeface="Arial"/>
            </a:endParaRPr>
          </a:p>
          <a:p>
            <a:pPr marL="12700" marR="979805">
              <a:lnSpc>
                <a:spcPct val="100000"/>
              </a:lnSpc>
              <a:spcBef>
                <a:spcPts val="600"/>
              </a:spcBef>
            </a:pPr>
            <a:endParaRPr lang="en-US" sz="2000" b="1" dirty="0">
              <a:solidFill>
                <a:srgbClr val="006600"/>
              </a:solidFill>
              <a:latin typeface="Arial"/>
              <a:cs typeface="Arial"/>
            </a:endParaRPr>
          </a:p>
          <a:p>
            <a:pPr marL="12700" marR="979805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Use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&amp;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operator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get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006600"/>
                </a:solidFill>
                <a:latin typeface="Arial"/>
                <a:cs typeface="Arial"/>
              </a:rPr>
              <a:t>a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r>
              <a:rPr sz="20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006600"/>
                </a:solidFill>
                <a:latin typeface="Arial"/>
                <a:cs typeface="Arial"/>
              </a:rPr>
              <a:t>b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1514855"/>
            <a:ext cx="8077200" cy="2371725"/>
            <a:chOff x="990600" y="1514855"/>
            <a:chExt cx="8077200" cy="2371725"/>
          </a:xfrm>
        </p:grpSpPr>
        <p:sp>
          <p:nvSpPr>
            <p:cNvPr id="3" name="object 3"/>
            <p:cNvSpPr/>
            <p:nvPr/>
          </p:nvSpPr>
          <p:spPr>
            <a:xfrm>
              <a:off x="1136904" y="1746503"/>
              <a:ext cx="2687320" cy="2139950"/>
            </a:xfrm>
            <a:custGeom>
              <a:avLst/>
              <a:gdLst/>
              <a:ahLst/>
              <a:cxnLst/>
              <a:rect l="l" t="t" r="r" b="b"/>
              <a:pathLst>
                <a:path w="2687320" h="2139950">
                  <a:moveTo>
                    <a:pt x="1309116" y="1859280"/>
                  </a:moveTo>
                  <a:lnTo>
                    <a:pt x="1306068" y="1856232"/>
                  </a:lnTo>
                  <a:lnTo>
                    <a:pt x="3048" y="1856232"/>
                  </a:lnTo>
                  <a:lnTo>
                    <a:pt x="0" y="1859280"/>
                  </a:lnTo>
                  <a:lnTo>
                    <a:pt x="0" y="2139696"/>
                  </a:lnTo>
                  <a:lnTo>
                    <a:pt x="13716" y="2139696"/>
                  </a:lnTo>
                  <a:lnTo>
                    <a:pt x="13716" y="1868424"/>
                  </a:lnTo>
                  <a:lnTo>
                    <a:pt x="1295400" y="1868424"/>
                  </a:lnTo>
                  <a:lnTo>
                    <a:pt x="1295400" y="2139696"/>
                  </a:lnTo>
                  <a:lnTo>
                    <a:pt x="1309116" y="2139696"/>
                  </a:lnTo>
                  <a:lnTo>
                    <a:pt x="1309116" y="1868424"/>
                  </a:lnTo>
                  <a:lnTo>
                    <a:pt x="1309116" y="1862328"/>
                  </a:lnTo>
                  <a:lnTo>
                    <a:pt x="1309116" y="1859280"/>
                  </a:lnTo>
                  <a:close/>
                </a:path>
                <a:path w="2687320" h="2139950">
                  <a:moveTo>
                    <a:pt x="1309116" y="475488"/>
                  </a:moveTo>
                  <a:lnTo>
                    <a:pt x="1306068" y="472440"/>
                  </a:lnTo>
                  <a:lnTo>
                    <a:pt x="1295400" y="472440"/>
                  </a:lnTo>
                  <a:lnTo>
                    <a:pt x="1295400" y="484632"/>
                  </a:lnTo>
                  <a:lnTo>
                    <a:pt x="1295400" y="914400"/>
                  </a:lnTo>
                  <a:lnTo>
                    <a:pt x="1295400" y="1842516"/>
                  </a:lnTo>
                  <a:lnTo>
                    <a:pt x="13716" y="1842516"/>
                  </a:lnTo>
                  <a:lnTo>
                    <a:pt x="13716" y="1397508"/>
                  </a:lnTo>
                  <a:lnTo>
                    <a:pt x="1295400" y="1397508"/>
                  </a:lnTo>
                  <a:lnTo>
                    <a:pt x="1295400" y="1371600"/>
                  </a:lnTo>
                  <a:lnTo>
                    <a:pt x="13716" y="1371600"/>
                  </a:lnTo>
                  <a:lnTo>
                    <a:pt x="13716" y="941832"/>
                  </a:lnTo>
                  <a:lnTo>
                    <a:pt x="1295400" y="941832"/>
                  </a:lnTo>
                  <a:lnTo>
                    <a:pt x="1295400" y="929640"/>
                  </a:lnTo>
                  <a:lnTo>
                    <a:pt x="13716" y="929640"/>
                  </a:lnTo>
                  <a:lnTo>
                    <a:pt x="13716" y="928116"/>
                  </a:lnTo>
                  <a:lnTo>
                    <a:pt x="1295400" y="928116"/>
                  </a:lnTo>
                  <a:lnTo>
                    <a:pt x="1295400" y="914400"/>
                  </a:lnTo>
                  <a:lnTo>
                    <a:pt x="13716" y="914400"/>
                  </a:lnTo>
                  <a:lnTo>
                    <a:pt x="13716" y="484632"/>
                  </a:lnTo>
                  <a:lnTo>
                    <a:pt x="1295400" y="484632"/>
                  </a:lnTo>
                  <a:lnTo>
                    <a:pt x="1295400" y="472440"/>
                  </a:lnTo>
                  <a:lnTo>
                    <a:pt x="3048" y="472440"/>
                  </a:lnTo>
                  <a:lnTo>
                    <a:pt x="0" y="475488"/>
                  </a:lnTo>
                  <a:lnTo>
                    <a:pt x="0" y="917448"/>
                  </a:lnTo>
                  <a:lnTo>
                    <a:pt x="0" y="938784"/>
                  </a:lnTo>
                  <a:lnTo>
                    <a:pt x="0" y="1382268"/>
                  </a:lnTo>
                  <a:lnTo>
                    <a:pt x="3048" y="1385316"/>
                  </a:lnTo>
                  <a:lnTo>
                    <a:pt x="0" y="1388364"/>
                  </a:lnTo>
                  <a:lnTo>
                    <a:pt x="0" y="1851660"/>
                  </a:lnTo>
                  <a:lnTo>
                    <a:pt x="3048" y="1854708"/>
                  </a:lnTo>
                  <a:lnTo>
                    <a:pt x="1306068" y="1854708"/>
                  </a:lnTo>
                  <a:lnTo>
                    <a:pt x="1309116" y="1851660"/>
                  </a:lnTo>
                  <a:lnTo>
                    <a:pt x="1309116" y="1848612"/>
                  </a:lnTo>
                  <a:lnTo>
                    <a:pt x="1309116" y="1842516"/>
                  </a:lnTo>
                  <a:lnTo>
                    <a:pt x="1309116" y="1397508"/>
                  </a:lnTo>
                  <a:lnTo>
                    <a:pt x="1309116" y="1391412"/>
                  </a:lnTo>
                  <a:lnTo>
                    <a:pt x="1309116" y="1388364"/>
                  </a:lnTo>
                  <a:lnTo>
                    <a:pt x="1306068" y="1385316"/>
                  </a:lnTo>
                  <a:lnTo>
                    <a:pt x="1309116" y="1382268"/>
                  </a:lnTo>
                  <a:lnTo>
                    <a:pt x="1309116" y="1377696"/>
                  </a:lnTo>
                  <a:lnTo>
                    <a:pt x="1309116" y="1371600"/>
                  </a:lnTo>
                  <a:lnTo>
                    <a:pt x="1309116" y="478536"/>
                  </a:lnTo>
                  <a:lnTo>
                    <a:pt x="1309116" y="475488"/>
                  </a:lnTo>
                  <a:close/>
                </a:path>
                <a:path w="2687320" h="2139950">
                  <a:moveTo>
                    <a:pt x="1309116" y="3048"/>
                  </a:moveTo>
                  <a:lnTo>
                    <a:pt x="1306068" y="0"/>
                  </a:lnTo>
                  <a:lnTo>
                    <a:pt x="1295400" y="0"/>
                  </a:lnTo>
                  <a:lnTo>
                    <a:pt x="1295400" y="13716"/>
                  </a:lnTo>
                  <a:lnTo>
                    <a:pt x="1295400" y="457200"/>
                  </a:lnTo>
                  <a:lnTo>
                    <a:pt x="13716" y="457200"/>
                  </a:lnTo>
                  <a:lnTo>
                    <a:pt x="13716" y="13716"/>
                  </a:lnTo>
                  <a:lnTo>
                    <a:pt x="1295400" y="13716"/>
                  </a:lnTo>
                  <a:lnTo>
                    <a:pt x="129540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67868"/>
                  </a:lnTo>
                  <a:lnTo>
                    <a:pt x="3048" y="470916"/>
                  </a:lnTo>
                  <a:lnTo>
                    <a:pt x="1306068" y="470916"/>
                  </a:lnTo>
                  <a:lnTo>
                    <a:pt x="1309116" y="467868"/>
                  </a:lnTo>
                  <a:lnTo>
                    <a:pt x="1309116" y="463296"/>
                  </a:lnTo>
                  <a:lnTo>
                    <a:pt x="1309116" y="457200"/>
                  </a:lnTo>
                  <a:lnTo>
                    <a:pt x="1309116" y="13716"/>
                  </a:lnTo>
                  <a:lnTo>
                    <a:pt x="1309116" y="6096"/>
                  </a:lnTo>
                  <a:lnTo>
                    <a:pt x="1309116" y="3048"/>
                  </a:lnTo>
                  <a:close/>
                </a:path>
                <a:path w="2687320" h="2139950">
                  <a:moveTo>
                    <a:pt x="2686812" y="259080"/>
                  </a:moveTo>
                  <a:lnTo>
                    <a:pt x="2685288" y="257556"/>
                  </a:lnTo>
                  <a:lnTo>
                    <a:pt x="2685288" y="252984"/>
                  </a:lnTo>
                  <a:lnTo>
                    <a:pt x="2682240" y="249936"/>
                  </a:lnTo>
                  <a:lnTo>
                    <a:pt x="2680716" y="246888"/>
                  </a:lnTo>
                  <a:lnTo>
                    <a:pt x="2679192" y="246888"/>
                  </a:lnTo>
                  <a:lnTo>
                    <a:pt x="2679192" y="245364"/>
                  </a:lnTo>
                  <a:lnTo>
                    <a:pt x="2677668" y="245364"/>
                  </a:lnTo>
                  <a:lnTo>
                    <a:pt x="2659380" y="236220"/>
                  </a:lnTo>
                  <a:lnTo>
                    <a:pt x="2650236" y="234696"/>
                  </a:lnTo>
                  <a:lnTo>
                    <a:pt x="2641092" y="231648"/>
                  </a:lnTo>
                  <a:lnTo>
                    <a:pt x="2619756" y="228600"/>
                  </a:lnTo>
                  <a:lnTo>
                    <a:pt x="2595372" y="225552"/>
                  </a:lnTo>
                  <a:lnTo>
                    <a:pt x="2581656" y="224028"/>
                  </a:lnTo>
                  <a:lnTo>
                    <a:pt x="2567940" y="224028"/>
                  </a:lnTo>
                  <a:lnTo>
                    <a:pt x="2552700" y="222504"/>
                  </a:lnTo>
                  <a:lnTo>
                    <a:pt x="2522220" y="222504"/>
                  </a:lnTo>
                  <a:lnTo>
                    <a:pt x="2520696" y="248412"/>
                  </a:lnTo>
                  <a:lnTo>
                    <a:pt x="2552700" y="248412"/>
                  </a:lnTo>
                  <a:lnTo>
                    <a:pt x="2566416" y="249936"/>
                  </a:lnTo>
                  <a:lnTo>
                    <a:pt x="2580132" y="249936"/>
                  </a:lnTo>
                  <a:lnTo>
                    <a:pt x="2593848" y="251460"/>
                  </a:lnTo>
                  <a:lnTo>
                    <a:pt x="2645664" y="259080"/>
                  </a:lnTo>
                  <a:lnTo>
                    <a:pt x="2660904" y="265188"/>
                  </a:lnTo>
                  <a:lnTo>
                    <a:pt x="2660904" y="2139696"/>
                  </a:lnTo>
                  <a:lnTo>
                    <a:pt x="2686812" y="2139696"/>
                  </a:lnTo>
                  <a:lnTo>
                    <a:pt x="2686812" y="266700"/>
                  </a:lnTo>
                  <a:lnTo>
                    <a:pt x="2686812" y="260604"/>
                  </a:lnTo>
                  <a:lnTo>
                    <a:pt x="2686812" y="25908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27903" y="1517903"/>
              <a:ext cx="3595370" cy="2368550"/>
            </a:xfrm>
            <a:custGeom>
              <a:avLst/>
              <a:gdLst/>
              <a:ahLst/>
              <a:cxnLst/>
              <a:rect l="l" t="t" r="r" b="b"/>
              <a:pathLst>
                <a:path w="3595370" h="2368550">
                  <a:moveTo>
                    <a:pt x="3595116" y="0"/>
                  </a:moveTo>
                  <a:lnTo>
                    <a:pt x="0" y="0"/>
                  </a:lnTo>
                  <a:lnTo>
                    <a:pt x="0" y="2368296"/>
                  </a:lnTo>
                  <a:lnTo>
                    <a:pt x="13716" y="2368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3595116" y="6096"/>
                  </a:lnTo>
                  <a:lnTo>
                    <a:pt x="3595116" y="0"/>
                  </a:lnTo>
                  <a:close/>
                </a:path>
                <a:path w="3595370" h="2368550">
                  <a:moveTo>
                    <a:pt x="3581400" y="6096"/>
                  </a:moveTo>
                  <a:lnTo>
                    <a:pt x="3581400" y="2368296"/>
                  </a:lnTo>
                  <a:lnTo>
                    <a:pt x="3595116" y="2368296"/>
                  </a:lnTo>
                  <a:lnTo>
                    <a:pt x="3595116" y="13716"/>
                  </a:lnTo>
                  <a:lnTo>
                    <a:pt x="3587496" y="13716"/>
                  </a:lnTo>
                  <a:lnTo>
                    <a:pt x="3581400" y="6096"/>
                  </a:lnTo>
                  <a:close/>
                </a:path>
                <a:path w="3595370" h="2368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3595370" h="2368550">
                  <a:moveTo>
                    <a:pt x="35814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3581400" y="13716"/>
                  </a:lnTo>
                  <a:lnTo>
                    <a:pt x="3581400" y="6096"/>
                  </a:lnTo>
                  <a:close/>
                </a:path>
                <a:path w="3595370" h="2368550">
                  <a:moveTo>
                    <a:pt x="3595116" y="6096"/>
                  </a:moveTo>
                  <a:lnTo>
                    <a:pt x="3581400" y="6096"/>
                  </a:lnTo>
                  <a:lnTo>
                    <a:pt x="3587496" y="13716"/>
                  </a:lnTo>
                  <a:lnTo>
                    <a:pt x="3595116" y="13716"/>
                  </a:lnTo>
                  <a:lnTo>
                    <a:pt x="3595116" y="609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4803" y="830059"/>
            <a:ext cx="68611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5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creating</a:t>
            </a:r>
            <a:r>
              <a:rPr spc="-30" dirty="0"/>
              <a:t> </a:t>
            </a:r>
            <a:r>
              <a:rPr spc="-10" dirty="0"/>
              <a:t>pointers?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14174" y="1484973"/>
            <a:ext cx="1487805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7100" marR="187325">
              <a:lnSpc>
                <a:spcPts val="2300"/>
              </a:lnSpc>
              <a:spcBef>
                <a:spcPts val="110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 int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7717" y="1777251"/>
            <a:ext cx="75692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*p,*q;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8727" y="2362809"/>
            <a:ext cx="2222500" cy="14884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5;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78;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&amp;a;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ts val="2300"/>
              </a:lnSpc>
              <a:spcBef>
                <a:spcPts val="10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q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&amp;b;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printf(“%d\n”,</a:t>
            </a:r>
            <a:r>
              <a:rPr sz="1600" b="1" spc="-1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p);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2364" y="3681476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5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663" y="1646707"/>
            <a:ext cx="163195" cy="8096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671315"/>
            <a:ext cx="9144000" cy="3644265"/>
            <a:chOff x="457200" y="3671315"/>
            <a:chExt cx="9144000" cy="3644265"/>
          </a:xfrm>
        </p:grpSpPr>
        <p:sp>
          <p:nvSpPr>
            <p:cNvPr id="12" name="object 12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9132" y="3671315"/>
              <a:ext cx="996695" cy="2148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57600" y="3886199"/>
              <a:ext cx="318770" cy="2147570"/>
            </a:xfrm>
            <a:custGeom>
              <a:avLst/>
              <a:gdLst/>
              <a:ahLst/>
              <a:cxnLst/>
              <a:rect l="l" t="t" r="r" b="b"/>
              <a:pathLst>
                <a:path w="318770" h="2147570">
                  <a:moveTo>
                    <a:pt x="318516" y="108204"/>
                  </a:moveTo>
                  <a:lnTo>
                    <a:pt x="312420" y="102108"/>
                  </a:lnTo>
                  <a:lnTo>
                    <a:pt x="304800" y="102108"/>
                  </a:lnTo>
                  <a:lnTo>
                    <a:pt x="275844" y="102108"/>
                  </a:lnTo>
                  <a:lnTo>
                    <a:pt x="260604" y="100584"/>
                  </a:lnTo>
                  <a:lnTo>
                    <a:pt x="246888" y="100584"/>
                  </a:lnTo>
                  <a:lnTo>
                    <a:pt x="210312" y="96012"/>
                  </a:lnTo>
                  <a:lnTo>
                    <a:pt x="199644" y="94488"/>
                  </a:lnTo>
                  <a:lnTo>
                    <a:pt x="190500" y="92964"/>
                  </a:lnTo>
                  <a:lnTo>
                    <a:pt x="175260" y="89916"/>
                  </a:lnTo>
                  <a:lnTo>
                    <a:pt x="166116" y="86868"/>
                  </a:lnTo>
                  <a:lnTo>
                    <a:pt x="166116" y="83820"/>
                  </a:lnTo>
                  <a:lnTo>
                    <a:pt x="166116" y="0"/>
                  </a:lnTo>
                  <a:lnTo>
                    <a:pt x="140208" y="0"/>
                  </a:lnTo>
                  <a:lnTo>
                    <a:pt x="140208" y="92964"/>
                  </a:lnTo>
                  <a:lnTo>
                    <a:pt x="141732" y="96012"/>
                  </a:lnTo>
                  <a:lnTo>
                    <a:pt x="141732" y="97536"/>
                  </a:lnTo>
                  <a:lnTo>
                    <a:pt x="144780" y="100584"/>
                  </a:lnTo>
                  <a:lnTo>
                    <a:pt x="146304" y="103632"/>
                  </a:lnTo>
                  <a:lnTo>
                    <a:pt x="147828" y="103632"/>
                  </a:lnTo>
                  <a:lnTo>
                    <a:pt x="147828" y="105156"/>
                  </a:lnTo>
                  <a:lnTo>
                    <a:pt x="149352" y="105156"/>
                  </a:lnTo>
                  <a:lnTo>
                    <a:pt x="152400" y="108204"/>
                  </a:lnTo>
                  <a:lnTo>
                    <a:pt x="167640" y="114300"/>
                  </a:lnTo>
                  <a:lnTo>
                    <a:pt x="171792" y="115138"/>
                  </a:lnTo>
                  <a:lnTo>
                    <a:pt x="167640" y="115824"/>
                  </a:lnTo>
                  <a:lnTo>
                    <a:pt x="166116" y="116586"/>
                  </a:lnTo>
                  <a:lnTo>
                    <a:pt x="166116" y="141732"/>
                  </a:lnTo>
                  <a:lnTo>
                    <a:pt x="166116" y="143268"/>
                  </a:lnTo>
                  <a:lnTo>
                    <a:pt x="164592" y="144780"/>
                  </a:lnTo>
                  <a:lnTo>
                    <a:pt x="166103" y="143268"/>
                  </a:lnTo>
                  <a:lnTo>
                    <a:pt x="166116" y="141732"/>
                  </a:lnTo>
                  <a:lnTo>
                    <a:pt x="166116" y="116586"/>
                  </a:lnTo>
                  <a:lnTo>
                    <a:pt x="161544" y="118872"/>
                  </a:lnTo>
                  <a:lnTo>
                    <a:pt x="153924" y="121920"/>
                  </a:lnTo>
                  <a:lnTo>
                    <a:pt x="149352" y="124968"/>
                  </a:lnTo>
                  <a:lnTo>
                    <a:pt x="147828" y="124968"/>
                  </a:lnTo>
                  <a:lnTo>
                    <a:pt x="147828" y="126492"/>
                  </a:lnTo>
                  <a:lnTo>
                    <a:pt x="146304" y="126492"/>
                  </a:lnTo>
                  <a:lnTo>
                    <a:pt x="144780" y="129540"/>
                  </a:lnTo>
                  <a:lnTo>
                    <a:pt x="141732" y="132588"/>
                  </a:lnTo>
                  <a:lnTo>
                    <a:pt x="141732" y="134112"/>
                  </a:lnTo>
                  <a:lnTo>
                    <a:pt x="140208" y="137160"/>
                  </a:lnTo>
                  <a:lnTo>
                    <a:pt x="140208" y="2106168"/>
                  </a:lnTo>
                  <a:lnTo>
                    <a:pt x="96012" y="2115312"/>
                  </a:lnTo>
                  <a:lnTo>
                    <a:pt x="59436" y="2119884"/>
                  </a:lnTo>
                  <a:lnTo>
                    <a:pt x="45720" y="2119884"/>
                  </a:lnTo>
                  <a:lnTo>
                    <a:pt x="30480" y="2121408"/>
                  </a:lnTo>
                  <a:lnTo>
                    <a:pt x="0" y="2121408"/>
                  </a:lnTo>
                  <a:lnTo>
                    <a:pt x="1524" y="2147316"/>
                  </a:lnTo>
                  <a:lnTo>
                    <a:pt x="32004" y="2145792"/>
                  </a:lnTo>
                  <a:lnTo>
                    <a:pt x="47244" y="2145792"/>
                  </a:lnTo>
                  <a:lnTo>
                    <a:pt x="60960" y="2144268"/>
                  </a:lnTo>
                  <a:lnTo>
                    <a:pt x="74676" y="2144268"/>
                  </a:lnTo>
                  <a:lnTo>
                    <a:pt x="111252" y="2139696"/>
                  </a:lnTo>
                  <a:lnTo>
                    <a:pt x="120396" y="2138172"/>
                  </a:lnTo>
                  <a:lnTo>
                    <a:pt x="131064" y="2135124"/>
                  </a:lnTo>
                  <a:lnTo>
                    <a:pt x="138684" y="2133600"/>
                  </a:lnTo>
                  <a:lnTo>
                    <a:pt x="146304" y="2130552"/>
                  </a:lnTo>
                  <a:lnTo>
                    <a:pt x="152400" y="2127504"/>
                  </a:lnTo>
                  <a:lnTo>
                    <a:pt x="156972" y="2124456"/>
                  </a:lnTo>
                  <a:lnTo>
                    <a:pt x="158496" y="2124456"/>
                  </a:lnTo>
                  <a:lnTo>
                    <a:pt x="158496" y="2122932"/>
                  </a:lnTo>
                  <a:lnTo>
                    <a:pt x="160020" y="2122932"/>
                  </a:lnTo>
                  <a:lnTo>
                    <a:pt x="161544" y="2119884"/>
                  </a:lnTo>
                  <a:lnTo>
                    <a:pt x="164592" y="2116836"/>
                  </a:lnTo>
                  <a:lnTo>
                    <a:pt x="164592" y="2112264"/>
                  </a:lnTo>
                  <a:lnTo>
                    <a:pt x="166116" y="2110740"/>
                  </a:lnTo>
                  <a:lnTo>
                    <a:pt x="166116" y="2109216"/>
                  </a:lnTo>
                  <a:lnTo>
                    <a:pt x="166116" y="2103120"/>
                  </a:lnTo>
                  <a:lnTo>
                    <a:pt x="166116" y="146304"/>
                  </a:lnTo>
                  <a:lnTo>
                    <a:pt x="166116" y="144272"/>
                  </a:lnTo>
                  <a:lnTo>
                    <a:pt x="169151" y="143268"/>
                  </a:lnTo>
                  <a:lnTo>
                    <a:pt x="220980" y="132588"/>
                  </a:lnTo>
                  <a:lnTo>
                    <a:pt x="234696" y="131064"/>
                  </a:lnTo>
                  <a:lnTo>
                    <a:pt x="246888" y="129540"/>
                  </a:lnTo>
                  <a:lnTo>
                    <a:pt x="260604" y="129540"/>
                  </a:lnTo>
                  <a:lnTo>
                    <a:pt x="274320" y="128016"/>
                  </a:lnTo>
                  <a:lnTo>
                    <a:pt x="304800" y="128016"/>
                  </a:lnTo>
                  <a:lnTo>
                    <a:pt x="312420" y="128016"/>
                  </a:lnTo>
                  <a:lnTo>
                    <a:pt x="318516" y="121920"/>
                  </a:lnTo>
                  <a:lnTo>
                    <a:pt x="318516" y="108204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18787" y="3823208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RAM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36903" y="3886200"/>
            <a:ext cx="7786370" cy="1988820"/>
            <a:chOff x="1136903" y="3886200"/>
            <a:chExt cx="7786370" cy="1988820"/>
          </a:xfrm>
        </p:grpSpPr>
        <p:sp>
          <p:nvSpPr>
            <p:cNvPr id="17" name="object 17"/>
            <p:cNvSpPr/>
            <p:nvPr/>
          </p:nvSpPr>
          <p:spPr>
            <a:xfrm>
              <a:off x="1136904" y="3886199"/>
              <a:ext cx="1309370" cy="1988820"/>
            </a:xfrm>
            <a:custGeom>
              <a:avLst/>
              <a:gdLst/>
              <a:ahLst/>
              <a:cxnLst/>
              <a:rect l="l" t="t" r="r" b="b"/>
              <a:pathLst>
                <a:path w="1309370" h="1988820">
                  <a:moveTo>
                    <a:pt x="1309116" y="1078992"/>
                  </a:moveTo>
                  <a:lnTo>
                    <a:pt x="1306068" y="1075944"/>
                  </a:lnTo>
                  <a:lnTo>
                    <a:pt x="1295400" y="1075944"/>
                  </a:lnTo>
                  <a:lnTo>
                    <a:pt x="1295400" y="1088136"/>
                  </a:lnTo>
                  <a:lnTo>
                    <a:pt x="1295400" y="1517904"/>
                  </a:lnTo>
                  <a:lnTo>
                    <a:pt x="1295400" y="1531620"/>
                  </a:lnTo>
                  <a:lnTo>
                    <a:pt x="1295400" y="1533144"/>
                  </a:lnTo>
                  <a:lnTo>
                    <a:pt x="1295400" y="1545336"/>
                  </a:lnTo>
                  <a:lnTo>
                    <a:pt x="1295400" y="1975104"/>
                  </a:lnTo>
                  <a:lnTo>
                    <a:pt x="13716" y="1975104"/>
                  </a:lnTo>
                  <a:lnTo>
                    <a:pt x="13716" y="1545336"/>
                  </a:lnTo>
                  <a:lnTo>
                    <a:pt x="1295400" y="1545336"/>
                  </a:lnTo>
                  <a:lnTo>
                    <a:pt x="1295400" y="1533144"/>
                  </a:lnTo>
                  <a:lnTo>
                    <a:pt x="13716" y="1533144"/>
                  </a:lnTo>
                  <a:lnTo>
                    <a:pt x="13716" y="1531620"/>
                  </a:lnTo>
                  <a:lnTo>
                    <a:pt x="1295400" y="1531620"/>
                  </a:lnTo>
                  <a:lnTo>
                    <a:pt x="1295400" y="1517904"/>
                  </a:lnTo>
                  <a:lnTo>
                    <a:pt x="13716" y="1517904"/>
                  </a:lnTo>
                  <a:lnTo>
                    <a:pt x="13716" y="1088136"/>
                  </a:lnTo>
                  <a:lnTo>
                    <a:pt x="1295400" y="1088136"/>
                  </a:lnTo>
                  <a:lnTo>
                    <a:pt x="1295400" y="1075944"/>
                  </a:lnTo>
                  <a:lnTo>
                    <a:pt x="3048" y="1075944"/>
                  </a:lnTo>
                  <a:lnTo>
                    <a:pt x="0" y="1078992"/>
                  </a:lnTo>
                  <a:lnTo>
                    <a:pt x="0" y="1520952"/>
                  </a:lnTo>
                  <a:lnTo>
                    <a:pt x="0" y="1542288"/>
                  </a:lnTo>
                  <a:lnTo>
                    <a:pt x="0" y="1985772"/>
                  </a:lnTo>
                  <a:lnTo>
                    <a:pt x="3048" y="1988820"/>
                  </a:lnTo>
                  <a:lnTo>
                    <a:pt x="1306068" y="1988820"/>
                  </a:lnTo>
                  <a:lnTo>
                    <a:pt x="1309116" y="1985772"/>
                  </a:lnTo>
                  <a:lnTo>
                    <a:pt x="1309116" y="1981200"/>
                  </a:lnTo>
                  <a:lnTo>
                    <a:pt x="1309116" y="1975104"/>
                  </a:lnTo>
                  <a:lnTo>
                    <a:pt x="1309116" y="1082040"/>
                  </a:lnTo>
                  <a:lnTo>
                    <a:pt x="1309116" y="1078992"/>
                  </a:lnTo>
                  <a:close/>
                </a:path>
                <a:path w="1309370" h="1988820">
                  <a:moveTo>
                    <a:pt x="1309116" y="0"/>
                  </a:moveTo>
                  <a:lnTo>
                    <a:pt x="1295400" y="0"/>
                  </a:lnTo>
                  <a:lnTo>
                    <a:pt x="1295400" y="160020"/>
                  </a:lnTo>
                  <a:lnTo>
                    <a:pt x="1295400" y="172212"/>
                  </a:lnTo>
                  <a:lnTo>
                    <a:pt x="1295400" y="1060704"/>
                  </a:lnTo>
                  <a:lnTo>
                    <a:pt x="13716" y="1060704"/>
                  </a:lnTo>
                  <a:lnTo>
                    <a:pt x="13716" y="629412"/>
                  </a:lnTo>
                  <a:lnTo>
                    <a:pt x="1295400" y="629412"/>
                  </a:lnTo>
                  <a:lnTo>
                    <a:pt x="1295400" y="603504"/>
                  </a:lnTo>
                  <a:lnTo>
                    <a:pt x="13716" y="603504"/>
                  </a:lnTo>
                  <a:lnTo>
                    <a:pt x="13716" y="185928"/>
                  </a:lnTo>
                  <a:lnTo>
                    <a:pt x="1295400" y="185928"/>
                  </a:lnTo>
                  <a:lnTo>
                    <a:pt x="1295400" y="173736"/>
                  </a:lnTo>
                  <a:lnTo>
                    <a:pt x="13716" y="173736"/>
                  </a:lnTo>
                  <a:lnTo>
                    <a:pt x="13716" y="172212"/>
                  </a:lnTo>
                  <a:lnTo>
                    <a:pt x="1295400" y="172212"/>
                  </a:lnTo>
                  <a:lnTo>
                    <a:pt x="1295400" y="160020"/>
                  </a:lnTo>
                  <a:lnTo>
                    <a:pt x="13716" y="16002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071372"/>
                  </a:lnTo>
                  <a:lnTo>
                    <a:pt x="3048" y="1074420"/>
                  </a:lnTo>
                  <a:lnTo>
                    <a:pt x="1306068" y="1074420"/>
                  </a:lnTo>
                  <a:lnTo>
                    <a:pt x="1309116" y="1071372"/>
                  </a:lnTo>
                  <a:lnTo>
                    <a:pt x="1309116" y="1066800"/>
                  </a:lnTo>
                  <a:lnTo>
                    <a:pt x="1309116" y="1060704"/>
                  </a:lnTo>
                  <a:lnTo>
                    <a:pt x="1309116" y="161544"/>
                  </a:lnTo>
                  <a:lnTo>
                    <a:pt x="1309116" y="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27903" y="3886200"/>
              <a:ext cx="3595370" cy="1186180"/>
            </a:xfrm>
            <a:custGeom>
              <a:avLst/>
              <a:gdLst/>
              <a:ahLst/>
              <a:cxnLst/>
              <a:rect l="l" t="t" r="r" b="b"/>
              <a:pathLst>
                <a:path w="3595370" h="1186179">
                  <a:moveTo>
                    <a:pt x="13716" y="0"/>
                  </a:moveTo>
                  <a:lnTo>
                    <a:pt x="0" y="0"/>
                  </a:lnTo>
                  <a:lnTo>
                    <a:pt x="0" y="1185672"/>
                  </a:lnTo>
                  <a:lnTo>
                    <a:pt x="3595116" y="1185672"/>
                  </a:lnTo>
                  <a:lnTo>
                    <a:pt x="3595116" y="1178052"/>
                  </a:lnTo>
                  <a:lnTo>
                    <a:pt x="13716" y="1178052"/>
                  </a:lnTo>
                  <a:lnTo>
                    <a:pt x="6096" y="1171956"/>
                  </a:lnTo>
                  <a:lnTo>
                    <a:pt x="13716" y="1171956"/>
                  </a:lnTo>
                  <a:lnTo>
                    <a:pt x="13716" y="0"/>
                  </a:lnTo>
                  <a:close/>
                </a:path>
                <a:path w="3595370" h="1186179">
                  <a:moveTo>
                    <a:pt x="13716" y="1171956"/>
                  </a:moveTo>
                  <a:lnTo>
                    <a:pt x="6096" y="1171956"/>
                  </a:lnTo>
                  <a:lnTo>
                    <a:pt x="13716" y="1178052"/>
                  </a:lnTo>
                  <a:lnTo>
                    <a:pt x="13716" y="1171956"/>
                  </a:lnTo>
                  <a:close/>
                </a:path>
                <a:path w="3595370" h="1186179">
                  <a:moveTo>
                    <a:pt x="3581400" y="1171956"/>
                  </a:moveTo>
                  <a:lnTo>
                    <a:pt x="13716" y="1171956"/>
                  </a:lnTo>
                  <a:lnTo>
                    <a:pt x="13716" y="1178052"/>
                  </a:lnTo>
                  <a:lnTo>
                    <a:pt x="3581400" y="1178052"/>
                  </a:lnTo>
                  <a:lnTo>
                    <a:pt x="3581400" y="1171956"/>
                  </a:lnTo>
                  <a:close/>
                </a:path>
                <a:path w="3595370" h="1186179">
                  <a:moveTo>
                    <a:pt x="3595116" y="0"/>
                  </a:moveTo>
                  <a:lnTo>
                    <a:pt x="3581400" y="0"/>
                  </a:lnTo>
                  <a:lnTo>
                    <a:pt x="3581400" y="1178052"/>
                  </a:lnTo>
                  <a:lnTo>
                    <a:pt x="3587496" y="1171956"/>
                  </a:lnTo>
                  <a:lnTo>
                    <a:pt x="3595116" y="1171956"/>
                  </a:lnTo>
                  <a:lnTo>
                    <a:pt x="3595116" y="0"/>
                  </a:lnTo>
                  <a:close/>
                </a:path>
                <a:path w="3595370" h="1186179">
                  <a:moveTo>
                    <a:pt x="3595116" y="1171956"/>
                  </a:moveTo>
                  <a:lnTo>
                    <a:pt x="3587496" y="1171956"/>
                  </a:lnTo>
                  <a:lnTo>
                    <a:pt x="3581400" y="1178052"/>
                  </a:lnTo>
                  <a:lnTo>
                    <a:pt x="3595116" y="1178052"/>
                  </a:lnTo>
                  <a:lnTo>
                    <a:pt x="3595116" y="117195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28727" y="3827055"/>
            <a:ext cx="2345055" cy="8547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printf(“%d\n”,q);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printf(“%d\n”,</a:t>
            </a:r>
            <a:r>
              <a:rPr sz="1600" b="1" spc="-1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*p);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printf(“%d\n”,</a:t>
            </a:r>
            <a:r>
              <a:rPr sz="1600" b="1" spc="-1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*q);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5376" y="3747084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71064" y="3785031"/>
            <a:ext cx="238760" cy="157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  <a:p>
            <a:pPr marL="88265">
              <a:lnSpc>
                <a:spcPct val="100000"/>
              </a:lnSpc>
              <a:spcBef>
                <a:spcPts val="144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endParaRPr sz="1800">
              <a:latin typeface="Courier New"/>
              <a:cs typeface="Courier New"/>
            </a:endParaRPr>
          </a:p>
          <a:p>
            <a:pPr marL="70485">
              <a:lnSpc>
                <a:spcPct val="100000"/>
              </a:lnSpc>
              <a:spcBef>
                <a:spcPts val="745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7832" y="4031919"/>
            <a:ext cx="462915" cy="1245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204</a:t>
            </a:r>
            <a:endParaRPr sz="1800">
              <a:latin typeface="Courier New"/>
              <a:cs typeface="Courier New"/>
            </a:endParaRPr>
          </a:p>
          <a:p>
            <a:pPr marL="19685">
              <a:lnSpc>
                <a:spcPct val="100000"/>
              </a:lnSpc>
              <a:spcBef>
                <a:spcPts val="8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208</a:t>
            </a:r>
            <a:endParaRPr sz="1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04187" y="4013631"/>
            <a:ext cx="405765" cy="127825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78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204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7420" y="3886200"/>
            <a:ext cx="425196" cy="142646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271174" y="4668532"/>
            <a:ext cx="5179060" cy="22974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155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45720">
              <a:lnSpc>
                <a:spcPts val="2400"/>
              </a:lnSpc>
              <a:spcBef>
                <a:spcPts val="370"/>
              </a:spcBef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But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b</a:t>
            </a:r>
            <a:r>
              <a:rPr sz="20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may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not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have the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endParaRPr sz="2000" dirty="0">
              <a:latin typeface="Arial"/>
              <a:cs typeface="Arial"/>
            </a:endParaRPr>
          </a:p>
          <a:p>
            <a:pPr marL="45720">
              <a:lnSpc>
                <a:spcPct val="100000"/>
              </a:lnSpc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200</a:t>
            </a:r>
            <a:r>
              <a:rPr sz="20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0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204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respectively</a:t>
            </a:r>
            <a:r>
              <a:rPr sz="20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in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your</a:t>
            </a:r>
            <a:r>
              <a:rPr sz="2000" b="1" spc="-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computer</a:t>
            </a:r>
            <a:endParaRPr sz="2000" dirty="0">
              <a:latin typeface="Arial"/>
              <a:cs typeface="Arial"/>
            </a:endParaRPr>
          </a:p>
          <a:p>
            <a:pPr marL="45720" marR="979805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Use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&amp;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operator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get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006600"/>
                </a:solidFill>
                <a:latin typeface="Arial"/>
                <a:cs typeface="Arial"/>
              </a:rPr>
              <a:t>a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r>
              <a:rPr sz="20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006600"/>
                </a:solidFill>
                <a:latin typeface="Arial"/>
                <a:cs typeface="Arial"/>
              </a:rPr>
              <a:t>b</a:t>
            </a:r>
            <a:endParaRPr sz="2000" dirty="0">
              <a:latin typeface="Arial"/>
              <a:cs typeface="Arial"/>
            </a:endParaRPr>
          </a:p>
          <a:p>
            <a:pPr marL="12700" marR="1198245">
              <a:lnSpc>
                <a:spcPct val="100000"/>
              </a:lnSpc>
              <a:spcBef>
                <a:spcPts val="310"/>
              </a:spcBef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Use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operator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2000" b="1" spc="-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get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value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at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the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location</a:t>
            </a:r>
            <a:r>
              <a:rPr sz="20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stored</a:t>
            </a:r>
            <a:r>
              <a:rPr sz="20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in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000" b="1" spc="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pointer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2927096"/>
            <a:ext cx="807212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17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down</a:t>
            </a:r>
            <a:r>
              <a:rPr sz="2400" b="1" spc="17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18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program</a:t>
            </a:r>
            <a:r>
              <a:rPr sz="2400" b="1" spc="17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17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17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take</a:t>
            </a:r>
            <a:r>
              <a:rPr sz="2400" b="1" spc="17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two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integers</a:t>
            </a:r>
            <a:r>
              <a:rPr sz="2400" b="1" spc="3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as</a:t>
            </a:r>
            <a:r>
              <a:rPr sz="2400" b="1" spc="3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input</a:t>
            </a:r>
            <a:r>
              <a:rPr sz="2400" b="1" spc="3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3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pointers.</a:t>
            </a:r>
            <a:r>
              <a:rPr sz="2400" b="1" spc="3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Then</a:t>
            </a:r>
            <a:r>
              <a:rPr sz="2400" b="1" spc="3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using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pointers</a:t>
            </a:r>
            <a:r>
              <a:rPr sz="2400" b="1" spc="2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multiply</a:t>
            </a:r>
            <a:r>
              <a:rPr sz="2400" b="1" spc="28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2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two</a:t>
            </a:r>
            <a:r>
              <a:rPr sz="2400" b="1" spc="2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values</a:t>
            </a:r>
            <a:r>
              <a:rPr sz="2400" b="1" spc="29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2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display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result.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5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creating</a:t>
            </a:r>
            <a:r>
              <a:rPr spc="-30" dirty="0"/>
              <a:t> </a:t>
            </a:r>
            <a:r>
              <a:rPr spc="-10" dirty="0"/>
              <a:t>pointers?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9351" y="368764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6903" y="1746504"/>
            <a:ext cx="8464550" cy="2139950"/>
            <a:chOff x="1136903" y="1746504"/>
            <a:chExt cx="8464550" cy="2139950"/>
          </a:xfrm>
        </p:grpSpPr>
        <p:sp>
          <p:nvSpPr>
            <p:cNvPr id="5" name="object 5"/>
            <p:cNvSpPr/>
            <p:nvPr/>
          </p:nvSpPr>
          <p:spPr>
            <a:xfrm>
              <a:off x="1136904" y="1746503"/>
              <a:ext cx="2687320" cy="2139950"/>
            </a:xfrm>
            <a:custGeom>
              <a:avLst/>
              <a:gdLst/>
              <a:ahLst/>
              <a:cxnLst/>
              <a:rect l="l" t="t" r="r" b="b"/>
              <a:pathLst>
                <a:path w="2687320" h="2139950">
                  <a:moveTo>
                    <a:pt x="1309116" y="1859280"/>
                  </a:moveTo>
                  <a:lnTo>
                    <a:pt x="1306068" y="1856232"/>
                  </a:lnTo>
                  <a:lnTo>
                    <a:pt x="3048" y="1856232"/>
                  </a:lnTo>
                  <a:lnTo>
                    <a:pt x="0" y="1859280"/>
                  </a:lnTo>
                  <a:lnTo>
                    <a:pt x="0" y="2139696"/>
                  </a:lnTo>
                  <a:lnTo>
                    <a:pt x="13716" y="2139696"/>
                  </a:lnTo>
                  <a:lnTo>
                    <a:pt x="13716" y="1868424"/>
                  </a:lnTo>
                  <a:lnTo>
                    <a:pt x="1295400" y="1868424"/>
                  </a:lnTo>
                  <a:lnTo>
                    <a:pt x="1295400" y="2139696"/>
                  </a:lnTo>
                  <a:lnTo>
                    <a:pt x="1309116" y="2139696"/>
                  </a:lnTo>
                  <a:lnTo>
                    <a:pt x="1309116" y="1868424"/>
                  </a:lnTo>
                  <a:lnTo>
                    <a:pt x="1309116" y="1862328"/>
                  </a:lnTo>
                  <a:lnTo>
                    <a:pt x="1309116" y="1859280"/>
                  </a:lnTo>
                  <a:close/>
                </a:path>
                <a:path w="2687320" h="2139950">
                  <a:moveTo>
                    <a:pt x="1309116" y="475488"/>
                  </a:moveTo>
                  <a:lnTo>
                    <a:pt x="1306068" y="472440"/>
                  </a:lnTo>
                  <a:lnTo>
                    <a:pt x="1295400" y="472440"/>
                  </a:lnTo>
                  <a:lnTo>
                    <a:pt x="1295400" y="484632"/>
                  </a:lnTo>
                  <a:lnTo>
                    <a:pt x="1295400" y="914400"/>
                  </a:lnTo>
                  <a:lnTo>
                    <a:pt x="1295400" y="1842516"/>
                  </a:lnTo>
                  <a:lnTo>
                    <a:pt x="13716" y="1842516"/>
                  </a:lnTo>
                  <a:lnTo>
                    <a:pt x="13716" y="1397508"/>
                  </a:lnTo>
                  <a:lnTo>
                    <a:pt x="1295400" y="1397508"/>
                  </a:lnTo>
                  <a:lnTo>
                    <a:pt x="1295400" y="1371600"/>
                  </a:lnTo>
                  <a:lnTo>
                    <a:pt x="13716" y="1371600"/>
                  </a:lnTo>
                  <a:lnTo>
                    <a:pt x="13716" y="941832"/>
                  </a:lnTo>
                  <a:lnTo>
                    <a:pt x="1295400" y="941832"/>
                  </a:lnTo>
                  <a:lnTo>
                    <a:pt x="1295400" y="929640"/>
                  </a:lnTo>
                  <a:lnTo>
                    <a:pt x="13716" y="929640"/>
                  </a:lnTo>
                  <a:lnTo>
                    <a:pt x="13716" y="928116"/>
                  </a:lnTo>
                  <a:lnTo>
                    <a:pt x="1295400" y="928116"/>
                  </a:lnTo>
                  <a:lnTo>
                    <a:pt x="1295400" y="914400"/>
                  </a:lnTo>
                  <a:lnTo>
                    <a:pt x="13716" y="914400"/>
                  </a:lnTo>
                  <a:lnTo>
                    <a:pt x="13716" y="484632"/>
                  </a:lnTo>
                  <a:lnTo>
                    <a:pt x="1295400" y="484632"/>
                  </a:lnTo>
                  <a:lnTo>
                    <a:pt x="1295400" y="472440"/>
                  </a:lnTo>
                  <a:lnTo>
                    <a:pt x="3048" y="472440"/>
                  </a:lnTo>
                  <a:lnTo>
                    <a:pt x="0" y="475488"/>
                  </a:lnTo>
                  <a:lnTo>
                    <a:pt x="0" y="917448"/>
                  </a:lnTo>
                  <a:lnTo>
                    <a:pt x="0" y="938784"/>
                  </a:lnTo>
                  <a:lnTo>
                    <a:pt x="0" y="1382268"/>
                  </a:lnTo>
                  <a:lnTo>
                    <a:pt x="3048" y="1385316"/>
                  </a:lnTo>
                  <a:lnTo>
                    <a:pt x="0" y="1388364"/>
                  </a:lnTo>
                  <a:lnTo>
                    <a:pt x="0" y="1851660"/>
                  </a:lnTo>
                  <a:lnTo>
                    <a:pt x="3048" y="1854708"/>
                  </a:lnTo>
                  <a:lnTo>
                    <a:pt x="1306068" y="1854708"/>
                  </a:lnTo>
                  <a:lnTo>
                    <a:pt x="1309116" y="1851660"/>
                  </a:lnTo>
                  <a:lnTo>
                    <a:pt x="1309116" y="1848612"/>
                  </a:lnTo>
                  <a:lnTo>
                    <a:pt x="1309116" y="1842516"/>
                  </a:lnTo>
                  <a:lnTo>
                    <a:pt x="1309116" y="1397508"/>
                  </a:lnTo>
                  <a:lnTo>
                    <a:pt x="1309116" y="1391412"/>
                  </a:lnTo>
                  <a:lnTo>
                    <a:pt x="1309116" y="1388364"/>
                  </a:lnTo>
                  <a:lnTo>
                    <a:pt x="1306068" y="1385316"/>
                  </a:lnTo>
                  <a:lnTo>
                    <a:pt x="1309116" y="1382268"/>
                  </a:lnTo>
                  <a:lnTo>
                    <a:pt x="1309116" y="1377696"/>
                  </a:lnTo>
                  <a:lnTo>
                    <a:pt x="1309116" y="1371600"/>
                  </a:lnTo>
                  <a:lnTo>
                    <a:pt x="1309116" y="478536"/>
                  </a:lnTo>
                  <a:lnTo>
                    <a:pt x="1309116" y="475488"/>
                  </a:lnTo>
                  <a:close/>
                </a:path>
                <a:path w="2687320" h="2139950">
                  <a:moveTo>
                    <a:pt x="1309116" y="3048"/>
                  </a:moveTo>
                  <a:lnTo>
                    <a:pt x="1306068" y="0"/>
                  </a:lnTo>
                  <a:lnTo>
                    <a:pt x="1295400" y="0"/>
                  </a:lnTo>
                  <a:lnTo>
                    <a:pt x="1295400" y="13716"/>
                  </a:lnTo>
                  <a:lnTo>
                    <a:pt x="1295400" y="457200"/>
                  </a:lnTo>
                  <a:lnTo>
                    <a:pt x="13716" y="457200"/>
                  </a:lnTo>
                  <a:lnTo>
                    <a:pt x="13716" y="13716"/>
                  </a:lnTo>
                  <a:lnTo>
                    <a:pt x="1295400" y="13716"/>
                  </a:lnTo>
                  <a:lnTo>
                    <a:pt x="129540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67868"/>
                  </a:lnTo>
                  <a:lnTo>
                    <a:pt x="3048" y="470916"/>
                  </a:lnTo>
                  <a:lnTo>
                    <a:pt x="1306068" y="470916"/>
                  </a:lnTo>
                  <a:lnTo>
                    <a:pt x="1309116" y="467868"/>
                  </a:lnTo>
                  <a:lnTo>
                    <a:pt x="1309116" y="463296"/>
                  </a:lnTo>
                  <a:lnTo>
                    <a:pt x="1309116" y="457200"/>
                  </a:lnTo>
                  <a:lnTo>
                    <a:pt x="1309116" y="13716"/>
                  </a:lnTo>
                  <a:lnTo>
                    <a:pt x="1309116" y="6096"/>
                  </a:lnTo>
                  <a:lnTo>
                    <a:pt x="1309116" y="3048"/>
                  </a:lnTo>
                  <a:close/>
                </a:path>
                <a:path w="2687320" h="2139950">
                  <a:moveTo>
                    <a:pt x="2686812" y="259080"/>
                  </a:moveTo>
                  <a:lnTo>
                    <a:pt x="2685288" y="257556"/>
                  </a:lnTo>
                  <a:lnTo>
                    <a:pt x="2685288" y="252984"/>
                  </a:lnTo>
                  <a:lnTo>
                    <a:pt x="2682240" y="249936"/>
                  </a:lnTo>
                  <a:lnTo>
                    <a:pt x="2680716" y="246888"/>
                  </a:lnTo>
                  <a:lnTo>
                    <a:pt x="2679192" y="246888"/>
                  </a:lnTo>
                  <a:lnTo>
                    <a:pt x="2679192" y="245364"/>
                  </a:lnTo>
                  <a:lnTo>
                    <a:pt x="2677668" y="245364"/>
                  </a:lnTo>
                  <a:lnTo>
                    <a:pt x="2659380" y="236220"/>
                  </a:lnTo>
                  <a:lnTo>
                    <a:pt x="2650236" y="234696"/>
                  </a:lnTo>
                  <a:lnTo>
                    <a:pt x="2641092" y="231648"/>
                  </a:lnTo>
                  <a:lnTo>
                    <a:pt x="2619756" y="228600"/>
                  </a:lnTo>
                  <a:lnTo>
                    <a:pt x="2595372" y="225552"/>
                  </a:lnTo>
                  <a:lnTo>
                    <a:pt x="2581656" y="224028"/>
                  </a:lnTo>
                  <a:lnTo>
                    <a:pt x="2567940" y="224028"/>
                  </a:lnTo>
                  <a:lnTo>
                    <a:pt x="2552700" y="222504"/>
                  </a:lnTo>
                  <a:lnTo>
                    <a:pt x="2522220" y="222504"/>
                  </a:lnTo>
                  <a:lnTo>
                    <a:pt x="2520696" y="248412"/>
                  </a:lnTo>
                  <a:lnTo>
                    <a:pt x="2552700" y="248412"/>
                  </a:lnTo>
                  <a:lnTo>
                    <a:pt x="2566416" y="249936"/>
                  </a:lnTo>
                  <a:lnTo>
                    <a:pt x="2580132" y="249936"/>
                  </a:lnTo>
                  <a:lnTo>
                    <a:pt x="2593848" y="251460"/>
                  </a:lnTo>
                  <a:lnTo>
                    <a:pt x="2645664" y="259080"/>
                  </a:lnTo>
                  <a:lnTo>
                    <a:pt x="2660904" y="265188"/>
                  </a:lnTo>
                  <a:lnTo>
                    <a:pt x="2660904" y="2139696"/>
                  </a:lnTo>
                  <a:lnTo>
                    <a:pt x="2686812" y="2139696"/>
                  </a:lnTo>
                  <a:lnTo>
                    <a:pt x="2686812" y="266700"/>
                  </a:lnTo>
                  <a:lnTo>
                    <a:pt x="2686812" y="260604"/>
                  </a:lnTo>
                  <a:lnTo>
                    <a:pt x="2686812" y="25908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18303" y="1898904"/>
              <a:ext cx="4883150" cy="1987550"/>
            </a:xfrm>
            <a:custGeom>
              <a:avLst/>
              <a:gdLst/>
              <a:ahLst/>
              <a:cxnLst/>
              <a:rect l="l" t="t" r="r" b="b"/>
              <a:pathLst>
                <a:path w="4883150" h="1987550">
                  <a:moveTo>
                    <a:pt x="4882896" y="0"/>
                  </a:moveTo>
                  <a:lnTo>
                    <a:pt x="0" y="0"/>
                  </a:lnTo>
                  <a:lnTo>
                    <a:pt x="0" y="1987296"/>
                  </a:lnTo>
                  <a:lnTo>
                    <a:pt x="13716" y="1987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4882896" y="6096"/>
                  </a:lnTo>
                  <a:lnTo>
                    <a:pt x="4882896" y="0"/>
                  </a:lnTo>
                  <a:close/>
                </a:path>
                <a:path w="4883150" h="1987550">
                  <a:moveTo>
                    <a:pt x="4876800" y="6096"/>
                  </a:moveTo>
                  <a:lnTo>
                    <a:pt x="4876800" y="1987296"/>
                  </a:lnTo>
                  <a:lnTo>
                    <a:pt x="4882896" y="1987296"/>
                  </a:lnTo>
                  <a:lnTo>
                    <a:pt x="4882896" y="13716"/>
                  </a:lnTo>
                  <a:lnTo>
                    <a:pt x="4876800" y="6096"/>
                  </a:lnTo>
                  <a:close/>
                </a:path>
                <a:path w="4883150" h="1987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4883150" h="1987550">
                  <a:moveTo>
                    <a:pt x="4876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4876800" y="13716"/>
                  </a:lnTo>
                  <a:lnTo>
                    <a:pt x="4876800" y="6096"/>
                  </a:lnTo>
                  <a:close/>
                </a:path>
                <a:path w="4883150" h="1987550">
                  <a:moveTo>
                    <a:pt x="4882896" y="6096"/>
                  </a:moveTo>
                  <a:lnTo>
                    <a:pt x="4876800" y="6096"/>
                  </a:lnTo>
                  <a:lnTo>
                    <a:pt x="4882896" y="13716"/>
                  </a:lnTo>
                  <a:lnTo>
                    <a:pt x="4882896" y="609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04676" y="1865604"/>
            <a:ext cx="1487805" cy="9036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6465" marR="187960">
              <a:lnSpc>
                <a:spcPct val="120000"/>
              </a:lnSpc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 int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8016" y="2158313"/>
            <a:ext cx="880744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b,r;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*p,*q;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9025" y="2792933"/>
            <a:ext cx="8782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&amp;a;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2364" y="3681476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5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3663" y="1646707"/>
            <a:ext cx="163195" cy="8096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132" y="3671315"/>
            <a:ext cx="996695" cy="21488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693625" y="3004337"/>
            <a:ext cx="3931285" cy="93726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q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&amp;b;</a:t>
            </a:r>
            <a:endParaRPr sz="1600" dirty="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sz="2400" b="1" spc="-30" baseline="8680" dirty="0">
                <a:solidFill>
                  <a:srgbClr val="006600"/>
                </a:solidFill>
                <a:latin typeface="Courier New"/>
                <a:cs typeface="Courier New"/>
              </a:rPr>
              <a:t>scanf(“%d”,&amp;a);</a:t>
            </a:r>
            <a:r>
              <a:rPr sz="2400" b="1" spc="-487" baseline="86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scanf(“%d\n”,p);</a:t>
            </a:r>
            <a:endParaRPr sz="1600" dirty="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145"/>
              </a:spcBef>
            </a:pP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scanf(“%d”,&amp;b);</a:t>
            </a:r>
            <a:r>
              <a:rPr sz="1600" b="1" spc="-229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scanf(“%d\n”,q);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28899" y="3237991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4187" y="3237991"/>
            <a:ext cx="405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390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17" name="object 17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57600" y="3886199"/>
              <a:ext cx="318770" cy="2147570"/>
            </a:xfrm>
            <a:custGeom>
              <a:avLst/>
              <a:gdLst/>
              <a:ahLst/>
              <a:cxnLst/>
              <a:rect l="l" t="t" r="r" b="b"/>
              <a:pathLst>
                <a:path w="318770" h="2147570">
                  <a:moveTo>
                    <a:pt x="318516" y="108204"/>
                  </a:moveTo>
                  <a:lnTo>
                    <a:pt x="312420" y="102108"/>
                  </a:lnTo>
                  <a:lnTo>
                    <a:pt x="304800" y="102108"/>
                  </a:lnTo>
                  <a:lnTo>
                    <a:pt x="275844" y="102108"/>
                  </a:lnTo>
                  <a:lnTo>
                    <a:pt x="260604" y="100584"/>
                  </a:lnTo>
                  <a:lnTo>
                    <a:pt x="246888" y="100584"/>
                  </a:lnTo>
                  <a:lnTo>
                    <a:pt x="210312" y="96012"/>
                  </a:lnTo>
                  <a:lnTo>
                    <a:pt x="199644" y="94488"/>
                  </a:lnTo>
                  <a:lnTo>
                    <a:pt x="190500" y="92964"/>
                  </a:lnTo>
                  <a:lnTo>
                    <a:pt x="175260" y="89916"/>
                  </a:lnTo>
                  <a:lnTo>
                    <a:pt x="166116" y="86868"/>
                  </a:lnTo>
                  <a:lnTo>
                    <a:pt x="166116" y="83820"/>
                  </a:lnTo>
                  <a:lnTo>
                    <a:pt x="166116" y="0"/>
                  </a:lnTo>
                  <a:lnTo>
                    <a:pt x="140208" y="0"/>
                  </a:lnTo>
                  <a:lnTo>
                    <a:pt x="140208" y="92964"/>
                  </a:lnTo>
                  <a:lnTo>
                    <a:pt x="141732" y="96012"/>
                  </a:lnTo>
                  <a:lnTo>
                    <a:pt x="141732" y="97536"/>
                  </a:lnTo>
                  <a:lnTo>
                    <a:pt x="144780" y="100584"/>
                  </a:lnTo>
                  <a:lnTo>
                    <a:pt x="146304" y="103632"/>
                  </a:lnTo>
                  <a:lnTo>
                    <a:pt x="147828" y="103632"/>
                  </a:lnTo>
                  <a:lnTo>
                    <a:pt x="147828" y="105156"/>
                  </a:lnTo>
                  <a:lnTo>
                    <a:pt x="149352" y="105156"/>
                  </a:lnTo>
                  <a:lnTo>
                    <a:pt x="152400" y="108204"/>
                  </a:lnTo>
                  <a:lnTo>
                    <a:pt x="167640" y="114300"/>
                  </a:lnTo>
                  <a:lnTo>
                    <a:pt x="171792" y="115138"/>
                  </a:lnTo>
                  <a:lnTo>
                    <a:pt x="167640" y="115824"/>
                  </a:lnTo>
                  <a:lnTo>
                    <a:pt x="166116" y="116586"/>
                  </a:lnTo>
                  <a:lnTo>
                    <a:pt x="166116" y="141732"/>
                  </a:lnTo>
                  <a:lnTo>
                    <a:pt x="166116" y="143268"/>
                  </a:lnTo>
                  <a:lnTo>
                    <a:pt x="164592" y="144780"/>
                  </a:lnTo>
                  <a:lnTo>
                    <a:pt x="166103" y="143268"/>
                  </a:lnTo>
                  <a:lnTo>
                    <a:pt x="166116" y="141732"/>
                  </a:lnTo>
                  <a:lnTo>
                    <a:pt x="166116" y="116586"/>
                  </a:lnTo>
                  <a:lnTo>
                    <a:pt x="161544" y="118872"/>
                  </a:lnTo>
                  <a:lnTo>
                    <a:pt x="153924" y="121920"/>
                  </a:lnTo>
                  <a:lnTo>
                    <a:pt x="149352" y="124968"/>
                  </a:lnTo>
                  <a:lnTo>
                    <a:pt x="147828" y="124968"/>
                  </a:lnTo>
                  <a:lnTo>
                    <a:pt x="147828" y="126492"/>
                  </a:lnTo>
                  <a:lnTo>
                    <a:pt x="146304" y="126492"/>
                  </a:lnTo>
                  <a:lnTo>
                    <a:pt x="144780" y="129540"/>
                  </a:lnTo>
                  <a:lnTo>
                    <a:pt x="141732" y="132588"/>
                  </a:lnTo>
                  <a:lnTo>
                    <a:pt x="141732" y="134112"/>
                  </a:lnTo>
                  <a:lnTo>
                    <a:pt x="140208" y="137160"/>
                  </a:lnTo>
                  <a:lnTo>
                    <a:pt x="140208" y="2106168"/>
                  </a:lnTo>
                  <a:lnTo>
                    <a:pt x="96012" y="2115312"/>
                  </a:lnTo>
                  <a:lnTo>
                    <a:pt x="59436" y="2119884"/>
                  </a:lnTo>
                  <a:lnTo>
                    <a:pt x="45720" y="2119884"/>
                  </a:lnTo>
                  <a:lnTo>
                    <a:pt x="30480" y="2121408"/>
                  </a:lnTo>
                  <a:lnTo>
                    <a:pt x="0" y="2121408"/>
                  </a:lnTo>
                  <a:lnTo>
                    <a:pt x="1524" y="2147316"/>
                  </a:lnTo>
                  <a:lnTo>
                    <a:pt x="32004" y="2145792"/>
                  </a:lnTo>
                  <a:lnTo>
                    <a:pt x="47244" y="2145792"/>
                  </a:lnTo>
                  <a:lnTo>
                    <a:pt x="60960" y="2144268"/>
                  </a:lnTo>
                  <a:lnTo>
                    <a:pt x="74676" y="2144268"/>
                  </a:lnTo>
                  <a:lnTo>
                    <a:pt x="111252" y="2139696"/>
                  </a:lnTo>
                  <a:lnTo>
                    <a:pt x="120396" y="2138172"/>
                  </a:lnTo>
                  <a:lnTo>
                    <a:pt x="131064" y="2135124"/>
                  </a:lnTo>
                  <a:lnTo>
                    <a:pt x="138684" y="2133600"/>
                  </a:lnTo>
                  <a:lnTo>
                    <a:pt x="146304" y="2130552"/>
                  </a:lnTo>
                  <a:lnTo>
                    <a:pt x="152400" y="2127504"/>
                  </a:lnTo>
                  <a:lnTo>
                    <a:pt x="156972" y="2124456"/>
                  </a:lnTo>
                  <a:lnTo>
                    <a:pt x="158496" y="2124456"/>
                  </a:lnTo>
                  <a:lnTo>
                    <a:pt x="158496" y="2122932"/>
                  </a:lnTo>
                  <a:lnTo>
                    <a:pt x="160020" y="2122932"/>
                  </a:lnTo>
                  <a:lnTo>
                    <a:pt x="161544" y="2119884"/>
                  </a:lnTo>
                  <a:lnTo>
                    <a:pt x="164592" y="2116836"/>
                  </a:lnTo>
                  <a:lnTo>
                    <a:pt x="164592" y="2112264"/>
                  </a:lnTo>
                  <a:lnTo>
                    <a:pt x="166116" y="2110740"/>
                  </a:lnTo>
                  <a:lnTo>
                    <a:pt x="166116" y="2109216"/>
                  </a:lnTo>
                  <a:lnTo>
                    <a:pt x="166116" y="2103120"/>
                  </a:lnTo>
                  <a:lnTo>
                    <a:pt x="166116" y="146304"/>
                  </a:lnTo>
                  <a:lnTo>
                    <a:pt x="166116" y="144272"/>
                  </a:lnTo>
                  <a:lnTo>
                    <a:pt x="169151" y="143268"/>
                  </a:lnTo>
                  <a:lnTo>
                    <a:pt x="220980" y="132588"/>
                  </a:lnTo>
                  <a:lnTo>
                    <a:pt x="234696" y="131064"/>
                  </a:lnTo>
                  <a:lnTo>
                    <a:pt x="246888" y="129540"/>
                  </a:lnTo>
                  <a:lnTo>
                    <a:pt x="260604" y="129540"/>
                  </a:lnTo>
                  <a:lnTo>
                    <a:pt x="274320" y="128016"/>
                  </a:lnTo>
                  <a:lnTo>
                    <a:pt x="304800" y="128016"/>
                  </a:lnTo>
                  <a:lnTo>
                    <a:pt x="312420" y="128016"/>
                  </a:lnTo>
                  <a:lnTo>
                    <a:pt x="318516" y="121920"/>
                  </a:lnTo>
                  <a:lnTo>
                    <a:pt x="318516" y="108204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18787" y="3823208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RAM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36903" y="3886200"/>
            <a:ext cx="8464550" cy="1988820"/>
            <a:chOff x="1136903" y="3886200"/>
            <a:chExt cx="8464550" cy="1988820"/>
          </a:xfrm>
        </p:grpSpPr>
        <p:sp>
          <p:nvSpPr>
            <p:cNvPr id="21" name="object 21"/>
            <p:cNvSpPr/>
            <p:nvPr/>
          </p:nvSpPr>
          <p:spPr>
            <a:xfrm>
              <a:off x="1136904" y="3886199"/>
              <a:ext cx="1309370" cy="1988820"/>
            </a:xfrm>
            <a:custGeom>
              <a:avLst/>
              <a:gdLst/>
              <a:ahLst/>
              <a:cxnLst/>
              <a:rect l="l" t="t" r="r" b="b"/>
              <a:pathLst>
                <a:path w="1309370" h="1988820">
                  <a:moveTo>
                    <a:pt x="1309116" y="1078992"/>
                  </a:moveTo>
                  <a:lnTo>
                    <a:pt x="1306068" y="1075944"/>
                  </a:lnTo>
                  <a:lnTo>
                    <a:pt x="1295400" y="1075944"/>
                  </a:lnTo>
                  <a:lnTo>
                    <a:pt x="1295400" y="1088136"/>
                  </a:lnTo>
                  <a:lnTo>
                    <a:pt x="1295400" y="1517904"/>
                  </a:lnTo>
                  <a:lnTo>
                    <a:pt x="1295400" y="1531620"/>
                  </a:lnTo>
                  <a:lnTo>
                    <a:pt x="1295400" y="1533144"/>
                  </a:lnTo>
                  <a:lnTo>
                    <a:pt x="1295400" y="1545336"/>
                  </a:lnTo>
                  <a:lnTo>
                    <a:pt x="1295400" y="1975104"/>
                  </a:lnTo>
                  <a:lnTo>
                    <a:pt x="13716" y="1975104"/>
                  </a:lnTo>
                  <a:lnTo>
                    <a:pt x="13716" y="1545336"/>
                  </a:lnTo>
                  <a:lnTo>
                    <a:pt x="1295400" y="1545336"/>
                  </a:lnTo>
                  <a:lnTo>
                    <a:pt x="1295400" y="1533144"/>
                  </a:lnTo>
                  <a:lnTo>
                    <a:pt x="13716" y="1533144"/>
                  </a:lnTo>
                  <a:lnTo>
                    <a:pt x="13716" y="1531620"/>
                  </a:lnTo>
                  <a:lnTo>
                    <a:pt x="1295400" y="1531620"/>
                  </a:lnTo>
                  <a:lnTo>
                    <a:pt x="1295400" y="1517904"/>
                  </a:lnTo>
                  <a:lnTo>
                    <a:pt x="13716" y="1517904"/>
                  </a:lnTo>
                  <a:lnTo>
                    <a:pt x="13716" y="1088136"/>
                  </a:lnTo>
                  <a:lnTo>
                    <a:pt x="1295400" y="1088136"/>
                  </a:lnTo>
                  <a:lnTo>
                    <a:pt x="1295400" y="1075944"/>
                  </a:lnTo>
                  <a:lnTo>
                    <a:pt x="3048" y="1075944"/>
                  </a:lnTo>
                  <a:lnTo>
                    <a:pt x="0" y="1078992"/>
                  </a:lnTo>
                  <a:lnTo>
                    <a:pt x="0" y="1520952"/>
                  </a:lnTo>
                  <a:lnTo>
                    <a:pt x="0" y="1542288"/>
                  </a:lnTo>
                  <a:lnTo>
                    <a:pt x="0" y="1985772"/>
                  </a:lnTo>
                  <a:lnTo>
                    <a:pt x="3048" y="1988820"/>
                  </a:lnTo>
                  <a:lnTo>
                    <a:pt x="1306068" y="1988820"/>
                  </a:lnTo>
                  <a:lnTo>
                    <a:pt x="1309116" y="1985772"/>
                  </a:lnTo>
                  <a:lnTo>
                    <a:pt x="1309116" y="1981200"/>
                  </a:lnTo>
                  <a:lnTo>
                    <a:pt x="1309116" y="1975104"/>
                  </a:lnTo>
                  <a:lnTo>
                    <a:pt x="1309116" y="1082040"/>
                  </a:lnTo>
                  <a:lnTo>
                    <a:pt x="1309116" y="1078992"/>
                  </a:lnTo>
                  <a:close/>
                </a:path>
                <a:path w="1309370" h="1988820">
                  <a:moveTo>
                    <a:pt x="1309116" y="0"/>
                  </a:moveTo>
                  <a:lnTo>
                    <a:pt x="1295400" y="0"/>
                  </a:lnTo>
                  <a:lnTo>
                    <a:pt x="1295400" y="160020"/>
                  </a:lnTo>
                  <a:lnTo>
                    <a:pt x="1295400" y="172212"/>
                  </a:lnTo>
                  <a:lnTo>
                    <a:pt x="1295400" y="1060704"/>
                  </a:lnTo>
                  <a:lnTo>
                    <a:pt x="13716" y="1060704"/>
                  </a:lnTo>
                  <a:lnTo>
                    <a:pt x="13716" y="629412"/>
                  </a:lnTo>
                  <a:lnTo>
                    <a:pt x="1295400" y="629412"/>
                  </a:lnTo>
                  <a:lnTo>
                    <a:pt x="1295400" y="603504"/>
                  </a:lnTo>
                  <a:lnTo>
                    <a:pt x="13716" y="603504"/>
                  </a:lnTo>
                  <a:lnTo>
                    <a:pt x="13716" y="185928"/>
                  </a:lnTo>
                  <a:lnTo>
                    <a:pt x="1295400" y="185928"/>
                  </a:lnTo>
                  <a:lnTo>
                    <a:pt x="1295400" y="173736"/>
                  </a:lnTo>
                  <a:lnTo>
                    <a:pt x="13716" y="173736"/>
                  </a:lnTo>
                  <a:lnTo>
                    <a:pt x="13716" y="172212"/>
                  </a:lnTo>
                  <a:lnTo>
                    <a:pt x="1295400" y="172212"/>
                  </a:lnTo>
                  <a:lnTo>
                    <a:pt x="1295400" y="160020"/>
                  </a:lnTo>
                  <a:lnTo>
                    <a:pt x="13716" y="16002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071372"/>
                  </a:lnTo>
                  <a:lnTo>
                    <a:pt x="3048" y="1074420"/>
                  </a:lnTo>
                  <a:lnTo>
                    <a:pt x="1306068" y="1074420"/>
                  </a:lnTo>
                  <a:lnTo>
                    <a:pt x="1309116" y="1071372"/>
                  </a:lnTo>
                  <a:lnTo>
                    <a:pt x="1309116" y="1066800"/>
                  </a:lnTo>
                  <a:lnTo>
                    <a:pt x="1309116" y="1060704"/>
                  </a:lnTo>
                  <a:lnTo>
                    <a:pt x="1309116" y="161544"/>
                  </a:lnTo>
                  <a:lnTo>
                    <a:pt x="1309116" y="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18304" y="3886199"/>
              <a:ext cx="4883150" cy="1022350"/>
            </a:xfrm>
            <a:custGeom>
              <a:avLst/>
              <a:gdLst/>
              <a:ahLst/>
              <a:cxnLst/>
              <a:rect l="l" t="t" r="r" b="b"/>
              <a:pathLst>
                <a:path w="4883150" h="1022350">
                  <a:moveTo>
                    <a:pt x="4882896" y="0"/>
                  </a:moveTo>
                  <a:lnTo>
                    <a:pt x="4876800" y="0"/>
                  </a:lnTo>
                  <a:lnTo>
                    <a:pt x="4876800" y="1010412"/>
                  </a:lnTo>
                  <a:lnTo>
                    <a:pt x="13716" y="1010412"/>
                  </a:lnTo>
                  <a:lnTo>
                    <a:pt x="13716" y="0"/>
                  </a:lnTo>
                  <a:lnTo>
                    <a:pt x="13081" y="0"/>
                  </a:lnTo>
                  <a:lnTo>
                    <a:pt x="13081" y="1016000"/>
                  </a:lnTo>
                  <a:lnTo>
                    <a:pt x="9906" y="1016000"/>
                  </a:lnTo>
                  <a:lnTo>
                    <a:pt x="9906" y="1013460"/>
                  </a:lnTo>
                  <a:lnTo>
                    <a:pt x="13081" y="1016000"/>
                  </a:lnTo>
                  <a:lnTo>
                    <a:pt x="13081" y="0"/>
                  </a:lnTo>
                  <a:lnTo>
                    <a:pt x="0" y="0"/>
                  </a:lnTo>
                  <a:lnTo>
                    <a:pt x="0" y="1010920"/>
                  </a:lnTo>
                  <a:lnTo>
                    <a:pt x="0" y="1016000"/>
                  </a:lnTo>
                  <a:lnTo>
                    <a:pt x="0" y="1022350"/>
                  </a:lnTo>
                  <a:lnTo>
                    <a:pt x="4882896" y="1022350"/>
                  </a:lnTo>
                  <a:lnTo>
                    <a:pt x="4882896" y="1016508"/>
                  </a:lnTo>
                  <a:lnTo>
                    <a:pt x="4882896" y="1016000"/>
                  </a:lnTo>
                  <a:lnTo>
                    <a:pt x="4882896" y="1010412"/>
                  </a:lnTo>
                  <a:lnTo>
                    <a:pt x="4882896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32020" y="3915448"/>
            <a:ext cx="4863465" cy="9036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99949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r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(*p)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*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(*q);</a:t>
            </a:r>
            <a:endParaRPr sz="1600" dirty="0">
              <a:latin typeface="Courier New"/>
              <a:cs typeface="Courier New"/>
            </a:endParaRPr>
          </a:p>
          <a:p>
            <a:pPr marL="999490">
              <a:lnSpc>
                <a:spcPct val="100000"/>
              </a:lnSpc>
              <a:spcBef>
                <a:spcPts val="3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printf(“%d\n”,r);</a:t>
            </a:r>
            <a:endParaRPr sz="1600" dirty="0">
              <a:latin typeface="Courier New"/>
              <a:cs typeface="Courier New"/>
            </a:endParaRPr>
          </a:p>
          <a:p>
            <a:pPr marL="85090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5376" y="3747084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51175" y="4135704"/>
            <a:ext cx="229870" cy="117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b</a:t>
            </a:r>
            <a:endParaRPr sz="1800">
              <a:latin typeface="Courier New"/>
              <a:cs typeface="Courier New"/>
            </a:endParaRPr>
          </a:p>
          <a:p>
            <a:pPr marL="12700" marR="10160" indent="59055">
              <a:lnSpc>
                <a:spcPct val="159400"/>
              </a:lnSpc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 q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7832" y="4031919"/>
            <a:ext cx="462915" cy="1245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204</a:t>
            </a:r>
            <a:endParaRPr sz="1800">
              <a:latin typeface="Courier New"/>
              <a:cs typeface="Courier New"/>
            </a:endParaRPr>
          </a:p>
          <a:p>
            <a:pPr marL="19685">
              <a:lnSpc>
                <a:spcPct val="100000"/>
              </a:lnSpc>
              <a:spcBef>
                <a:spcPts val="8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208</a:t>
            </a:r>
            <a:endParaRPr sz="1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04187" y="4013631"/>
            <a:ext cx="405765" cy="127825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78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204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7420" y="3886200"/>
            <a:ext cx="425196" cy="142646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414264" y="5347284"/>
            <a:ext cx="1391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390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186600"/>
                </a:solidFill>
              </a:rPr>
              <a:t>A</a:t>
            </a:r>
            <a:r>
              <a:rPr sz="2000" spc="-35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detail</a:t>
            </a:r>
            <a:r>
              <a:rPr sz="2000" spc="-1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example</a:t>
            </a:r>
            <a:r>
              <a:rPr sz="2000" spc="-5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using</a:t>
            </a:r>
            <a:r>
              <a:rPr sz="2000" spc="-10" dirty="0">
                <a:solidFill>
                  <a:srgbClr val="186600"/>
                </a:solidFill>
              </a:rPr>
              <a:t> pointers </a:t>
            </a:r>
            <a:r>
              <a:rPr sz="2000" dirty="0">
                <a:solidFill>
                  <a:srgbClr val="FF0000"/>
                </a:solidFill>
              </a:rPr>
              <a:t>Basic</a:t>
            </a:r>
            <a:r>
              <a:rPr sz="2000" spc="-4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of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Pointer</a:t>
            </a:r>
            <a:r>
              <a:rPr sz="2000" spc="-4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Manipulations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 </a:t>
            </a:r>
            <a:r>
              <a:rPr sz="2000" dirty="0"/>
              <a:t>Operators</a:t>
            </a:r>
            <a:r>
              <a:rPr sz="2000" spc="-50" dirty="0"/>
              <a:t> </a:t>
            </a:r>
            <a:r>
              <a:rPr sz="2000" dirty="0"/>
              <a:t>applicable</a:t>
            </a:r>
            <a:r>
              <a:rPr sz="2000" spc="-50" dirty="0"/>
              <a:t> </a:t>
            </a:r>
            <a:r>
              <a:rPr sz="2000" dirty="0"/>
              <a:t>to</a:t>
            </a:r>
            <a:r>
              <a:rPr sz="2000" spc="-25" dirty="0"/>
              <a:t> </a:t>
            </a:r>
            <a:r>
              <a:rPr sz="2000" spc="-10" dirty="0"/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Pointer</a:t>
            </a:r>
            <a:r>
              <a:rPr spc="-70" dirty="0"/>
              <a:t> </a:t>
            </a:r>
            <a:r>
              <a:rPr dirty="0"/>
              <a:t>Basic</a:t>
            </a:r>
            <a:r>
              <a:rPr spc="-2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005152"/>
            <a:ext cx="2758440" cy="145886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962025">
              <a:lnSpc>
                <a:spcPct val="102200"/>
              </a:lnSpc>
              <a:spcBef>
                <a:spcPts val="5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5; </a:t>
            </a:r>
            <a:endParaRPr lang="en-US" sz="18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962025">
              <a:lnSpc>
                <a:spcPct val="102200"/>
              </a:lnSpc>
              <a:spcBef>
                <a:spcPts val="5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&amp;i;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("%d\n",</a:t>
            </a:r>
            <a:r>
              <a:rPr sz="1800" b="1" spc="-1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7;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12864" y="1760220"/>
            <a:ext cx="1728470" cy="1955800"/>
            <a:chOff x="6912864" y="1760220"/>
            <a:chExt cx="1728470" cy="1955800"/>
          </a:xfrm>
        </p:grpSpPr>
        <p:sp>
          <p:nvSpPr>
            <p:cNvPr id="5" name="object 5"/>
            <p:cNvSpPr/>
            <p:nvPr/>
          </p:nvSpPr>
          <p:spPr>
            <a:xfrm>
              <a:off x="7648956" y="1776222"/>
              <a:ext cx="576580" cy="0"/>
            </a:xfrm>
            <a:custGeom>
              <a:avLst/>
              <a:gdLst/>
              <a:ahLst/>
              <a:cxnLst/>
              <a:rect l="l" t="t" r="r" b="b"/>
              <a:pathLst>
                <a:path w="576579">
                  <a:moveTo>
                    <a:pt x="0" y="0"/>
                  </a:moveTo>
                  <a:lnTo>
                    <a:pt x="576072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48956" y="1792223"/>
              <a:ext cx="576580" cy="192405"/>
            </a:xfrm>
            <a:custGeom>
              <a:avLst/>
              <a:gdLst/>
              <a:ahLst/>
              <a:cxnLst/>
              <a:rect l="l" t="t" r="r" b="b"/>
              <a:pathLst>
                <a:path w="576579" h="192405">
                  <a:moveTo>
                    <a:pt x="32004" y="128028"/>
                  </a:moveTo>
                  <a:lnTo>
                    <a:pt x="0" y="128028"/>
                  </a:lnTo>
                  <a:lnTo>
                    <a:pt x="0" y="160020"/>
                  </a:lnTo>
                  <a:lnTo>
                    <a:pt x="0" y="192024"/>
                  </a:lnTo>
                  <a:lnTo>
                    <a:pt x="32004" y="192024"/>
                  </a:lnTo>
                  <a:lnTo>
                    <a:pt x="32004" y="160020"/>
                  </a:lnTo>
                  <a:lnTo>
                    <a:pt x="32004" y="128028"/>
                  </a:lnTo>
                  <a:close/>
                </a:path>
                <a:path w="576579" h="192405">
                  <a:moveTo>
                    <a:pt x="32004" y="32016"/>
                  </a:moveTo>
                  <a:lnTo>
                    <a:pt x="0" y="32016"/>
                  </a:lnTo>
                  <a:lnTo>
                    <a:pt x="0" y="64008"/>
                  </a:lnTo>
                  <a:lnTo>
                    <a:pt x="0" y="96012"/>
                  </a:lnTo>
                  <a:lnTo>
                    <a:pt x="0" y="128016"/>
                  </a:lnTo>
                  <a:lnTo>
                    <a:pt x="32004" y="128016"/>
                  </a:lnTo>
                  <a:lnTo>
                    <a:pt x="32004" y="96012"/>
                  </a:lnTo>
                  <a:lnTo>
                    <a:pt x="32004" y="64008"/>
                  </a:lnTo>
                  <a:lnTo>
                    <a:pt x="32004" y="32016"/>
                  </a:lnTo>
                  <a:close/>
                </a:path>
                <a:path w="576579" h="192405">
                  <a:moveTo>
                    <a:pt x="32004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32004" y="32004"/>
                  </a:lnTo>
                  <a:lnTo>
                    <a:pt x="32004" y="0"/>
                  </a:lnTo>
                  <a:close/>
                </a:path>
                <a:path w="576579" h="192405">
                  <a:moveTo>
                    <a:pt x="576072" y="128028"/>
                  </a:moveTo>
                  <a:lnTo>
                    <a:pt x="544068" y="128028"/>
                  </a:lnTo>
                  <a:lnTo>
                    <a:pt x="544068" y="160020"/>
                  </a:lnTo>
                  <a:lnTo>
                    <a:pt x="576072" y="160020"/>
                  </a:lnTo>
                  <a:lnTo>
                    <a:pt x="576072" y="128028"/>
                  </a:lnTo>
                  <a:close/>
                </a:path>
                <a:path w="576579" h="192405">
                  <a:moveTo>
                    <a:pt x="576072" y="32016"/>
                  </a:moveTo>
                  <a:lnTo>
                    <a:pt x="544068" y="32016"/>
                  </a:lnTo>
                  <a:lnTo>
                    <a:pt x="544068" y="64008"/>
                  </a:lnTo>
                  <a:lnTo>
                    <a:pt x="544068" y="96012"/>
                  </a:lnTo>
                  <a:lnTo>
                    <a:pt x="544068" y="128016"/>
                  </a:lnTo>
                  <a:lnTo>
                    <a:pt x="576072" y="128016"/>
                  </a:lnTo>
                  <a:lnTo>
                    <a:pt x="576072" y="96012"/>
                  </a:lnTo>
                  <a:lnTo>
                    <a:pt x="576072" y="64008"/>
                  </a:lnTo>
                  <a:lnTo>
                    <a:pt x="576072" y="32016"/>
                  </a:lnTo>
                  <a:close/>
                </a:path>
                <a:path w="576579" h="192405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72984" y="1968246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20">
                  <a:moveTo>
                    <a:pt x="0" y="0"/>
                  </a:moveTo>
                  <a:lnTo>
                    <a:pt x="160020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48956" y="1952243"/>
              <a:ext cx="576580" cy="128270"/>
            </a:xfrm>
            <a:custGeom>
              <a:avLst/>
              <a:gdLst/>
              <a:ahLst/>
              <a:cxnLst/>
              <a:rect l="l" t="t" r="r" b="b"/>
              <a:pathLst>
                <a:path w="576579" h="128269">
                  <a:moveTo>
                    <a:pt x="32004" y="96024"/>
                  </a:moveTo>
                  <a:lnTo>
                    <a:pt x="0" y="96024"/>
                  </a:lnTo>
                  <a:lnTo>
                    <a:pt x="0" y="128016"/>
                  </a:lnTo>
                  <a:lnTo>
                    <a:pt x="32004" y="128016"/>
                  </a:lnTo>
                  <a:lnTo>
                    <a:pt x="32004" y="96024"/>
                  </a:lnTo>
                  <a:close/>
                </a:path>
                <a:path w="576579" h="128269">
                  <a:moveTo>
                    <a:pt x="32004" y="32004"/>
                  </a:moveTo>
                  <a:lnTo>
                    <a:pt x="0" y="32004"/>
                  </a:lnTo>
                  <a:lnTo>
                    <a:pt x="0" y="64008"/>
                  </a:lnTo>
                  <a:lnTo>
                    <a:pt x="0" y="96012"/>
                  </a:lnTo>
                  <a:lnTo>
                    <a:pt x="32004" y="96012"/>
                  </a:lnTo>
                  <a:lnTo>
                    <a:pt x="32004" y="64008"/>
                  </a:lnTo>
                  <a:lnTo>
                    <a:pt x="32004" y="32004"/>
                  </a:lnTo>
                  <a:close/>
                </a:path>
                <a:path w="576579" h="128269">
                  <a:moveTo>
                    <a:pt x="256019" y="32004"/>
                  </a:moveTo>
                  <a:lnTo>
                    <a:pt x="224028" y="32004"/>
                  </a:lnTo>
                  <a:lnTo>
                    <a:pt x="224028" y="64008"/>
                  </a:lnTo>
                  <a:lnTo>
                    <a:pt x="224028" y="96012"/>
                  </a:lnTo>
                  <a:lnTo>
                    <a:pt x="256019" y="96012"/>
                  </a:lnTo>
                  <a:lnTo>
                    <a:pt x="256019" y="64008"/>
                  </a:lnTo>
                  <a:lnTo>
                    <a:pt x="256019" y="32004"/>
                  </a:lnTo>
                  <a:close/>
                </a:path>
                <a:path w="576579" h="128269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44068" y="64008"/>
                  </a:lnTo>
                  <a:lnTo>
                    <a:pt x="544068" y="96012"/>
                  </a:lnTo>
                  <a:lnTo>
                    <a:pt x="576072" y="96012"/>
                  </a:lnTo>
                  <a:lnTo>
                    <a:pt x="576072" y="64008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72984" y="206425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>
                  <a:moveTo>
                    <a:pt x="0" y="0"/>
                  </a:moveTo>
                  <a:lnTo>
                    <a:pt x="128016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48956" y="2048268"/>
              <a:ext cx="576580" cy="64135"/>
            </a:xfrm>
            <a:custGeom>
              <a:avLst/>
              <a:gdLst/>
              <a:ahLst/>
              <a:cxnLst/>
              <a:rect l="l" t="t" r="r" b="b"/>
              <a:pathLst>
                <a:path w="576579" h="64135">
                  <a:moveTo>
                    <a:pt x="32004" y="31991"/>
                  </a:moveTo>
                  <a:lnTo>
                    <a:pt x="0" y="31991"/>
                  </a:lnTo>
                  <a:lnTo>
                    <a:pt x="0" y="63995"/>
                  </a:lnTo>
                  <a:lnTo>
                    <a:pt x="32004" y="63995"/>
                  </a:lnTo>
                  <a:lnTo>
                    <a:pt x="32004" y="31991"/>
                  </a:lnTo>
                  <a:close/>
                </a:path>
                <a:path w="576579" h="64135">
                  <a:moveTo>
                    <a:pt x="576072" y="0"/>
                  </a:moveTo>
                  <a:lnTo>
                    <a:pt x="544068" y="0"/>
                  </a:lnTo>
                  <a:lnTo>
                    <a:pt x="544068" y="31991"/>
                  </a:lnTo>
                  <a:lnTo>
                    <a:pt x="576072" y="31991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72984" y="2096262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48956" y="2080259"/>
              <a:ext cx="576580" cy="96520"/>
            </a:xfrm>
            <a:custGeom>
              <a:avLst/>
              <a:gdLst/>
              <a:ahLst/>
              <a:cxnLst/>
              <a:rect l="l" t="t" r="r" b="b"/>
              <a:pathLst>
                <a:path w="576579" h="96519">
                  <a:moveTo>
                    <a:pt x="32004" y="64020"/>
                  </a:moveTo>
                  <a:lnTo>
                    <a:pt x="0" y="64020"/>
                  </a:lnTo>
                  <a:lnTo>
                    <a:pt x="0" y="96012"/>
                  </a:lnTo>
                  <a:lnTo>
                    <a:pt x="32004" y="96012"/>
                  </a:lnTo>
                  <a:lnTo>
                    <a:pt x="32004" y="64020"/>
                  </a:lnTo>
                  <a:close/>
                </a:path>
                <a:path w="576579" h="96519">
                  <a:moveTo>
                    <a:pt x="32004" y="32004"/>
                  </a:moveTo>
                  <a:lnTo>
                    <a:pt x="0" y="32004"/>
                  </a:lnTo>
                  <a:lnTo>
                    <a:pt x="0" y="64008"/>
                  </a:lnTo>
                  <a:lnTo>
                    <a:pt x="32004" y="64008"/>
                  </a:lnTo>
                  <a:lnTo>
                    <a:pt x="32004" y="32004"/>
                  </a:lnTo>
                  <a:close/>
                </a:path>
                <a:path w="576579" h="96519">
                  <a:moveTo>
                    <a:pt x="384048" y="0"/>
                  </a:moveTo>
                  <a:lnTo>
                    <a:pt x="352044" y="0"/>
                  </a:lnTo>
                  <a:lnTo>
                    <a:pt x="352044" y="32004"/>
                  </a:lnTo>
                  <a:lnTo>
                    <a:pt x="352044" y="64008"/>
                  </a:lnTo>
                  <a:lnTo>
                    <a:pt x="384048" y="64008"/>
                  </a:lnTo>
                  <a:lnTo>
                    <a:pt x="384048" y="32004"/>
                  </a:lnTo>
                  <a:lnTo>
                    <a:pt x="384048" y="0"/>
                  </a:lnTo>
                  <a:close/>
                </a:path>
                <a:path w="576579" h="96519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44068" y="64008"/>
                  </a:lnTo>
                  <a:lnTo>
                    <a:pt x="576072" y="64008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72984" y="216027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48956" y="2144280"/>
              <a:ext cx="576580" cy="64135"/>
            </a:xfrm>
            <a:custGeom>
              <a:avLst/>
              <a:gdLst/>
              <a:ahLst/>
              <a:cxnLst/>
              <a:rect l="l" t="t" r="r" b="b"/>
              <a:pathLst>
                <a:path w="576579" h="64135">
                  <a:moveTo>
                    <a:pt x="32004" y="31991"/>
                  </a:moveTo>
                  <a:lnTo>
                    <a:pt x="0" y="31991"/>
                  </a:lnTo>
                  <a:lnTo>
                    <a:pt x="0" y="63995"/>
                  </a:lnTo>
                  <a:lnTo>
                    <a:pt x="32004" y="63995"/>
                  </a:lnTo>
                  <a:lnTo>
                    <a:pt x="32004" y="31991"/>
                  </a:lnTo>
                  <a:close/>
                </a:path>
                <a:path w="576579" h="64135">
                  <a:moveTo>
                    <a:pt x="384048" y="0"/>
                  </a:moveTo>
                  <a:lnTo>
                    <a:pt x="352044" y="0"/>
                  </a:lnTo>
                  <a:lnTo>
                    <a:pt x="352044" y="31991"/>
                  </a:lnTo>
                  <a:lnTo>
                    <a:pt x="384048" y="31991"/>
                  </a:lnTo>
                  <a:lnTo>
                    <a:pt x="384048" y="0"/>
                  </a:lnTo>
                  <a:close/>
                </a:path>
                <a:path w="576579" h="64135">
                  <a:moveTo>
                    <a:pt x="576072" y="0"/>
                  </a:moveTo>
                  <a:lnTo>
                    <a:pt x="544068" y="0"/>
                  </a:lnTo>
                  <a:lnTo>
                    <a:pt x="544068" y="31991"/>
                  </a:lnTo>
                  <a:lnTo>
                    <a:pt x="576072" y="31991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04988" y="2192274"/>
              <a:ext cx="96520" cy="0"/>
            </a:xfrm>
            <a:custGeom>
              <a:avLst/>
              <a:gdLst/>
              <a:ahLst/>
              <a:cxnLst/>
              <a:rect l="l" t="t" r="r" b="b"/>
              <a:pathLst>
                <a:path w="96520">
                  <a:moveTo>
                    <a:pt x="0" y="0"/>
                  </a:moveTo>
                  <a:lnTo>
                    <a:pt x="96011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48956" y="2176271"/>
              <a:ext cx="576580" cy="160020"/>
            </a:xfrm>
            <a:custGeom>
              <a:avLst/>
              <a:gdLst/>
              <a:ahLst/>
              <a:cxnLst/>
              <a:rect l="l" t="t" r="r" b="b"/>
              <a:pathLst>
                <a:path w="576579" h="160019">
                  <a:moveTo>
                    <a:pt x="32004" y="64020"/>
                  </a:moveTo>
                  <a:lnTo>
                    <a:pt x="0" y="64020"/>
                  </a:lnTo>
                  <a:lnTo>
                    <a:pt x="0" y="96012"/>
                  </a:lnTo>
                  <a:lnTo>
                    <a:pt x="0" y="128016"/>
                  </a:lnTo>
                  <a:lnTo>
                    <a:pt x="0" y="160020"/>
                  </a:lnTo>
                  <a:lnTo>
                    <a:pt x="32004" y="160020"/>
                  </a:lnTo>
                  <a:lnTo>
                    <a:pt x="32004" y="128016"/>
                  </a:lnTo>
                  <a:lnTo>
                    <a:pt x="32004" y="96012"/>
                  </a:lnTo>
                  <a:lnTo>
                    <a:pt x="32004" y="64020"/>
                  </a:lnTo>
                  <a:close/>
                </a:path>
                <a:path w="576579" h="160019">
                  <a:moveTo>
                    <a:pt x="32004" y="32004"/>
                  </a:moveTo>
                  <a:lnTo>
                    <a:pt x="0" y="32004"/>
                  </a:lnTo>
                  <a:lnTo>
                    <a:pt x="0" y="64008"/>
                  </a:lnTo>
                  <a:lnTo>
                    <a:pt x="32004" y="64008"/>
                  </a:lnTo>
                  <a:lnTo>
                    <a:pt x="32004" y="32004"/>
                  </a:lnTo>
                  <a:close/>
                </a:path>
                <a:path w="576579" h="160019">
                  <a:moveTo>
                    <a:pt x="576072" y="64020"/>
                  </a:moveTo>
                  <a:lnTo>
                    <a:pt x="544068" y="64020"/>
                  </a:lnTo>
                  <a:lnTo>
                    <a:pt x="544068" y="96012"/>
                  </a:lnTo>
                  <a:lnTo>
                    <a:pt x="544068" y="128016"/>
                  </a:lnTo>
                  <a:lnTo>
                    <a:pt x="544068" y="160020"/>
                  </a:lnTo>
                  <a:lnTo>
                    <a:pt x="576072" y="160020"/>
                  </a:lnTo>
                  <a:lnTo>
                    <a:pt x="576072" y="128016"/>
                  </a:lnTo>
                  <a:lnTo>
                    <a:pt x="576072" y="96012"/>
                  </a:lnTo>
                  <a:lnTo>
                    <a:pt x="576072" y="64020"/>
                  </a:lnTo>
                  <a:close/>
                </a:path>
                <a:path w="576579" h="160019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44068" y="64008"/>
                  </a:lnTo>
                  <a:lnTo>
                    <a:pt x="576072" y="64008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40880" y="2352294"/>
              <a:ext cx="1184275" cy="288290"/>
            </a:xfrm>
            <a:custGeom>
              <a:avLst/>
              <a:gdLst/>
              <a:ahLst/>
              <a:cxnLst/>
              <a:rect l="l" t="t" r="r" b="b"/>
              <a:pathLst>
                <a:path w="1184275" h="288289">
                  <a:moveTo>
                    <a:pt x="608076" y="0"/>
                  </a:moveTo>
                  <a:lnTo>
                    <a:pt x="1184148" y="0"/>
                  </a:lnTo>
                </a:path>
                <a:path w="1184275" h="288289">
                  <a:moveTo>
                    <a:pt x="576072" y="32003"/>
                  </a:moveTo>
                  <a:lnTo>
                    <a:pt x="608076" y="32003"/>
                  </a:lnTo>
                </a:path>
                <a:path w="1184275" h="288289">
                  <a:moveTo>
                    <a:pt x="480060" y="64007"/>
                  </a:moveTo>
                  <a:lnTo>
                    <a:pt x="576072" y="64007"/>
                  </a:lnTo>
                </a:path>
                <a:path w="1184275" h="288289">
                  <a:moveTo>
                    <a:pt x="384048" y="96012"/>
                  </a:moveTo>
                  <a:lnTo>
                    <a:pt x="576072" y="96012"/>
                  </a:lnTo>
                </a:path>
                <a:path w="1184275" h="288289">
                  <a:moveTo>
                    <a:pt x="288036" y="128015"/>
                  </a:moveTo>
                  <a:lnTo>
                    <a:pt x="544068" y="128015"/>
                  </a:lnTo>
                </a:path>
                <a:path w="1184275" h="288289">
                  <a:moveTo>
                    <a:pt x="192024" y="160019"/>
                  </a:moveTo>
                  <a:lnTo>
                    <a:pt x="512064" y="160019"/>
                  </a:lnTo>
                </a:path>
                <a:path w="1184275" h="288289">
                  <a:moveTo>
                    <a:pt x="64008" y="192024"/>
                  </a:moveTo>
                  <a:lnTo>
                    <a:pt x="512064" y="192024"/>
                  </a:lnTo>
                </a:path>
                <a:path w="1184275" h="288289">
                  <a:moveTo>
                    <a:pt x="0" y="224027"/>
                  </a:moveTo>
                  <a:lnTo>
                    <a:pt x="480059" y="224027"/>
                  </a:lnTo>
                </a:path>
                <a:path w="1184275" h="288289">
                  <a:moveTo>
                    <a:pt x="32003" y="256031"/>
                  </a:moveTo>
                  <a:lnTo>
                    <a:pt x="480059" y="256031"/>
                  </a:lnTo>
                </a:path>
                <a:path w="1184275" h="288289">
                  <a:moveTo>
                    <a:pt x="64008" y="288036"/>
                  </a:moveTo>
                  <a:lnTo>
                    <a:pt x="448056" y="288036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36892" y="2656331"/>
              <a:ext cx="320040" cy="64135"/>
            </a:xfrm>
            <a:custGeom>
              <a:avLst/>
              <a:gdLst/>
              <a:ahLst/>
              <a:cxnLst/>
              <a:rect l="l" t="t" r="r" b="b"/>
              <a:pathLst>
                <a:path w="320040" h="64135">
                  <a:moveTo>
                    <a:pt x="320040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0" y="64008"/>
                  </a:lnTo>
                  <a:lnTo>
                    <a:pt x="320040" y="64008"/>
                  </a:lnTo>
                  <a:lnTo>
                    <a:pt x="320040" y="32004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4888" y="2704338"/>
              <a:ext cx="1344295" cy="32384"/>
            </a:xfrm>
            <a:custGeom>
              <a:avLst/>
              <a:gdLst/>
              <a:ahLst/>
              <a:cxnLst/>
              <a:rect l="l" t="t" r="r" b="b"/>
              <a:pathLst>
                <a:path w="1344295" h="32385">
                  <a:moveTo>
                    <a:pt x="1024127" y="0"/>
                  </a:moveTo>
                  <a:lnTo>
                    <a:pt x="1280159" y="0"/>
                  </a:lnTo>
                </a:path>
                <a:path w="1344295" h="32385">
                  <a:moveTo>
                    <a:pt x="0" y="32004"/>
                  </a:moveTo>
                  <a:lnTo>
                    <a:pt x="320040" y="32004"/>
                  </a:lnTo>
                </a:path>
                <a:path w="1344295" h="32385">
                  <a:moveTo>
                    <a:pt x="896111" y="32004"/>
                  </a:moveTo>
                  <a:lnTo>
                    <a:pt x="1024127" y="32004"/>
                  </a:lnTo>
                </a:path>
                <a:path w="1344295" h="32385">
                  <a:moveTo>
                    <a:pt x="1280159" y="32004"/>
                  </a:moveTo>
                  <a:lnTo>
                    <a:pt x="1344167" y="32004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4888" y="275234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0" y="32003"/>
                  </a:moveTo>
                  <a:lnTo>
                    <a:pt x="32003" y="32003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32904" y="2768346"/>
              <a:ext cx="1280160" cy="0"/>
            </a:xfrm>
            <a:custGeom>
              <a:avLst/>
              <a:gdLst/>
              <a:ahLst/>
              <a:cxnLst/>
              <a:rect l="l" t="t" r="r" b="b"/>
              <a:pathLst>
                <a:path w="1280159">
                  <a:moveTo>
                    <a:pt x="0" y="0"/>
                  </a:moveTo>
                  <a:lnTo>
                    <a:pt x="192024" y="0"/>
                  </a:lnTo>
                </a:path>
                <a:path w="1280159">
                  <a:moveTo>
                    <a:pt x="704088" y="0"/>
                  </a:moveTo>
                  <a:lnTo>
                    <a:pt x="768096" y="0"/>
                  </a:lnTo>
                </a:path>
                <a:path w="1280159">
                  <a:moveTo>
                    <a:pt x="1216152" y="0"/>
                  </a:moveTo>
                  <a:lnTo>
                    <a:pt x="1280159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04888" y="278434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0" y="32003"/>
                  </a:moveTo>
                  <a:lnTo>
                    <a:pt x="32003" y="32003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64908" y="2800350"/>
              <a:ext cx="1280160" cy="0"/>
            </a:xfrm>
            <a:custGeom>
              <a:avLst/>
              <a:gdLst/>
              <a:ahLst/>
              <a:cxnLst/>
              <a:rect l="l" t="t" r="r" b="b"/>
              <a:pathLst>
                <a:path w="1280159">
                  <a:moveTo>
                    <a:pt x="0" y="0"/>
                  </a:moveTo>
                  <a:lnTo>
                    <a:pt x="128016" y="0"/>
                  </a:lnTo>
                </a:path>
                <a:path w="1280159">
                  <a:moveTo>
                    <a:pt x="576072" y="0"/>
                  </a:moveTo>
                  <a:lnTo>
                    <a:pt x="672083" y="0"/>
                  </a:lnTo>
                </a:path>
                <a:path w="1280159">
                  <a:moveTo>
                    <a:pt x="1248156" y="0"/>
                  </a:moveTo>
                  <a:lnTo>
                    <a:pt x="1280160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4888" y="281635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0" y="32003"/>
                  </a:moveTo>
                  <a:lnTo>
                    <a:pt x="32003" y="32003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96912" y="2832354"/>
              <a:ext cx="1280160" cy="0"/>
            </a:xfrm>
            <a:custGeom>
              <a:avLst/>
              <a:gdLst/>
              <a:ahLst/>
              <a:cxnLst/>
              <a:rect l="l" t="t" r="r" b="b"/>
              <a:pathLst>
                <a:path w="1280159">
                  <a:moveTo>
                    <a:pt x="0" y="0"/>
                  </a:moveTo>
                  <a:lnTo>
                    <a:pt x="64007" y="0"/>
                  </a:lnTo>
                </a:path>
                <a:path w="1280159">
                  <a:moveTo>
                    <a:pt x="448056" y="0"/>
                  </a:moveTo>
                  <a:lnTo>
                    <a:pt x="544068" y="0"/>
                  </a:lnTo>
                </a:path>
                <a:path w="1280159">
                  <a:moveTo>
                    <a:pt x="1248156" y="0"/>
                  </a:moveTo>
                  <a:lnTo>
                    <a:pt x="1280160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36892" y="2848368"/>
              <a:ext cx="1472565" cy="64135"/>
            </a:xfrm>
            <a:custGeom>
              <a:avLst/>
              <a:gdLst/>
              <a:ahLst/>
              <a:cxnLst/>
              <a:rect l="l" t="t" r="r" b="b"/>
              <a:pathLst>
                <a:path w="1472565" h="64135">
                  <a:moveTo>
                    <a:pt x="32004" y="0"/>
                  </a:moveTo>
                  <a:lnTo>
                    <a:pt x="0" y="0"/>
                  </a:lnTo>
                  <a:lnTo>
                    <a:pt x="0" y="31991"/>
                  </a:lnTo>
                  <a:lnTo>
                    <a:pt x="0" y="63995"/>
                  </a:lnTo>
                  <a:lnTo>
                    <a:pt x="32004" y="63995"/>
                  </a:lnTo>
                  <a:lnTo>
                    <a:pt x="32004" y="31991"/>
                  </a:lnTo>
                  <a:lnTo>
                    <a:pt x="32004" y="0"/>
                  </a:lnTo>
                  <a:close/>
                </a:path>
                <a:path w="1472565" h="64135">
                  <a:moveTo>
                    <a:pt x="224028" y="0"/>
                  </a:moveTo>
                  <a:lnTo>
                    <a:pt x="192024" y="0"/>
                  </a:lnTo>
                  <a:lnTo>
                    <a:pt x="192024" y="31991"/>
                  </a:lnTo>
                  <a:lnTo>
                    <a:pt x="192024" y="63995"/>
                  </a:lnTo>
                  <a:lnTo>
                    <a:pt x="224028" y="63995"/>
                  </a:lnTo>
                  <a:lnTo>
                    <a:pt x="224028" y="31991"/>
                  </a:lnTo>
                  <a:lnTo>
                    <a:pt x="224028" y="0"/>
                  </a:lnTo>
                  <a:close/>
                </a:path>
                <a:path w="1472565" h="64135">
                  <a:moveTo>
                    <a:pt x="608063" y="0"/>
                  </a:moveTo>
                  <a:lnTo>
                    <a:pt x="512064" y="0"/>
                  </a:lnTo>
                  <a:lnTo>
                    <a:pt x="512064" y="31991"/>
                  </a:lnTo>
                  <a:lnTo>
                    <a:pt x="512064" y="63995"/>
                  </a:lnTo>
                  <a:lnTo>
                    <a:pt x="608063" y="63995"/>
                  </a:lnTo>
                  <a:lnTo>
                    <a:pt x="608063" y="31991"/>
                  </a:lnTo>
                  <a:lnTo>
                    <a:pt x="608063" y="0"/>
                  </a:lnTo>
                  <a:close/>
                </a:path>
                <a:path w="1472565" h="64135">
                  <a:moveTo>
                    <a:pt x="1472184" y="0"/>
                  </a:moveTo>
                  <a:lnTo>
                    <a:pt x="1440180" y="0"/>
                  </a:lnTo>
                  <a:lnTo>
                    <a:pt x="1440180" y="31991"/>
                  </a:lnTo>
                  <a:lnTo>
                    <a:pt x="1440180" y="63995"/>
                  </a:lnTo>
                  <a:lnTo>
                    <a:pt x="1472184" y="63995"/>
                  </a:lnTo>
                  <a:lnTo>
                    <a:pt x="1472184" y="31991"/>
                  </a:lnTo>
                  <a:lnTo>
                    <a:pt x="14721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68896" y="2928366"/>
              <a:ext cx="480059" cy="0"/>
            </a:xfrm>
            <a:custGeom>
              <a:avLst/>
              <a:gdLst/>
              <a:ahLst/>
              <a:cxnLst/>
              <a:rect l="l" t="t" r="r" b="b"/>
              <a:pathLst>
                <a:path w="480059">
                  <a:moveTo>
                    <a:pt x="0" y="0"/>
                  </a:moveTo>
                  <a:lnTo>
                    <a:pt x="128016" y="0"/>
                  </a:lnTo>
                </a:path>
                <a:path w="480059">
                  <a:moveTo>
                    <a:pt x="320039" y="0"/>
                  </a:moveTo>
                  <a:lnTo>
                    <a:pt x="480059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609076" y="291236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0" y="32003"/>
                  </a:moveTo>
                  <a:lnTo>
                    <a:pt x="32003" y="32003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96912" y="2960370"/>
              <a:ext cx="192405" cy="0"/>
            </a:xfrm>
            <a:custGeom>
              <a:avLst/>
              <a:gdLst/>
              <a:ahLst/>
              <a:cxnLst/>
              <a:rect l="l" t="t" r="r" b="b"/>
              <a:pathLst>
                <a:path w="192404">
                  <a:moveTo>
                    <a:pt x="0" y="0"/>
                  </a:moveTo>
                  <a:lnTo>
                    <a:pt x="192024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577072" y="2944380"/>
              <a:ext cx="64135" cy="160020"/>
            </a:xfrm>
            <a:custGeom>
              <a:avLst/>
              <a:gdLst/>
              <a:ahLst/>
              <a:cxnLst/>
              <a:rect l="l" t="t" r="r" b="b"/>
              <a:pathLst>
                <a:path w="64134" h="160019">
                  <a:moveTo>
                    <a:pt x="32004" y="96012"/>
                  </a:moveTo>
                  <a:lnTo>
                    <a:pt x="0" y="96012"/>
                  </a:lnTo>
                  <a:lnTo>
                    <a:pt x="0" y="128003"/>
                  </a:lnTo>
                  <a:lnTo>
                    <a:pt x="0" y="160007"/>
                  </a:lnTo>
                  <a:lnTo>
                    <a:pt x="32004" y="160007"/>
                  </a:lnTo>
                  <a:lnTo>
                    <a:pt x="32004" y="128003"/>
                  </a:lnTo>
                  <a:lnTo>
                    <a:pt x="32004" y="96012"/>
                  </a:lnTo>
                  <a:close/>
                </a:path>
                <a:path w="64134" h="160019">
                  <a:moveTo>
                    <a:pt x="64008" y="0"/>
                  </a:moveTo>
                  <a:lnTo>
                    <a:pt x="32004" y="0"/>
                  </a:lnTo>
                  <a:lnTo>
                    <a:pt x="32004" y="31991"/>
                  </a:lnTo>
                  <a:lnTo>
                    <a:pt x="32004" y="63995"/>
                  </a:lnTo>
                  <a:lnTo>
                    <a:pt x="32004" y="95999"/>
                  </a:lnTo>
                  <a:lnTo>
                    <a:pt x="64008" y="95999"/>
                  </a:lnTo>
                  <a:lnTo>
                    <a:pt x="64008" y="63995"/>
                  </a:lnTo>
                  <a:lnTo>
                    <a:pt x="64008" y="31991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48956" y="3120390"/>
              <a:ext cx="928369" cy="32384"/>
            </a:xfrm>
            <a:custGeom>
              <a:avLst/>
              <a:gdLst/>
              <a:ahLst/>
              <a:cxnLst/>
              <a:rect l="l" t="t" r="r" b="b"/>
              <a:pathLst>
                <a:path w="928370" h="32385">
                  <a:moveTo>
                    <a:pt x="896112" y="0"/>
                  </a:moveTo>
                  <a:lnTo>
                    <a:pt x="928116" y="0"/>
                  </a:lnTo>
                </a:path>
                <a:path w="928370" h="32385">
                  <a:moveTo>
                    <a:pt x="0" y="32004"/>
                  </a:moveTo>
                  <a:lnTo>
                    <a:pt x="576072" y="32004"/>
                  </a:lnTo>
                </a:path>
                <a:path w="928370" h="32385">
                  <a:moveTo>
                    <a:pt x="864108" y="32004"/>
                  </a:moveTo>
                  <a:lnTo>
                    <a:pt x="896112" y="32004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48956" y="3168395"/>
              <a:ext cx="576580" cy="32384"/>
            </a:xfrm>
            <a:custGeom>
              <a:avLst/>
              <a:gdLst/>
              <a:ahLst/>
              <a:cxnLst/>
              <a:rect l="l" t="t" r="r" b="b"/>
              <a:pathLst>
                <a:path w="576579" h="32385">
                  <a:moveTo>
                    <a:pt x="32004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32004" y="32004"/>
                  </a:lnTo>
                  <a:lnTo>
                    <a:pt x="32004" y="0"/>
                  </a:lnTo>
                  <a:close/>
                </a:path>
                <a:path w="576579" h="32385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81060" y="318439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48956" y="3200399"/>
              <a:ext cx="576580" cy="32384"/>
            </a:xfrm>
            <a:custGeom>
              <a:avLst/>
              <a:gdLst/>
              <a:ahLst/>
              <a:cxnLst/>
              <a:rect l="l" t="t" r="r" b="b"/>
              <a:pathLst>
                <a:path w="576579" h="32385">
                  <a:moveTo>
                    <a:pt x="32004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32004" y="32004"/>
                  </a:lnTo>
                  <a:lnTo>
                    <a:pt x="32004" y="0"/>
                  </a:lnTo>
                  <a:close/>
                </a:path>
                <a:path w="576579" h="32385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49056" y="3216402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48956" y="3232416"/>
              <a:ext cx="576580" cy="32384"/>
            </a:xfrm>
            <a:custGeom>
              <a:avLst/>
              <a:gdLst/>
              <a:ahLst/>
              <a:cxnLst/>
              <a:rect l="l" t="t" r="r" b="b"/>
              <a:pathLst>
                <a:path w="576579" h="32385">
                  <a:moveTo>
                    <a:pt x="32004" y="0"/>
                  </a:moveTo>
                  <a:lnTo>
                    <a:pt x="0" y="0"/>
                  </a:lnTo>
                  <a:lnTo>
                    <a:pt x="0" y="31991"/>
                  </a:lnTo>
                  <a:lnTo>
                    <a:pt x="32004" y="31991"/>
                  </a:lnTo>
                  <a:lnTo>
                    <a:pt x="32004" y="0"/>
                  </a:lnTo>
                  <a:close/>
                </a:path>
                <a:path w="576579" h="32385">
                  <a:moveTo>
                    <a:pt x="576072" y="0"/>
                  </a:moveTo>
                  <a:lnTo>
                    <a:pt x="544068" y="0"/>
                  </a:lnTo>
                  <a:lnTo>
                    <a:pt x="544068" y="31991"/>
                  </a:lnTo>
                  <a:lnTo>
                    <a:pt x="576072" y="31991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385048" y="3248406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4007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48956" y="3264407"/>
              <a:ext cx="576580" cy="32384"/>
            </a:xfrm>
            <a:custGeom>
              <a:avLst/>
              <a:gdLst/>
              <a:ahLst/>
              <a:cxnLst/>
              <a:rect l="l" t="t" r="r" b="b"/>
              <a:pathLst>
                <a:path w="576579" h="32385">
                  <a:moveTo>
                    <a:pt x="32004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32004" y="32004"/>
                  </a:lnTo>
                  <a:lnTo>
                    <a:pt x="32004" y="0"/>
                  </a:lnTo>
                  <a:close/>
                </a:path>
                <a:path w="576579" h="32385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76872" y="3280410"/>
              <a:ext cx="1408430" cy="32384"/>
            </a:xfrm>
            <a:custGeom>
              <a:avLst/>
              <a:gdLst/>
              <a:ahLst/>
              <a:cxnLst/>
              <a:rect l="l" t="t" r="r" b="b"/>
              <a:pathLst>
                <a:path w="1408429" h="32385">
                  <a:moveTo>
                    <a:pt x="1344168" y="0"/>
                  </a:moveTo>
                  <a:lnTo>
                    <a:pt x="1408176" y="0"/>
                  </a:lnTo>
                </a:path>
                <a:path w="1408429" h="32385">
                  <a:moveTo>
                    <a:pt x="0" y="32003"/>
                  </a:moveTo>
                  <a:lnTo>
                    <a:pt x="32003" y="32003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48956" y="3296411"/>
              <a:ext cx="576580" cy="32384"/>
            </a:xfrm>
            <a:custGeom>
              <a:avLst/>
              <a:gdLst/>
              <a:ahLst/>
              <a:cxnLst/>
              <a:rect l="l" t="t" r="r" b="b"/>
              <a:pathLst>
                <a:path w="576579" h="32385">
                  <a:moveTo>
                    <a:pt x="32004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32004" y="32004"/>
                  </a:lnTo>
                  <a:lnTo>
                    <a:pt x="32004" y="0"/>
                  </a:lnTo>
                  <a:close/>
                </a:path>
                <a:path w="576579" h="32385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57032" y="3312414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4007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48956" y="332841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0" y="32003"/>
                  </a:moveTo>
                  <a:lnTo>
                    <a:pt x="32003" y="32003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12864" y="3344418"/>
              <a:ext cx="1344295" cy="32384"/>
            </a:xfrm>
            <a:custGeom>
              <a:avLst/>
              <a:gdLst/>
              <a:ahLst/>
              <a:cxnLst/>
              <a:rect l="l" t="t" r="r" b="b"/>
              <a:pathLst>
                <a:path w="1344295" h="32385">
                  <a:moveTo>
                    <a:pt x="992124" y="0"/>
                  </a:moveTo>
                  <a:lnTo>
                    <a:pt x="1088135" y="0"/>
                  </a:lnTo>
                </a:path>
                <a:path w="1344295" h="32385">
                  <a:moveTo>
                    <a:pt x="1248155" y="0"/>
                  </a:moveTo>
                  <a:lnTo>
                    <a:pt x="1344167" y="0"/>
                  </a:lnTo>
                </a:path>
                <a:path w="1344295" h="32385">
                  <a:moveTo>
                    <a:pt x="0" y="32003"/>
                  </a:moveTo>
                  <a:lnTo>
                    <a:pt x="96011" y="32003"/>
                  </a:lnTo>
                </a:path>
                <a:path w="1344295" h="32385">
                  <a:moveTo>
                    <a:pt x="192024" y="32003"/>
                  </a:moveTo>
                  <a:lnTo>
                    <a:pt x="384048" y="32003"/>
                  </a:lnTo>
                </a:path>
                <a:path w="1344295" h="32385">
                  <a:moveTo>
                    <a:pt x="544067" y="32003"/>
                  </a:moveTo>
                  <a:lnTo>
                    <a:pt x="576071" y="32003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48956" y="336042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0" y="32003"/>
                  </a:moveTo>
                  <a:lnTo>
                    <a:pt x="32003" y="32003"/>
                  </a:lnTo>
                  <a:lnTo>
                    <a:pt x="32003" y="0"/>
                  </a:lnTo>
                  <a:lnTo>
                    <a:pt x="0" y="0"/>
                  </a:lnTo>
                  <a:lnTo>
                    <a:pt x="0" y="32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72984" y="3376422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90">
                  <a:moveTo>
                    <a:pt x="0" y="0"/>
                  </a:moveTo>
                  <a:lnTo>
                    <a:pt x="288035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76872" y="3360419"/>
              <a:ext cx="1248410" cy="128270"/>
            </a:xfrm>
            <a:custGeom>
              <a:avLst/>
              <a:gdLst/>
              <a:ahLst/>
              <a:cxnLst/>
              <a:rect l="l" t="t" r="r" b="b"/>
              <a:pathLst>
                <a:path w="1248409" h="128270">
                  <a:moveTo>
                    <a:pt x="32004" y="64020"/>
                  </a:moveTo>
                  <a:lnTo>
                    <a:pt x="0" y="64020"/>
                  </a:lnTo>
                  <a:lnTo>
                    <a:pt x="0" y="96012"/>
                  </a:lnTo>
                  <a:lnTo>
                    <a:pt x="0" y="128016"/>
                  </a:lnTo>
                  <a:lnTo>
                    <a:pt x="32004" y="128016"/>
                  </a:lnTo>
                  <a:lnTo>
                    <a:pt x="32004" y="96012"/>
                  </a:lnTo>
                  <a:lnTo>
                    <a:pt x="32004" y="64020"/>
                  </a:lnTo>
                  <a:close/>
                </a:path>
                <a:path w="1248409" h="128270">
                  <a:moveTo>
                    <a:pt x="32004" y="32004"/>
                  </a:moveTo>
                  <a:lnTo>
                    <a:pt x="0" y="32004"/>
                  </a:lnTo>
                  <a:lnTo>
                    <a:pt x="0" y="64008"/>
                  </a:lnTo>
                  <a:lnTo>
                    <a:pt x="32004" y="64008"/>
                  </a:lnTo>
                  <a:lnTo>
                    <a:pt x="32004" y="32004"/>
                  </a:lnTo>
                  <a:close/>
                </a:path>
                <a:path w="1248409" h="128270">
                  <a:moveTo>
                    <a:pt x="192024" y="64020"/>
                  </a:moveTo>
                  <a:lnTo>
                    <a:pt x="160020" y="64020"/>
                  </a:lnTo>
                  <a:lnTo>
                    <a:pt x="160020" y="96012"/>
                  </a:lnTo>
                  <a:lnTo>
                    <a:pt x="160020" y="128016"/>
                  </a:lnTo>
                  <a:lnTo>
                    <a:pt x="192024" y="128016"/>
                  </a:lnTo>
                  <a:lnTo>
                    <a:pt x="192024" y="96012"/>
                  </a:lnTo>
                  <a:lnTo>
                    <a:pt x="192024" y="64020"/>
                  </a:lnTo>
                  <a:close/>
                </a:path>
                <a:path w="1248409" h="128270">
                  <a:moveTo>
                    <a:pt x="192024" y="32004"/>
                  </a:moveTo>
                  <a:lnTo>
                    <a:pt x="160020" y="32004"/>
                  </a:lnTo>
                  <a:lnTo>
                    <a:pt x="160020" y="64008"/>
                  </a:lnTo>
                  <a:lnTo>
                    <a:pt x="192024" y="64008"/>
                  </a:lnTo>
                  <a:lnTo>
                    <a:pt x="192024" y="32004"/>
                  </a:lnTo>
                  <a:close/>
                </a:path>
                <a:path w="1248409" h="128270">
                  <a:moveTo>
                    <a:pt x="352031" y="64020"/>
                  </a:moveTo>
                  <a:lnTo>
                    <a:pt x="320040" y="64020"/>
                  </a:lnTo>
                  <a:lnTo>
                    <a:pt x="320040" y="96012"/>
                  </a:lnTo>
                  <a:lnTo>
                    <a:pt x="320040" y="128016"/>
                  </a:lnTo>
                  <a:lnTo>
                    <a:pt x="352031" y="128016"/>
                  </a:lnTo>
                  <a:lnTo>
                    <a:pt x="352031" y="96012"/>
                  </a:lnTo>
                  <a:lnTo>
                    <a:pt x="352031" y="64020"/>
                  </a:lnTo>
                  <a:close/>
                </a:path>
                <a:path w="1248409" h="128270">
                  <a:moveTo>
                    <a:pt x="352031" y="32004"/>
                  </a:moveTo>
                  <a:lnTo>
                    <a:pt x="320040" y="32004"/>
                  </a:lnTo>
                  <a:lnTo>
                    <a:pt x="320040" y="64008"/>
                  </a:lnTo>
                  <a:lnTo>
                    <a:pt x="352031" y="64008"/>
                  </a:lnTo>
                  <a:lnTo>
                    <a:pt x="352031" y="32004"/>
                  </a:lnTo>
                  <a:close/>
                </a:path>
                <a:path w="1248409" h="128270">
                  <a:moveTo>
                    <a:pt x="704088" y="64020"/>
                  </a:moveTo>
                  <a:lnTo>
                    <a:pt x="672084" y="64020"/>
                  </a:lnTo>
                  <a:lnTo>
                    <a:pt x="672084" y="96012"/>
                  </a:lnTo>
                  <a:lnTo>
                    <a:pt x="672084" y="128016"/>
                  </a:lnTo>
                  <a:lnTo>
                    <a:pt x="704088" y="128016"/>
                  </a:lnTo>
                  <a:lnTo>
                    <a:pt x="704088" y="96012"/>
                  </a:lnTo>
                  <a:lnTo>
                    <a:pt x="704088" y="64020"/>
                  </a:lnTo>
                  <a:close/>
                </a:path>
                <a:path w="1248409" h="128270">
                  <a:moveTo>
                    <a:pt x="704088" y="32004"/>
                  </a:moveTo>
                  <a:lnTo>
                    <a:pt x="672084" y="32004"/>
                  </a:lnTo>
                  <a:lnTo>
                    <a:pt x="672084" y="64008"/>
                  </a:lnTo>
                  <a:lnTo>
                    <a:pt x="704088" y="64008"/>
                  </a:lnTo>
                  <a:lnTo>
                    <a:pt x="704088" y="32004"/>
                  </a:lnTo>
                  <a:close/>
                </a:path>
                <a:path w="1248409" h="128270">
                  <a:moveTo>
                    <a:pt x="1056132" y="64020"/>
                  </a:moveTo>
                  <a:lnTo>
                    <a:pt x="896112" y="64020"/>
                  </a:lnTo>
                  <a:lnTo>
                    <a:pt x="896112" y="96012"/>
                  </a:lnTo>
                  <a:lnTo>
                    <a:pt x="1056132" y="96012"/>
                  </a:lnTo>
                  <a:lnTo>
                    <a:pt x="1056132" y="64020"/>
                  </a:lnTo>
                  <a:close/>
                </a:path>
                <a:path w="1248409" h="128270">
                  <a:moveTo>
                    <a:pt x="1056132" y="32004"/>
                  </a:moveTo>
                  <a:lnTo>
                    <a:pt x="896112" y="32004"/>
                  </a:lnTo>
                  <a:lnTo>
                    <a:pt x="896112" y="64008"/>
                  </a:lnTo>
                  <a:lnTo>
                    <a:pt x="1056132" y="64008"/>
                  </a:lnTo>
                  <a:lnTo>
                    <a:pt x="1056132" y="32004"/>
                  </a:lnTo>
                  <a:close/>
                </a:path>
                <a:path w="1248409" h="128270">
                  <a:moveTo>
                    <a:pt x="1248156" y="64020"/>
                  </a:moveTo>
                  <a:lnTo>
                    <a:pt x="1216152" y="64020"/>
                  </a:lnTo>
                  <a:lnTo>
                    <a:pt x="1216152" y="96012"/>
                  </a:lnTo>
                  <a:lnTo>
                    <a:pt x="1248156" y="96012"/>
                  </a:lnTo>
                  <a:lnTo>
                    <a:pt x="1248156" y="64020"/>
                  </a:lnTo>
                  <a:close/>
                </a:path>
                <a:path w="1248409" h="128270">
                  <a:moveTo>
                    <a:pt x="1248156" y="0"/>
                  </a:moveTo>
                  <a:lnTo>
                    <a:pt x="1216152" y="0"/>
                  </a:lnTo>
                  <a:lnTo>
                    <a:pt x="1216152" y="32004"/>
                  </a:lnTo>
                  <a:lnTo>
                    <a:pt x="1216152" y="64008"/>
                  </a:lnTo>
                  <a:lnTo>
                    <a:pt x="1248156" y="64008"/>
                  </a:lnTo>
                  <a:lnTo>
                    <a:pt x="1248156" y="32004"/>
                  </a:lnTo>
                  <a:lnTo>
                    <a:pt x="12481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904988" y="3472434"/>
              <a:ext cx="96520" cy="0"/>
            </a:xfrm>
            <a:custGeom>
              <a:avLst/>
              <a:gdLst/>
              <a:ahLst/>
              <a:cxnLst/>
              <a:rect l="l" t="t" r="r" b="b"/>
              <a:pathLst>
                <a:path w="96520">
                  <a:moveTo>
                    <a:pt x="0" y="0"/>
                  </a:moveTo>
                  <a:lnTo>
                    <a:pt x="96011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76872" y="3456431"/>
              <a:ext cx="1248410" cy="64135"/>
            </a:xfrm>
            <a:custGeom>
              <a:avLst/>
              <a:gdLst/>
              <a:ahLst/>
              <a:cxnLst/>
              <a:rect l="l" t="t" r="r" b="b"/>
              <a:pathLst>
                <a:path w="1248409" h="64135">
                  <a:moveTo>
                    <a:pt x="32004" y="32004"/>
                  </a:moveTo>
                  <a:lnTo>
                    <a:pt x="0" y="32004"/>
                  </a:lnTo>
                  <a:lnTo>
                    <a:pt x="0" y="64008"/>
                  </a:lnTo>
                  <a:lnTo>
                    <a:pt x="32004" y="64008"/>
                  </a:lnTo>
                  <a:lnTo>
                    <a:pt x="32004" y="32004"/>
                  </a:lnTo>
                  <a:close/>
                </a:path>
                <a:path w="1248409" h="64135">
                  <a:moveTo>
                    <a:pt x="192024" y="32004"/>
                  </a:moveTo>
                  <a:lnTo>
                    <a:pt x="160020" y="32004"/>
                  </a:lnTo>
                  <a:lnTo>
                    <a:pt x="160020" y="64008"/>
                  </a:lnTo>
                  <a:lnTo>
                    <a:pt x="192024" y="64008"/>
                  </a:lnTo>
                  <a:lnTo>
                    <a:pt x="192024" y="32004"/>
                  </a:lnTo>
                  <a:close/>
                </a:path>
                <a:path w="1248409" h="64135">
                  <a:moveTo>
                    <a:pt x="352031" y="32004"/>
                  </a:moveTo>
                  <a:lnTo>
                    <a:pt x="320040" y="32004"/>
                  </a:lnTo>
                  <a:lnTo>
                    <a:pt x="320040" y="64008"/>
                  </a:lnTo>
                  <a:lnTo>
                    <a:pt x="352031" y="64008"/>
                  </a:lnTo>
                  <a:lnTo>
                    <a:pt x="352031" y="32004"/>
                  </a:lnTo>
                  <a:close/>
                </a:path>
                <a:path w="1248409" h="64135">
                  <a:moveTo>
                    <a:pt x="704088" y="32004"/>
                  </a:moveTo>
                  <a:lnTo>
                    <a:pt x="672084" y="32004"/>
                  </a:lnTo>
                  <a:lnTo>
                    <a:pt x="672084" y="64008"/>
                  </a:lnTo>
                  <a:lnTo>
                    <a:pt x="704088" y="64008"/>
                  </a:lnTo>
                  <a:lnTo>
                    <a:pt x="704088" y="32004"/>
                  </a:lnTo>
                  <a:close/>
                </a:path>
                <a:path w="1248409" h="64135">
                  <a:moveTo>
                    <a:pt x="1248156" y="0"/>
                  </a:moveTo>
                  <a:lnTo>
                    <a:pt x="1216152" y="0"/>
                  </a:lnTo>
                  <a:lnTo>
                    <a:pt x="1216152" y="32004"/>
                  </a:lnTo>
                  <a:lnTo>
                    <a:pt x="1216152" y="64008"/>
                  </a:lnTo>
                  <a:lnTo>
                    <a:pt x="1248156" y="64008"/>
                  </a:lnTo>
                  <a:lnTo>
                    <a:pt x="1248156" y="32004"/>
                  </a:lnTo>
                  <a:lnTo>
                    <a:pt x="12481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12864" y="3536442"/>
              <a:ext cx="576580" cy="0"/>
            </a:xfrm>
            <a:custGeom>
              <a:avLst/>
              <a:gdLst/>
              <a:ahLst/>
              <a:cxnLst/>
              <a:rect l="l" t="t" r="r" b="b"/>
              <a:pathLst>
                <a:path w="576579">
                  <a:moveTo>
                    <a:pt x="0" y="0"/>
                  </a:moveTo>
                  <a:lnTo>
                    <a:pt x="160020" y="0"/>
                  </a:lnTo>
                </a:path>
                <a:path w="576579">
                  <a:moveTo>
                    <a:pt x="224027" y="0"/>
                  </a:moveTo>
                  <a:lnTo>
                    <a:pt x="384048" y="0"/>
                  </a:lnTo>
                </a:path>
                <a:path w="576579">
                  <a:moveTo>
                    <a:pt x="544067" y="0"/>
                  </a:moveTo>
                  <a:lnTo>
                    <a:pt x="576071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648956" y="3520452"/>
              <a:ext cx="576580" cy="32384"/>
            </a:xfrm>
            <a:custGeom>
              <a:avLst/>
              <a:gdLst/>
              <a:ahLst/>
              <a:cxnLst/>
              <a:rect l="l" t="t" r="r" b="b"/>
              <a:pathLst>
                <a:path w="576579" h="32385">
                  <a:moveTo>
                    <a:pt x="32004" y="0"/>
                  </a:moveTo>
                  <a:lnTo>
                    <a:pt x="0" y="0"/>
                  </a:lnTo>
                  <a:lnTo>
                    <a:pt x="0" y="31991"/>
                  </a:lnTo>
                  <a:lnTo>
                    <a:pt x="32004" y="31991"/>
                  </a:lnTo>
                  <a:lnTo>
                    <a:pt x="32004" y="0"/>
                  </a:lnTo>
                  <a:close/>
                </a:path>
                <a:path w="576579" h="32385">
                  <a:moveTo>
                    <a:pt x="576072" y="0"/>
                  </a:moveTo>
                  <a:lnTo>
                    <a:pt x="544068" y="0"/>
                  </a:lnTo>
                  <a:lnTo>
                    <a:pt x="544068" y="31991"/>
                  </a:lnTo>
                  <a:lnTo>
                    <a:pt x="576072" y="31991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36892" y="3568446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648956" y="3552443"/>
              <a:ext cx="576580" cy="32384"/>
            </a:xfrm>
            <a:custGeom>
              <a:avLst/>
              <a:gdLst/>
              <a:ahLst/>
              <a:cxnLst/>
              <a:rect l="l" t="t" r="r" b="b"/>
              <a:pathLst>
                <a:path w="576579" h="32385">
                  <a:moveTo>
                    <a:pt x="32004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32004" y="32004"/>
                  </a:lnTo>
                  <a:lnTo>
                    <a:pt x="32004" y="0"/>
                  </a:lnTo>
                  <a:close/>
                </a:path>
                <a:path w="576579" h="32385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04888" y="3600450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>
                  <a:moveTo>
                    <a:pt x="0" y="0"/>
                  </a:moveTo>
                  <a:lnTo>
                    <a:pt x="128016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48956" y="3584447"/>
              <a:ext cx="576580" cy="96520"/>
            </a:xfrm>
            <a:custGeom>
              <a:avLst/>
              <a:gdLst/>
              <a:ahLst/>
              <a:cxnLst/>
              <a:rect l="l" t="t" r="r" b="b"/>
              <a:pathLst>
                <a:path w="576579" h="96520">
                  <a:moveTo>
                    <a:pt x="32004" y="64020"/>
                  </a:moveTo>
                  <a:lnTo>
                    <a:pt x="0" y="64020"/>
                  </a:lnTo>
                  <a:lnTo>
                    <a:pt x="0" y="96012"/>
                  </a:lnTo>
                  <a:lnTo>
                    <a:pt x="32004" y="96012"/>
                  </a:lnTo>
                  <a:lnTo>
                    <a:pt x="32004" y="64020"/>
                  </a:lnTo>
                  <a:close/>
                </a:path>
                <a:path w="576579" h="96520">
                  <a:moveTo>
                    <a:pt x="32004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0" y="64008"/>
                  </a:lnTo>
                  <a:lnTo>
                    <a:pt x="32004" y="64008"/>
                  </a:lnTo>
                  <a:lnTo>
                    <a:pt x="32004" y="32004"/>
                  </a:lnTo>
                  <a:lnTo>
                    <a:pt x="32004" y="0"/>
                  </a:lnTo>
                  <a:close/>
                </a:path>
                <a:path w="576579" h="96520">
                  <a:moveTo>
                    <a:pt x="576072" y="64020"/>
                  </a:moveTo>
                  <a:lnTo>
                    <a:pt x="544068" y="64020"/>
                  </a:lnTo>
                  <a:lnTo>
                    <a:pt x="544068" y="96012"/>
                  </a:lnTo>
                  <a:lnTo>
                    <a:pt x="576072" y="96012"/>
                  </a:lnTo>
                  <a:lnTo>
                    <a:pt x="576072" y="64020"/>
                  </a:lnTo>
                  <a:close/>
                </a:path>
                <a:path w="576579" h="96520">
                  <a:moveTo>
                    <a:pt x="576072" y="0"/>
                  </a:moveTo>
                  <a:lnTo>
                    <a:pt x="544068" y="0"/>
                  </a:lnTo>
                  <a:lnTo>
                    <a:pt x="544068" y="32004"/>
                  </a:lnTo>
                  <a:lnTo>
                    <a:pt x="544068" y="64008"/>
                  </a:lnTo>
                  <a:lnTo>
                    <a:pt x="576072" y="64008"/>
                  </a:lnTo>
                  <a:lnTo>
                    <a:pt x="576072" y="32004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48956" y="3696462"/>
              <a:ext cx="576580" cy="0"/>
            </a:xfrm>
            <a:custGeom>
              <a:avLst/>
              <a:gdLst/>
              <a:ahLst/>
              <a:cxnLst/>
              <a:rect l="l" t="t" r="r" b="b"/>
              <a:pathLst>
                <a:path w="576579">
                  <a:moveTo>
                    <a:pt x="0" y="0"/>
                  </a:moveTo>
                  <a:lnTo>
                    <a:pt x="576072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648956" y="3713988"/>
              <a:ext cx="576580" cy="0"/>
            </a:xfrm>
            <a:custGeom>
              <a:avLst/>
              <a:gdLst/>
              <a:ahLst/>
              <a:cxnLst/>
              <a:rect l="l" t="t" r="r" b="b"/>
              <a:pathLst>
                <a:path w="576579">
                  <a:moveTo>
                    <a:pt x="0" y="0"/>
                  </a:moveTo>
                  <a:lnTo>
                    <a:pt x="576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7040880" y="1952244"/>
            <a:ext cx="192405" cy="256540"/>
            <a:chOff x="7040880" y="1952244"/>
            <a:chExt cx="192405" cy="256540"/>
          </a:xfrm>
        </p:grpSpPr>
        <p:sp>
          <p:nvSpPr>
            <p:cNvPr id="58" name="object 58"/>
            <p:cNvSpPr/>
            <p:nvPr/>
          </p:nvSpPr>
          <p:spPr>
            <a:xfrm>
              <a:off x="7040880" y="1968246"/>
              <a:ext cx="96520" cy="64135"/>
            </a:xfrm>
            <a:custGeom>
              <a:avLst/>
              <a:gdLst/>
              <a:ahLst/>
              <a:cxnLst/>
              <a:rect l="l" t="t" r="r" b="b"/>
              <a:pathLst>
                <a:path w="96520" h="64135">
                  <a:moveTo>
                    <a:pt x="64008" y="0"/>
                  </a:moveTo>
                  <a:lnTo>
                    <a:pt x="96012" y="0"/>
                  </a:lnTo>
                </a:path>
                <a:path w="96520" h="64135">
                  <a:moveTo>
                    <a:pt x="0" y="64007"/>
                  </a:moveTo>
                  <a:lnTo>
                    <a:pt x="96011" y="64007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104888" y="2048268"/>
              <a:ext cx="32384" cy="128270"/>
            </a:xfrm>
            <a:custGeom>
              <a:avLst/>
              <a:gdLst/>
              <a:ahLst/>
              <a:cxnLst/>
              <a:rect l="l" t="t" r="r" b="b"/>
              <a:pathLst>
                <a:path w="32384" h="128269">
                  <a:moveTo>
                    <a:pt x="32004" y="96012"/>
                  </a:moveTo>
                  <a:lnTo>
                    <a:pt x="0" y="96012"/>
                  </a:lnTo>
                  <a:lnTo>
                    <a:pt x="0" y="128003"/>
                  </a:lnTo>
                  <a:lnTo>
                    <a:pt x="32004" y="128003"/>
                  </a:lnTo>
                  <a:lnTo>
                    <a:pt x="32004" y="96012"/>
                  </a:lnTo>
                  <a:close/>
                </a:path>
                <a:path w="32384" h="128269">
                  <a:moveTo>
                    <a:pt x="32004" y="0"/>
                  </a:moveTo>
                  <a:lnTo>
                    <a:pt x="0" y="0"/>
                  </a:lnTo>
                  <a:lnTo>
                    <a:pt x="0" y="31991"/>
                  </a:lnTo>
                  <a:lnTo>
                    <a:pt x="0" y="63995"/>
                  </a:lnTo>
                  <a:lnTo>
                    <a:pt x="0" y="95999"/>
                  </a:lnTo>
                  <a:lnTo>
                    <a:pt x="32004" y="95999"/>
                  </a:lnTo>
                  <a:lnTo>
                    <a:pt x="32004" y="63995"/>
                  </a:lnTo>
                  <a:lnTo>
                    <a:pt x="32004" y="31991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040880" y="2192274"/>
              <a:ext cx="192405" cy="0"/>
            </a:xfrm>
            <a:custGeom>
              <a:avLst/>
              <a:gdLst/>
              <a:ahLst/>
              <a:cxnLst/>
              <a:rect l="l" t="t" r="r" b="b"/>
              <a:pathLst>
                <a:path w="192404">
                  <a:moveTo>
                    <a:pt x="0" y="0"/>
                  </a:moveTo>
                  <a:lnTo>
                    <a:pt x="192024" y="0"/>
                  </a:lnTo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/>
          <p:nvPr/>
        </p:nvSpPr>
        <p:spPr>
          <a:xfrm>
            <a:off x="7360919" y="2032254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>
                <a:moveTo>
                  <a:pt x="0" y="0"/>
                </a:moveTo>
                <a:lnTo>
                  <a:pt x="32003" y="0"/>
                </a:lnTo>
              </a:path>
            </a:pathLst>
          </a:custGeom>
          <a:ln w="32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360919" y="2192273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>
                <a:moveTo>
                  <a:pt x="0" y="0"/>
                </a:moveTo>
                <a:lnTo>
                  <a:pt x="32003" y="0"/>
                </a:lnTo>
              </a:path>
            </a:pathLst>
          </a:custGeom>
          <a:ln w="32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879340" y="2683179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5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Pointer</a:t>
            </a:r>
            <a:r>
              <a:rPr spc="-70" dirty="0"/>
              <a:t> </a:t>
            </a:r>
            <a:r>
              <a:rPr dirty="0"/>
              <a:t>Basic</a:t>
            </a:r>
            <a:r>
              <a:rPr spc="-2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005152"/>
            <a:ext cx="2758440" cy="145034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962025">
              <a:lnSpc>
                <a:spcPct val="102200"/>
              </a:lnSpc>
              <a:spcBef>
                <a:spcPts val="5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5;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&amp;i;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7;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0880" y="1737360"/>
            <a:ext cx="1584960" cy="1788160"/>
            <a:chOff x="7040880" y="1737360"/>
            <a:chExt cx="1584960" cy="1788160"/>
          </a:xfrm>
        </p:grpSpPr>
        <p:sp>
          <p:nvSpPr>
            <p:cNvPr id="5" name="object 5"/>
            <p:cNvSpPr/>
            <p:nvPr/>
          </p:nvSpPr>
          <p:spPr>
            <a:xfrm>
              <a:off x="8199120" y="1737359"/>
              <a:ext cx="30480" cy="518159"/>
            </a:xfrm>
            <a:custGeom>
              <a:avLst/>
              <a:gdLst/>
              <a:ahLst/>
              <a:cxnLst/>
              <a:rect l="l" t="t" r="r" b="b"/>
              <a:pathLst>
                <a:path w="30479" h="518160">
                  <a:moveTo>
                    <a:pt x="30480" y="487692"/>
                  </a:moveTo>
                  <a:lnTo>
                    <a:pt x="0" y="487692"/>
                  </a:lnTo>
                  <a:lnTo>
                    <a:pt x="0" y="518160"/>
                  </a:lnTo>
                  <a:lnTo>
                    <a:pt x="30480" y="518160"/>
                  </a:lnTo>
                  <a:lnTo>
                    <a:pt x="30480" y="487692"/>
                  </a:lnTo>
                  <a:close/>
                </a:path>
                <a:path w="30479" h="518160">
                  <a:moveTo>
                    <a:pt x="30480" y="426732"/>
                  </a:moveTo>
                  <a:lnTo>
                    <a:pt x="0" y="426732"/>
                  </a:lnTo>
                  <a:lnTo>
                    <a:pt x="0" y="457200"/>
                  </a:lnTo>
                  <a:lnTo>
                    <a:pt x="0" y="487680"/>
                  </a:lnTo>
                  <a:lnTo>
                    <a:pt x="30480" y="487680"/>
                  </a:lnTo>
                  <a:lnTo>
                    <a:pt x="30480" y="457200"/>
                  </a:lnTo>
                  <a:lnTo>
                    <a:pt x="30480" y="426732"/>
                  </a:lnTo>
                  <a:close/>
                </a:path>
                <a:path w="30479" h="518160">
                  <a:moveTo>
                    <a:pt x="30480" y="335292"/>
                  </a:moveTo>
                  <a:lnTo>
                    <a:pt x="0" y="335292"/>
                  </a:lnTo>
                  <a:lnTo>
                    <a:pt x="0" y="365760"/>
                  </a:lnTo>
                  <a:lnTo>
                    <a:pt x="0" y="396240"/>
                  </a:lnTo>
                  <a:lnTo>
                    <a:pt x="0" y="426720"/>
                  </a:lnTo>
                  <a:lnTo>
                    <a:pt x="30480" y="426720"/>
                  </a:lnTo>
                  <a:lnTo>
                    <a:pt x="30480" y="396240"/>
                  </a:lnTo>
                  <a:lnTo>
                    <a:pt x="30480" y="365760"/>
                  </a:lnTo>
                  <a:lnTo>
                    <a:pt x="30480" y="335292"/>
                  </a:lnTo>
                  <a:close/>
                </a:path>
                <a:path w="30479" h="518160">
                  <a:moveTo>
                    <a:pt x="30480" y="274332"/>
                  </a:moveTo>
                  <a:lnTo>
                    <a:pt x="0" y="274332"/>
                  </a:lnTo>
                  <a:lnTo>
                    <a:pt x="0" y="304800"/>
                  </a:lnTo>
                  <a:lnTo>
                    <a:pt x="0" y="335280"/>
                  </a:lnTo>
                  <a:lnTo>
                    <a:pt x="30480" y="335280"/>
                  </a:lnTo>
                  <a:lnTo>
                    <a:pt x="30480" y="304800"/>
                  </a:lnTo>
                  <a:lnTo>
                    <a:pt x="30480" y="274332"/>
                  </a:lnTo>
                  <a:close/>
                </a:path>
                <a:path w="30479" h="518160">
                  <a:moveTo>
                    <a:pt x="30480" y="182892"/>
                  </a:moveTo>
                  <a:lnTo>
                    <a:pt x="0" y="182892"/>
                  </a:lnTo>
                  <a:lnTo>
                    <a:pt x="0" y="213360"/>
                  </a:lnTo>
                  <a:lnTo>
                    <a:pt x="0" y="243840"/>
                  </a:lnTo>
                  <a:lnTo>
                    <a:pt x="0" y="274320"/>
                  </a:lnTo>
                  <a:lnTo>
                    <a:pt x="30480" y="274320"/>
                  </a:lnTo>
                  <a:lnTo>
                    <a:pt x="30480" y="243840"/>
                  </a:lnTo>
                  <a:lnTo>
                    <a:pt x="30480" y="213360"/>
                  </a:lnTo>
                  <a:lnTo>
                    <a:pt x="30480" y="182892"/>
                  </a:lnTo>
                  <a:close/>
                </a:path>
                <a:path w="30479" h="518160">
                  <a:moveTo>
                    <a:pt x="30480" y="121932"/>
                  </a:moveTo>
                  <a:lnTo>
                    <a:pt x="0" y="121932"/>
                  </a:lnTo>
                  <a:lnTo>
                    <a:pt x="0" y="152400"/>
                  </a:lnTo>
                  <a:lnTo>
                    <a:pt x="0" y="182880"/>
                  </a:lnTo>
                  <a:lnTo>
                    <a:pt x="30480" y="182880"/>
                  </a:lnTo>
                  <a:lnTo>
                    <a:pt x="30480" y="152400"/>
                  </a:lnTo>
                  <a:lnTo>
                    <a:pt x="30480" y="121932"/>
                  </a:lnTo>
                  <a:close/>
                </a:path>
                <a:path w="30479" h="518160">
                  <a:moveTo>
                    <a:pt x="30480" y="30492"/>
                  </a:moveTo>
                  <a:lnTo>
                    <a:pt x="0" y="30492"/>
                  </a:lnTo>
                  <a:lnTo>
                    <a:pt x="0" y="60960"/>
                  </a:lnTo>
                  <a:lnTo>
                    <a:pt x="0" y="91440"/>
                  </a:lnTo>
                  <a:lnTo>
                    <a:pt x="0" y="121920"/>
                  </a:lnTo>
                  <a:lnTo>
                    <a:pt x="30480" y="121920"/>
                  </a:lnTo>
                  <a:lnTo>
                    <a:pt x="30480" y="91440"/>
                  </a:lnTo>
                  <a:lnTo>
                    <a:pt x="30480" y="60960"/>
                  </a:lnTo>
                  <a:lnTo>
                    <a:pt x="30480" y="30492"/>
                  </a:lnTo>
                  <a:close/>
                </a:path>
                <a:path w="30479" h="518160">
                  <a:moveTo>
                    <a:pt x="3048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30480" y="3048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62800" y="2270760"/>
              <a:ext cx="1066800" cy="274320"/>
            </a:xfrm>
            <a:custGeom>
              <a:avLst/>
              <a:gdLst/>
              <a:ahLst/>
              <a:cxnLst/>
              <a:rect l="l" t="t" r="r" b="b"/>
              <a:pathLst>
                <a:path w="1066800" h="274319">
                  <a:moveTo>
                    <a:pt x="548640" y="0"/>
                  </a:moveTo>
                  <a:lnTo>
                    <a:pt x="1066800" y="0"/>
                  </a:lnTo>
                </a:path>
                <a:path w="1066800" h="274319">
                  <a:moveTo>
                    <a:pt x="518159" y="30479"/>
                  </a:moveTo>
                  <a:lnTo>
                    <a:pt x="548639" y="30479"/>
                  </a:lnTo>
                </a:path>
                <a:path w="1066800" h="274319">
                  <a:moveTo>
                    <a:pt x="426720" y="60960"/>
                  </a:moveTo>
                  <a:lnTo>
                    <a:pt x="518160" y="60960"/>
                  </a:lnTo>
                </a:path>
                <a:path w="1066800" h="274319">
                  <a:moveTo>
                    <a:pt x="335279" y="91439"/>
                  </a:moveTo>
                  <a:lnTo>
                    <a:pt x="518159" y="91439"/>
                  </a:lnTo>
                </a:path>
                <a:path w="1066800" h="274319">
                  <a:moveTo>
                    <a:pt x="243840" y="121920"/>
                  </a:moveTo>
                  <a:lnTo>
                    <a:pt x="487680" y="121920"/>
                  </a:lnTo>
                </a:path>
                <a:path w="1066800" h="274319">
                  <a:moveTo>
                    <a:pt x="152400" y="152400"/>
                  </a:moveTo>
                  <a:lnTo>
                    <a:pt x="457200" y="152400"/>
                  </a:lnTo>
                </a:path>
                <a:path w="1066800" h="274319">
                  <a:moveTo>
                    <a:pt x="60959" y="182879"/>
                  </a:moveTo>
                  <a:lnTo>
                    <a:pt x="457200" y="182879"/>
                  </a:lnTo>
                </a:path>
                <a:path w="1066800" h="274319">
                  <a:moveTo>
                    <a:pt x="0" y="213360"/>
                  </a:moveTo>
                  <a:lnTo>
                    <a:pt x="426720" y="213360"/>
                  </a:lnTo>
                </a:path>
                <a:path w="1066800" h="274319">
                  <a:moveTo>
                    <a:pt x="30479" y="243839"/>
                  </a:moveTo>
                  <a:lnTo>
                    <a:pt x="426720" y="243839"/>
                  </a:lnTo>
                </a:path>
                <a:path w="1066800" h="274319">
                  <a:moveTo>
                    <a:pt x="60959" y="274320"/>
                  </a:moveTo>
                  <a:lnTo>
                    <a:pt x="396239" y="27432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54240" y="2560319"/>
              <a:ext cx="274320" cy="60960"/>
            </a:xfrm>
            <a:custGeom>
              <a:avLst/>
              <a:gdLst/>
              <a:ahLst/>
              <a:cxnLst/>
              <a:rect l="l" t="t" r="r" b="b"/>
              <a:pathLst>
                <a:path w="274320" h="60960">
                  <a:moveTo>
                    <a:pt x="27432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0" y="60960"/>
                  </a:lnTo>
                  <a:lnTo>
                    <a:pt x="274320" y="60960"/>
                  </a:lnTo>
                  <a:lnTo>
                    <a:pt x="274320" y="3048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54240" y="2606040"/>
              <a:ext cx="1158240" cy="30480"/>
            </a:xfrm>
            <a:custGeom>
              <a:avLst/>
              <a:gdLst/>
              <a:ahLst/>
              <a:cxnLst/>
              <a:rect l="l" t="t" r="r" b="b"/>
              <a:pathLst>
                <a:path w="1158240" h="30480">
                  <a:moveTo>
                    <a:pt x="944879" y="0"/>
                  </a:moveTo>
                  <a:lnTo>
                    <a:pt x="1036320" y="0"/>
                  </a:lnTo>
                </a:path>
                <a:path w="1158240" h="30480">
                  <a:moveTo>
                    <a:pt x="0" y="30480"/>
                  </a:moveTo>
                  <a:lnTo>
                    <a:pt x="243840" y="30480"/>
                  </a:lnTo>
                </a:path>
                <a:path w="1158240" h="30480">
                  <a:moveTo>
                    <a:pt x="853439" y="30480"/>
                  </a:moveTo>
                  <a:lnTo>
                    <a:pt x="944879" y="30480"/>
                  </a:lnTo>
                </a:path>
                <a:path w="1158240" h="30480">
                  <a:moveTo>
                    <a:pt x="1036319" y="30480"/>
                  </a:moveTo>
                  <a:lnTo>
                    <a:pt x="1158239" y="3048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23760" y="26517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15200" y="2667000"/>
              <a:ext cx="1188720" cy="0"/>
            </a:xfrm>
            <a:custGeom>
              <a:avLst/>
              <a:gdLst/>
              <a:ahLst/>
              <a:cxnLst/>
              <a:rect l="l" t="t" r="r" b="b"/>
              <a:pathLst>
                <a:path w="1188720">
                  <a:moveTo>
                    <a:pt x="0" y="0"/>
                  </a:moveTo>
                  <a:lnTo>
                    <a:pt x="182879" y="0"/>
                  </a:lnTo>
                </a:path>
                <a:path w="1188720">
                  <a:moveTo>
                    <a:pt x="670559" y="0"/>
                  </a:moveTo>
                  <a:lnTo>
                    <a:pt x="792479" y="0"/>
                  </a:lnTo>
                </a:path>
                <a:path w="1188720">
                  <a:moveTo>
                    <a:pt x="1097279" y="0"/>
                  </a:moveTo>
                  <a:lnTo>
                    <a:pt x="1188720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23760" y="26822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45680" y="2697480"/>
              <a:ext cx="1188720" cy="0"/>
            </a:xfrm>
            <a:custGeom>
              <a:avLst/>
              <a:gdLst/>
              <a:ahLst/>
              <a:cxnLst/>
              <a:rect l="l" t="t" r="r" b="b"/>
              <a:pathLst>
                <a:path w="1188720">
                  <a:moveTo>
                    <a:pt x="0" y="0"/>
                  </a:moveTo>
                  <a:lnTo>
                    <a:pt x="121920" y="0"/>
                  </a:lnTo>
                </a:path>
                <a:path w="1188720">
                  <a:moveTo>
                    <a:pt x="548640" y="0"/>
                  </a:moveTo>
                  <a:lnTo>
                    <a:pt x="640080" y="0"/>
                  </a:lnTo>
                </a:path>
                <a:path w="1188720">
                  <a:moveTo>
                    <a:pt x="1158240" y="0"/>
                  </a:moveTo>
                  <a:lnTo>
                    <a:pt x="1188720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23760" y="27127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54240" y="2727960"/>
              <a:ext cx="1341120" cy="60960"/>
            </a:xfrm>
            <a:custGeom>
              <a:avLst/>
              <a:gdLst/>
              <a:ahLst/>
              <a:cxnLst/>
              <a:rect l="l" t="t" r="r" b="b"/>
              <a:pathLst>
                <a:path w="1341120" h="60960">
                  <a:moveTo>
                    <a:pt x="121919" y="0"/>
                  </a:moveTo>
                  <a:lnTo>
                    <a:pt x="182879" y="0"/>
                  </a:lnTo>
                </a:path>
                <a:path w="1341120" h="60960">
                  <a:moveTo>
                    <a:pt x="518159" y="0"/>
                  </a:moveTo>
                  <a:lnTo>
                    <a:pt x="640079" y="0"/>
                  </a:lnTo>
                </a:path>
                <a:path w="1341120" h="60960">
                  <a:moveTo>
                    <a:pt x="1280159" y="0"/>
                  </a:moveTo>
                  <a:lnTo>
                    <a:pt x="1310639" y="0"/>
                  </a:lnTo>
                </a:path>
                <a:path w="1341120" h="60960">
                  <a:moveTo>
                    <a:pt x="0" y="30479"/>
                  </a:moveTo>
                  <a:lnTo>
                    <a:pt x="30479" y="30479"/>
                  </a:lnTo>
                </a:path>
                <a:path w="1341120" h="60960">
                  <a:moveTo>
                    <a:pt x="152400" y="30479"/>
                  </a:moveTo>
                  <a:lnTo>
                    <a:pt x="182879" y="30479"/>
                  </a:lnTo>
                </a:path>
                <a:path w="1341120" h="60960">
                  <a:moveTo>
                    <a:pt x="457200" y="30479"/>
                  </a:moveTo>
                  <a:lnTo>
                    <a:pt x="518159" y="30479"/>
                  </a:lnTo>
                </a:path>
                <a:path w="1341120" h="60960">
                  <a:moveTo>
                    <a:pt x="1310639" y="30479"/>
                  </a:moveTo>
                  <a:lnTo>
                    <a:pt x="1341119" y="30479"/>
                  </a:lnTo>
                </a:path>
                <a:path w="1341120" h="60960">
                  <a:moveTo>
                    <a:pt x="30479" y="60960"/>
                  </a:moveTo>
                  <a:lnTo>
                    <a:pt x="60959" y="60960"/>
                  </a:lnTo>
                </a:path>
                <a:path w="1341120" h="60960">
                  <a:moveTo>
                    <a:pt x="304800" y="60960"/>
                  </a:moveTo>
                  <a:lnTo>
                    <a:pt x="457200" y="6096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95360" y="27736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15200" y="2819400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64880" y="2804159"/>
              <a:ext cx="60960" cy="152400"/>
            </a:xfrm>
            <a:custGeom>
              <a:avLst/>
              <a:gdLst/>
              <a:ahLst/>
              <a:cxnLst/>
              <a:rect l="l" t="t" r="r" b="b"/>
              <a:pathLst>
                <a:path w="60959" h="152400">
                  <a:moveTo>
                    <a:pt x="30480" y="121932"/>
                  </a:moveTo>
                  <a:lnTo>
                    <a:pt x="0" y="121932"/>
                  </a:lnTo>
                  <a:lnTo>
                    <a:pt x="0" y="152400"/>
                  </a:lnTo>
                  <a:lnTo>
                    <a:pt x="30480" y="152400"/>
                  </a:lnTo>
                  <a:lnTo>
                    <a:pt x="30480" y="121932"/>
                  </a:lnTo>
                  <a:close/>
                </a:path>
                <a:path w="60959" h="152400">
                  <a:moveTo>
                    <a:pt x="30480" y="91440"/>
                  </a:moveTo>
                  <a:lnTo>
                    <a:pt x="0" y="91440"/>
                  </a:lnTo>
                  <a:lnTo>
                    <a:pt x="0" y="121920"/>
                  </a:lnTo>
                  <a:lnTo>
                    <a:pt x="30480" y="121920"/>
                  </a:lnTo>
                  <a:lnTo>
                    <a:pt x="30480" y="91440"/>
                  </a:lnTo>
                  <a:close/>
                </a:path>
                <a:path w="60959" h="152400">
                  <a:moveTo>
                    <a:pt x="60947" y="30492"/>
                  </a:moveTo>
                  <a:lnTo>
                    <a:pt x="30480" y="30492"/>
                  </a:lnTo>
                  <a:lnTo>
                    <a:pt x="30480" y="60960"/>
                  </a:lnTo>
                  <a:lnTo>
                    <a:pt x="30480" y="91440"/>
                  </a:lnTo>
                  <a:lnTo>
                    <a:pt x="60947" y="91440"/>
                  </a:lnTo>
                  <a:lnTo>
                    <a:pt x="60947" y="60960"/>
                  </a:lnTo>
                  <a:lnTo>
                    <a:pt x="60947" y="30492"/>
                  </a:lnTo>
                  <a:close/>
                </a:path>
                <a:path w="60959" h="152400">
                  <a:moveTo>
                    <a:pt x="60947" y="0"/>
                  </a:moveTo>
                  <a:lnTo>
                    <a:pt x="30480" y="0"/>
                  </a:lnTo>
                  <a:lnTo>
                    <a:pt x="30480" y="30480"/>
                  </a:lnTo>
                  <a:lnTo>
                    <a:pt x="60947" y="30480"/>
                  </a:lnTo>
                  <a:lnTo>
                    <a:pt x="60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11440" y="2971800"/>
              <a:ext cx="853440" cy="30480"/>
            </a:xfrm>
            <a:custGeom>
              <a:avLst/>
              <a:gdLst/>
              <a:ahLst/>
              <a:cxnLst/>
              <a:rect l="l" t="t" r="r" b="b"/>
              <a:pathLst>
                <a:path w="853440" h="30480">
                  <a:moveTo>
                    <a:pt x="822959" y="0"/>
                  </a:moveTo>
                  <a:lnTo>
                    <a:pt x="853439" y="0"/>
                  </a:lnTo>
                </a:path>
                <a:path w="853440" h="30480">
                  <a:moveTo>
                    <a:pt x="0" y="30480"/>
                  </a:moveTo>
                  <a:lnTo>
                    <a:pt x="518159" y="3048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99120" y="2987052"/>
              <a:ext cx="335280" cy="91440"/>
            </a:xfrm>
            <a:custGeom>
              <a:avLst/>
              <a:gdLst/>
              <a:ahLst/>
              <a:cxnLst/>
              <a:rect l="l" t="t" r="r" b="b"/>
              <a:pathLst>
                <a:path w="335279" h="91439">
                  <a:moveTo>
                    <a:pt x="30480" y="30467"/>
                  </a:moveTo>
                  <a:lnTo>
                    <a:pt x="0" y="30467"/>
                  </a:lnTo>
                  <a:lnTo>
                    <a:pt x="0" y="60947"/>
                  </a:lnTo>
                  <a:lnTo>
                    <a:pt x="0" y="91427"/>
                  </a:lnTo>
                  <a:lnTo>
                    <a:pt x="30480" y="91427"/>
                  </a:lnTo>
                  <a:lnTo>
                    <a:pt x="30480" y="60947"/>
                  </a:lnTo>
                  <a:lnTo>
                    <a:pt x="30480" y="30467"/>
                  </a:lnTo>
                  <a:close/>
                </a:path>
                <a:path w="335279" h="91439">
                  <a:moveTo>
                    <a:pt x="335280" y="0"/>
                  </a:moveTo>
                  <a:lnTo>
                    <a:pt x="304800" y="0"/>
                  </a:lnTo>
                  <a:lnTo>
                    <a:pt x="304800" y="30467"/>
                  </a:lnTo>
                  <a:lnTo>
                    <a:pt x="304800" y="60947"/>
                  </a:lnTo>
                  <a:lnTo>
                    <a:pt x="335280" y="60947"/>
                  </a:lnTo>
                  <a:lnTo>
                    <a:pt x="335280" y="30467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42960" y="3063240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>
                  <a:moveTo>
                    <a:pt x="0" y="0"/>
                  </a:moveTo>
                  <a:lnTo>
                    <a:pt x="60959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99120" y="3078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82000" y="3093720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>
                  <a:moveTo>
                    <a:pt x="0" y="0"/>
                  </a:moveTo>
                  <a:lnTo>
                    <a:pt x="60959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99120" y="31089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1840" y="3124200"/>
              <a:ext cx="1280160" cy="30480"/>
            </a:xfrm>
            <a:custGeom>
              <a:avLst/>
              <a:gdLst/>
              <a:ahLst/>
              <a:cxnLst/>
              <a:rect l="l" t="t" r="r" b="b"/>
              <a:pathLst>
                <a:path w="1280159" h="30480">
                  <a:moveTo>
                    <a:pt x="1219200" y="0"/>
                  </a:moveTo>
                  <a:lnTo>
                    <a:pt x="1280159" y="0"/>
                  </a:lnTo>
                </a:path>
                <a:path w="1280159" h="30480">
                  <a:moveTo>
                    <a:pt x="0" y="30480"/>
                  </a:moveTo>
                  <a:lnTo>
                    <a:pt x="30479" y="3048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99120" y="31394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40880" y="3154680"/>
              <a:ext cx="1280160" cy="60960"/>
            </a:xfrm>
            <a:custGeom>
              <a:avLst/>
              <a:gdLst/>
              <a:ahLst/>
              <a:cxnLst/>
              <a:rect l="l" t="t" r="r" b="b"/>
              <a:pathLst>
                <a:path w="1280159" h="60960">
                  <a:moveTo>
                    <a:pt x="1219200" y="0"/>
                  </a:moveTo>
                  <a:lnTo>
                    <a:pt x="1280159" y="0"/>
                  </a:lnTo>
                </a:path>
                <a:path w="1280159" h="60960">
                  <a:moveTo>
                    <a:pt x="883920" y="30479"/>
                  </a:moveTo>
                  <a:lnTo>
                    <a:pt x="975360" y="30479"/>
                  </a:lnTo>
                </a:path>
                <a:path w="1280159" h="60960">
                  <a:moveTo>
                    <a:pt x="1127760" y="30479"/>
                  </a:moveTo>
                  <a:lnTo>
                    <a:pt x="1219200" y="30479"/>
                  </a:lnTo>
                </a:path>
                <a:path w="1280159" h="60960">
                  <a:moveTo>
                    <a:pt x="0" y="60959"/>
                  </a:moveTo>
                  <a:lnTo>
                    <a:pt x="91440" y="60959"/>
                  </a:lnTo>
                </a:path>
                <a:path w="1280159" h="60960">
                  <a:moveTo>
                    <a:pt x="182879" y="60959"/>
                  </a:moveTo>
                  <a:lnTo>
                    <a:pt x="335279" y="60959"/>
                  </a:lnTo>
                </a:path>
                <a:path w="1280159" h="60960">
                  <a:moveTo>
                    <a:pt x="487679" y="60959"/>
                  </a:moveTo>
                  <a:lnTo>
                    <a:pt x="518159" y="60959"/>
                  </a:lnTo>
                </a:path>
                <a:path w="1280159" h="60960">
                  <a:moveTo>
                    <a:pt x="853440" y="60959"/>
                  </a:moveTo>
                  <a:lnTo>
                    <a:pt x="1127760" y="60959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01840" y="3200399"/>
              <a:ext cx="1127760" cy="121920"/>
            </a:xfrm>
            <a:custGeom>
              <a:avLst/>
              <a:gdLst/>
              <a:ahLst/>
              <a:cxnLst/>
              <a:rect l="l" t="t" r="r" b="b"/>
              <a:pathLst>
                <a:path w="1127759" h="121920">
                  <a:moveTo>
                    <a:pt x="30480" y="91452"/>
                  </a:moveTo>
                  <a:lnTo>
                    <a:pt x="0" y="91452"/>
                  </a:lnTo>
                  <a:lnTo>
                    <a:pt x="0" y="121920"/>
                  </a:lnTo>
                  <a:lnTo>
                    <a:pt x="30480" y="121920"/>
                  </a:lnTo>
                  <a:lnTo>
                    <a:pt x="30480" y="91452"/>
                  </a:lnTo>
                  <a:close/>
                </a:path>
                <a:path w="1127759" h="121920">
                  <a:moveTo>
                    <a:pt x="30480" y="30492"/>
                  </a:moveTo>
                  <a:lnTo>
                    <a:pt x="0" y="30492"/>
                  </a:lnTo>
                  <a:lnTo>
                    <a:pt x="0" y="60960"/>
                  </a:lnTo>
                  <a:lnTo>
                    <a:pt x="0" y="91440"/>
                  </a:lnTo>
                  <a:lnTo>
                    <a:pt x="30480" y="91440"/>
                  </a:lnTo>
                  <a:lnTo>
                    <a:pt x="30480" y="60960"/>
                  </a:lnTo>
                  <a:lnTo>
                    <a:pt x="30480" y="30492"/>
                  </a:lnTo>
                  <a:close/>
                </a:path>
                <a:path w="1127759" h="121920">
                  <a:moveTo>
                    <a:pt x="182880" y="91452"/>
                  </a:moveTo>
                  <a:lnTo>
                    <a:pt x="152400" y="91452"/>
                  </a:lnTo>
                  <a:lnTo>
                    <a:pt x="152400" y="121920"/>
                  </a:lnTo>
                  <a:lnTo>
                    <a:pt x="182880" y="121920"/>
                  </a:lnTo>
                  <a:lnTo>
                    <a:pt x="182880" y="91452"/>
                  </a:lnTo>
                  <a:close/>
                </a:path>
                <a:path w="1127759" h="121920">
                  <a:moveTo>
                    <a:pt x="182880" y="30492"/>
                  </a:moveTo>
                  <a:lnTo>
                    <a:pt x="152400" y="30492"/>
                  </a:lnTo>
                  <a:lnTo>
                    <a:pt x="152400" y="60960"/>
                  </a:lnTo>
                  <a:lnTo>
                    <a:pt x="152400" y="91440"/>
                  </a:lnTo>
                  <a:lnTo>
                    <a:pt x="182880" y="91440"/>
                  </a:lnTo>
                  <a:lnTo>
                    <a:pt x="182880" y="60960"/>
                  </a:lnTo>
                  <a:lnTo>
                    <a:pt x="182880" y="30492"/>
                  </a:lnTo>
                  <a:close/>
                </a:path>
                <a:path w="1127759" h="121920">
                  <a:moveTo>
                    <a:pt x="304787" y="91452"/>
                  </a:moveTo>
                  <a:lnTo>
                    <a:pt x="274320" y="91452"/>
                  </a:lnTo>
                  <a:lnTo>
                    <a:pt x="274320" y="121920"/>
                  </a:lnTo>
                  <a:lnTo>
                    <a:pt x="304787" y="121920"/>
                  </a:lnTo>
                  <a:lnTo>
                    <a:pt x="304787" y="91452"/>
                  </a:lnTo>
                  <a:close/>
                </a:path>
                <a:path w="1127759" h="121920">
                  <a:moveTo>
                    <a:pt x="304787" y="30492"/>
                  </a:moveTo>
                  <a:lnTo>
                    <a:pt x="274320" y="30492"/>
                  </a:lnTo>
                  <a:lnTo>
                    <a:pt x="274320" y="60960"/>
                  </a:lnTo>
                  <a:lnTo>
                    <a:pt x="274320" y="91440"/>
                  </a:lnTo>
                  <a:lnTo>
                    <a:pt x="304787" y="91440"/>
                  </a:lnTo>
                  <a:lnTo>
                    <a:pt x="304787" y="60960"/>
                  </a:lnTo>
                  <a:lnTo>
                    <a:pt x="304787" y="30492"/>
                  </a:lnTo>
                  <a:close/>
                </a:path>
                <a:path w="1127759" h="121920">
                  <a:moveTo>
                    <a:pt x="944880" y="30492"/>
                  </a:moveTo>
                  <a:lnTo>
                    <a:pt x="792480" y="30492"/>
                  </a:lnTo>
                  <a:lnTo>
                    <a:pt x="792480" y="60960"/>
                  </a:lnTo>
                  <a:lnTo>
                    <a:pt x="792480" y="91440"/>
                  </a:lnTo>
                  <a:lnTo>
                    <a:pt x="944880" y="91440"/>
                  </a:lnTo>
                  <a:lnTo>
                    <a:pt x="944880" y="60960"/>
                  </a:lnTo>
                  <a:lnTo>
                    <a:pt x="944880" y="30492"/>
                  </a:lnTo>
                  <a:close/>
                </a:path>
                <a:path w="1127759" h="121920">
                  <a:moveTo>
                    <a:pt x="1127760" y="30492"/>
                  </a:moveTo>
                  <a:lnTo>
                    <a:pt x="1097280" y="30492"/>
                  </a:lnTo>
                  <a:lnTo>
                    <a:pt x="1097280" y="60960"/>
                  </a:lnTo>
                  <a:lnTo>
                    <a:pt x="1097280" y="91440"/>
                  </a:lnTo>
                  <a:lnTo>
                    <a:pt x="1127760" y="91440"/>
                  </a:lnTo>
                  <a:lnTo>
                    <a:pt x="1127760" y="60960"/>
                  </a:lnTo>
                  <a:lnTo>
                    <a:pt x="1127760" y="30492"/>
                  </a:lnTo>
                  <a:close/>
                </a:path>
                <a:path w="1127759" h="121920">
                  <a:moveTo>
                    <a:pt x="1127760" y="0"/>
                  </a:moveTo>
                  <a:lnTo>
                    <a:pt x="1097280" y="0"/>
                  </a:lnTo>
                  <a:lnTo>
                    <a:pt x="1097280" y="30480"/>
                  </a:lnTo>
                  <a:lnTo>
                    <a:pt x="1127760" y="30480"/>
                  </a:lnTo>
                  <a:lnTo>
                    <a:pt x="11277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24800" y="3307080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01840" y="3291852"/>
              <a:ext cx="1127760" cy="60960"/>
            </a:xfrm>
            <a:custGeom>
              <a:avLst/>
              <a:gdLst/>
              <a:ahLst/>
              <a:cxnLst/>
              <a:rect l="l" t="t" r="r" b="b"/>
              <a:pathLst>
                <a:path w="1127759" h="60960">
                  <a:moveTo>
                    <a:pt x="30480" y="30467"/>
                  </a:moveTo>
                  <a:lnTo>
                    <a:pt x="0" y="30467"/>
                  </a:lnTo>
                  <a:lnTo>
                    <a:pt x="0" y="60947"/>
                  </a:lnTo>
                  <a:lnTo>
                    <a:pt x="30480" y="60947"/>
                  </a:lnTo>
                  <a:lnTo>
                    <a:pt x="30480" y="30467"/>
                  </a:lnTo>
                  <a:close/>
                </a:path>
                <a:path w="1127759" h="60960">
                  <a:moveTo>
                    <a:pt x="182880" y="30467"/>
                  </a:moveTo>
                  <a:lnTo>
                    <a:pt x="152400" y="30467"/>
                  </a:lnTo>
                  <a:lnTo>
                    <a:pt x="152400" y="60947"/>
                  </a:lnTo>
                  <a:lnTo>
                    <a:pt x="182880" y="60947"/>
                  </a:lnTo>
                  <a:lnTo>
                    <a:pt x="182880" y="30467"/>
                  </a:lnTo>
                  <a:close/>
                </a:path>
                <a:path w="1127759" h="60960">
                  <a:moveTo>
                    <a:pt x="304787" y="30467"/>
                  </a:moveTo>
                  <a:lnTo>
                    <a:pt x="274320" y="30467"/>
                  </a:lnTo>
                  <a:lnTo>
                    <a:pt x="274320" y="60947"/>
                  </a:lnTo>
                  <a:lnTo>
                    <a:pt x="304787" y="60947"/>
                  </a:lnTo>
                  <a:lnTo>
                    <a:pt x="304787" y="30467"/>
                  </a:lnTo>
                  <a:close/>
                </a:path>
                <a:path w="1127759" h="60960">
                  <a:moveTo>
                    <a:pt x="1127760" y="0"/>
                  </a:moveTo>
                  <a:lnTo>
                    <a:pt x="1097280" y="0"/>
                  </a:lnTo>
                  <a:lnTo>
                    <a:pt x="1097280" y="30467"/>
                  </a:lnTo>
                  <a:lnTo>
                    <a:pt x="1097280" y="60947"/>
                  </a:lnTo>
                  <a:lnTo>
                    <a:pt x="1127760" y="60947"/>
                  </a:lnTo>
                  <a:lnTo>
                    <a:pt x="1127760" y="30467"/>
                  </a:lnTo>
                  <a:lnTo>
                    <a:pt x="11277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40880" y="3368039"/>
              <a:ext cx="518159" cy="0"/>
            </a:xfrm>
            <a:custGeom>
              <a:avLst/>
              <a:gdLst/>
              <a:ahLst/>
              <a:cxnLst/>
              <a:rect l="l" t="t" r="r" b="b"/>
              <a:pathLst>
                <a:path w="518159">
                  <a:moveTo>
                    <a:pt x="0" y="0"/>
                  </a:moveTo>
                  <a:lnTo>
                    <a:pt x="152400" y="0"/>
                  </a:lnTo>
                </a:path>
                <a:path w="518159">
                  <a:moveTo>
                    <a:pt x="213360" y="0"/>
                  </a:moveTo>
                  <a:lnTo>
                    <a:pt x="335280" y="0"/>
                  </a:lnTo>
                </a:path>
                <a:path w="518159">
                  <a:moveTo>
                    <a:pt x="487679" y="0"/>
                  </a:moveTo>
                  <a:lnTo>
                    <a:pt x="518159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99120" y="33528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54240" y="3398520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>
                  <a:moveTo>
                    <a:pt x="0" y="0"/>
                  </a:moveTo>
                  <a:lnTo>
                    <a:pt x="30479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99120" y="33832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0" y="30479"/>
                  </a:moveTo>
                  <a:lnTo>
                    <a:pt x="30479" y="30479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30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23760" y="3429000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99120" y="3413759"/>
              <a:ext cx="30480" cy="91440"/>
            </a:xfrm>
            <a:custGeom>
              <a:avLst/>
              <a:gdLst/>
              <a:ahLst/>
              <a:cxnLst/>
              <a:rect l="l" t="t" r="r" b="b"/>
              <a:pathLst>
                <a:path w="30479" h="91439">
                  <a:moveTo>
                    <a:pt x="30480" y="30492"/>
                  </a:moveTo>
                  <a:lnTo>
                    <a:pt x="0" y="30492"/>
                  </a:lnTo>
                  <a:lnTo>
                    <a:pt x="0" y="60960"/>
                  </a:lnTo>
                  <a:lnTo>
                    <a:pt x="0" y="91440"/>
                  </a:lnTo>
                  <a:lnTo>
                    <a:pt x="30480" y="91440"/>
                  </a:lnTo>
                  <a:lnTo>
                    <a:pt x="30480" y="60960"/>
                  </a:lnTo>
                  <a:lnTo>
                    <a:pt x="30480" y="30492"/>
                  </a:lnTo>
                  <a:close/>
                </a:path>
                <a:path w="30479" h="91439">
                  <a:moveTo>
                    <a:pt x="3048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30480" y="3048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11440" y="3515105"/>
              <a:ext cx="518159" cy="0"/>
            </a:xfrm>
            <a:custGeom>
              <a:avLst/>
              <a:gdLst/>
              <a:ahLst/>
              <a:cxnLst/>
              <a:rect l="l" t="t" r="r" b="b"/>
              <a:pathLst>
                <a:path w="518159">
                  <a:moveTo>
                    <a:pt x="0" y="0"/>
                  </a:moveTo>
                  <a:lnTo>
                    <a:pt x="518159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7162800" y="1889760"/>
            <a:ext cx="152400" cy="243840"/>
            <a:chOff x="7162800" y="1889760"/>
            <a:chExt cx="152400" cy="243840"/>
          </a:xfrm>
        </p:grpSpPr>
        <p:sp>
          <p:nvSpPr>
            <p:cNvPr id="38" name="object 38"/>
            <p:cNvSpPr/>
            <p:nvPr/>
          </p:nvSpPr>
          <p:spPr>
            <a:xfrm>
              <a:off x="7162800" y="1905000"/>
              <a:ext cx="91440" cy="60960"/>
            </a:xfrm>
            <a:custGeom>
              <a:avLst/>
              <a:gdLst/>
              <a:ahLst/>
              <a:cxnLst/>
              <a:rect l="l" t="t" r="r" b="b"/>
              <a:pathLst>
                <a:path w="91440" h="60960">
                  <a:moveTo>
                    <a:pt x="60959" y="0"/>
                  </a:moveTo>
                  <a:lnTo>
                    <a:pt x="91439" y="0"/>
                  </a:lnTo>
                </a:path>
                <a:path w="91440" h="60960">
                  <a:moveTo>
                    <a:pt x="0" y="60960"/>
                  </a:moveTo>
                  <a:lnTo>
                    <a:pt x="91440" y="6096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223760" y="1981199"/>
              <a:ext cx="30480" cy="121920"/>
            </a:xfrm>
            <a:custGeom>
              <a:avLst/>
              <a:gdLst/>
              <a:ahLst/>
              <a:cxnLst/>
              <a:rect l="l" t="t" r="r" b="b"/>
              <a:pathLst>
                <a:path w="30479" h="121919">
                  <a:moveTo>
                    <a:pt x="30467" y="91452"/>
                  </a:moveTo>
                  <a:lnTo>
                    <a:pt x="0" y="91452"/>
                  </a:lnTo>
                  <a:lnTo>
                    <a:pt x="0" y="121920"/>
                  </a:lnTo>
                  <a:lnTo>
                    <a:pt x="30467" y="121920"/>
                  </a:lnTo>
                  <a:lnTo>
                    <a:pt x="30467" y="91452"/>
                  </a:lnTo>
                  <a:close/>
                </a:path>
                <a:path w="30479" h="121919">
                  <a:moveTo>
                    <a:pt x="30467" y="30492"/>
                  </a:moveTo>
                  <a:lnTo>
                    <a:pt x="0" y="30492"/>
                  </a:lnTo>
                  <a:lnTo>
                    <a:pt x="0" y="60960"/>
                  </a:lnTo>
                  <a:lnTo>
                    <a:pt x="0" y="91440"/>
                  </a:lnTo>
                  <a:lnTo>
                    <a:pt x="30467" y="91440"/>
                  </a:lnTo>
                  <a:lnTo>
                    <a:pt x="30467" y="60960"/>
                  </a:lnTo>
                  <a:lnTo>
                    <a:pt x="30467" y="30492"/>
                  </a:lnTo>
                  <a:close/>
                </a:path>
                <a:path w="30479" h="121919">
                  <a:moveTo>
                    <a:pt x="3046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30467" y="30480"/>
                  </a:lnTo>
                  <a:lnTo>
                    <a:pt x="3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162800" y="211836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7894319" y="1889760"/>
            <a:ext cx="152400" cy="243840"/>
            <a:chOff x="7894319" y="1889760"/>
            <a:chExt cx="152400" cy="243840"/>
          </a:xfrm>
        </p:grpSpPr>
        <p:sp>
          <p:nvSpPr>
            <p:cNvPr id="42" name="object 42"/>
            <p:cNvSpPr/>
            <p:nvPr/>
          </p:nvSpPr>
          <p:spPr>
            <a:xfrm>
              <a:off x="7894319" y="1905000"/>
              <a:ext cx="152400" cy="30480"/>
            </a:xfrm>
            <a:custGeom>
              <a:avLst/>
              <a:gdLst/>
              <a:ahLst/>
              <a:cxnLst/>
              <a:rect l="l" t="t" r="r" b="b"/>
              <a:pathLst>
                <a:path w="152400" h="30480">
                  <a:moveTo>
                    <a:pt x="0" y="0"/>
                  </a:moveTo>
                  <a:lnTo>
                    <a:pt x="152400" y="0"/>
                  </a:lnTo>
                </a:path>
                <a:path w="152400" h="30480">
                  <a:moveTo>
                    <a:pt x="0" y="30480"/>
                  </a:moveTo>
                  <a:lnTo>
                    <a:pt x="30479" y="30480"/>
                  </a:lnTo>
                </a:path>
              </a:pathLst>
            </a:custGeom>
            <a:ln w="30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955280" y="1920252"/>
              <a:ext cx="91440" cy="213360"/>
            </a:xfrm>
            <a:custGeom>
              <a:avLst/>
              <a:gdLst/>
              <a:ahLst/>
              <a:cxnLst/>
              <a:rect l="l" t="t" r="r" b="b"/>
              <a:pathLst>
                <a:path w="91440" h="213360">
                  <a:moveTo>
                    <a:pt x="30480" y="152400"/>
                  </a:moveTo>
                  <a:lnTo>
                    <a:pt x="0" y="152400"/>
                  </a:lnTo>
                  <a:lnTo>
                    <a:pt x="0" y="182867"/>
                  </a:lnTo>
                  <a:lnTo>
                    <a:pt x="0" y="213347"/>
                  </a:lnTo>
                  <a:lnTo>
                    <a:pt x="30480" y="213347"/>
                  </a:lnTo>
                  <a:lnTo>
                    <a:pt x="30480" y="182867"/>
                  </a:lnTo>
                  <a:lnTo>
                    <a:pt x="30480" y="152400"/>
                  </a:lnTo>
                  <a:close/>
                </a:path>
                <a:path w="91440" h="213360">
                  <a:moveTo>
                    <a:pt x="30480" y="121907"/>
                  </a:moveTo>
                  <a:lnTo>
                    <a:pt x="0" y="121907"/>
                  </a:lnTo>
                  <a:lnTo>
                    <a:pt x="0" y="152387"/>
                  </a:lnTo>
                  <a:lnTo>
                    <a:pt x="30480" y="152387"/>
                  </a:lnTo>
                  <a:lnTo>
                    <a:pt x="30480" y="121907"/>
                  </a:lnTo>
                  <a:close/>
                </a:path>
                <a:path w="91440" h="213360">
                  <a:moveTo>
                    <a:pt x="60947" y="91440"/>
                  </a:moveTo>
                  <a:lnTo>
                    <a:pt x="30480" y="91440"/>
                  </a:lnTo>
                  <a:lnTo>
                    <a:pt x="30480" y="121907"/>
                  </a:lnTo>
                  <a:lnTo>
                    <a:pt x="60947" y="121907"/>
                  </a:lnTo>
                  <a:lnTo>
                    <a:pt x="60947" y="91440"/>
                  </a:lnTo>
                  <a:close/>
                </a:path>
                <a:path w="91440" h="213360">
                  <a:moveTo>
                    <a:pt x="60947" y="60947"/>
                  </a:moveTo>
                  <a:lnTo>
                    <a:pt x="30480" y="60947"/>
                  </a:lnTo>
                  <a:lnTo>
                    <a:pt x="30480" y="91427"/>
                  </a:lnTo>
                  <a:lnTo>
                    <a:pt x="60947" y="91427"/>
                  </a:lnTo>
                  <a:lnTo>
                    <a:pt x="60947" y="60947"/>
                  </a:lnTo>
                  <a:close/>
                </a:path>
                <a:path w="91440" h="213360">
                  <a:moveTo>
                    <a:pt x="91440" y="0"/>
                  </a:moveTo>
                  <a:lnTo>
                    <a:pt x="60960" y="0"/>
                  </a:lnTo>
                  <a:lnTo>
                    <a:pt x="60960" y="30467"/>
                  </a:lnTo>
                  <a:lnTo>
                    <a:pt x="60960" y="60947"/>
                  </a:lnTo>
                  <a:lnTo>
                    <a:pt x="91440" y="60947"/>
                  </a:lnTo>
                  <a:lnTo>
                    <a:pt x="91440" y="30467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7437119" y="1965960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437119" y="2118360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297863" y="3663188"/>
            <a:ext cx="2484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i);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031816" y="3673932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7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323924" y="4158564"/>
            <a:ext cx="1391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j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3; </a:t>
            </a:r>
            <a:endParaRPr lang="en-US" sz="18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 err="1">
                <a:solidFill>
                  <a:srgbClr val="006600"/>
                </a:solidFill>
                <a:latin typeface="Courier New"/>
                <a:cs typeface="Courier New"/>
              </a:rPr>
              <a:t>ip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&amp;j;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Pointer</a:t>
            </a:r>
            <a:r>
              <a:rPr spc="-70" dirty="0"/>
              <a:t> </a:t>
            </a:r>
            <a:r>
              <a:rPr dirty="0"/>
              <a:t>Basic</a:t>
            </a:r>
            <a:r>
              <a:rPr spc="-2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005152"/>
            <a:ext cx="2758440" cy="195833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962025">
              <a:lnSpc>
                <a:spcPct val="102200"/>
              </a:lnSpc>
              <a:spcBef>
                <a:spcPts val="5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5;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&amp;i;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>
              <a:latin typeface="Courier New"/>
              <a:cs typeface="Courier New"/>
            </a:endParaRPr>
          </a:p>
          <a:p>
            <a:pPr marL="88265" marR="203200" indent="-76200">
              <a:lnSpc>
                <a:spcPts val="4000"/>
              </a:lnSpc>
              <a:spcBef>
                <a:spcPts val="4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7;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i);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2064" y="1752600"/>
            <a:ext cx="3195902" cy="159715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03216" y="4806188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3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323924" y="4158564"/>
            <a:ext cx="2796540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09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j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3;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ip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&amp;j;</a:t>
            </a:r>
            <a:endParaRPr sz="1800" dirty="0">
              <a:latin typeface="Courier New"/>
              <a:cs typeface="Courier New"/>
            </a:endParaRPr>
          </a:p>
          <a:p>
            <a:pPr marL="50165">
              <a:lnSpc>
                <a:spcPct val="100000"/>
              </a:lnSpc>
              <a:spcBef>
                <a:spcPts val="78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 dirty="0">
              <a:latin typeface="Courier New"/>
              <a:cs typeface="Courier New"/>
            </a:endParaRPr>
          </a:p>
          <a:p>
            <a:pPr marL="33655" marR="1524000">
              <a:lnSpc>
                <a:spcPct val="100000"/>
              </a:lnSpc>
              <a:spcBef>
                <a:spcPts val="156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*ip2;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ip2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ip;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Pointer</a:t>
            </a:r>
            <a:r>
              <a:rPr spc="-70" dirty="0"/>
              <a:t> </a:t>
            </a:r>
            <a:r>
              <a:rPr dirty="0"/>
              <a:t>Basic</a:t>
            </a:r>
            <a:r>
              <a:rPr spc="-2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005152"/>
            <a:ext cx="2758440" cy="195833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962025">
              <a:lnSpc>
                <a:spcPct val="102200"/>
              </a:lnSpc>
              <a:spcBef>
                <a:spcPts val="5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5;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&amp;i;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>
              <a:latin typeface="Courier New"/>
              <a:cs typeface="Courier New"/>
            </a:endParaRPr>
          </a:p>
          <a:p>
            <a:pPr marL="88265" marR="203200" indent="-76200">
              <a:lnSpc>
                <a:spcPts val="4000"/>
              </a:lnSpc>
              <a:spcBef>
                <a:spcPts val="4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7;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i);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3386" y="1905000"/>
            <a:ext cx="2546359" cy="173126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9359" y="5959932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3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323924" y="4158564"/>
            <a:ext cx="2913380" cy="247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2717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j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3;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ip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&amp;j;</a:t>
            </a:r>
            <a:endParaRPr sz="1800" dirty="0">
              <a:latin typeface="Courier New"/>
              <a:cs typeface="Courier New"/>
            </a:endParaRPr>
          </a:p>
          <a:p>
            <a:pPr marL="50165">
              <a:lnSpc>
                <a:spcPct val="100000"/>
              </a:lnSpc>
              <a:spcBef>
                <a:spcPts val="78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 dirty="0">
              <a:latin typeface="Courier New"/>
              <a:cs typeface="Courier New"/>
            </a:endParaRPr>
          </a:p>
          <a:p>
            <a:pPr marL="33655" marR="1641475">
              <a:lnSpc>
                <a:spcPct val="100000"/>
              </a:lnSpc>
              <a:spcBef>
                <a:spcPts val="156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*ip2;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ip2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ip;</a:t>
            </a:r>
            <a:endParaRPr sz="1800" dirty="0">
              <a:latin typeface="Courier New"/>
              <a:cs typeface="Courier New"/>
            </a:endParaRPr>
          </a:p>
          <a:p>
            <a:pPr marL="62865" marR="5080" indent="-32384">
              <a:lnSpc>
                <a:spcPct val="137200"/>
              </a:lnSpc>
              <a:spcBef>
                <a:spcPts val="24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*ip2); </a:t>
            </a:r>
            <a:endParaRPr lang="en-US" sz="18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62865" marR="5080" indent="-32384">
              <a:lnSpc>
                <a:spcPct val="137200"/>
              </a:lnSpc>
              <a:spcBef>
                <a:spcPts val="240"/>
              </a:spcBef>
            </a:pPr>
            <a:r>
              <a:rPr sz="1800" b="1" dirty="0" err="1">
                <a:solidFill>
                  <a:srgbClr val="006600"/>
                </a:solidFill>
                <a:latin typeface="Courier New"/>
                <a:cs typeface="Courier New"/>
              </a:rPr>
              <a:t>ip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&amp;i;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Pointer</a:t>
            </a:r>
            <a:r>
              <a:rPr spc="-70" dirty="0"/>
              <a:t> </a:t>
            </a:r>
            <a:r>
              <a:rPr dirty="0"/>
              <a:t>Basic</a:t>
            </a:r>
            <a:r>
              <a:rPr spc="-2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005152"/>
            <a:ext cx="2758440" cy="195833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962025">
              <a:lnSpc>
                <a:spcPct val="102200"/>
              </a:lnSpc>
              <a:spcBef>
                <a:spcPts val="5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5;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&amp;i;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>
              <a:latin typeface="Courier New"/>
              <a:cs typeface="Courier New"/>
            </a:endParaRPr>
          </a:p>
          <a:p>
            <a:pPr marL="88265" marR="203200" indent="-76200">
              <a:lnSpc>
                <a:spcPts val="4000"/>
              </a:lnSpc>
              <a:spcBef>
                <a:spcPts val="4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*ip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7;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i);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2209800"/>
            <a:ext cx="9144000" cy="5105400"/>
            <a:chOff x="457200" y="2209800"/>
            <a:chExt cx="9144000" cy="5105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3020" y="2209800"/>
              <a:ext cx="2753047" cy="1676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23924" y="4158564"/>
            <a:ext cx="2913380" cy="2866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2717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j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3;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ip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&amp;j;</a:t>
            </a:r>
            <a:endParaRPr sz="1800" dirty="0">
              <a:latin typeface="Courier New"/>
              <a:cs typeface="Courier New"/>
            </a:endParaRPr>
          </a:p>
          <a:p>
            <a:pPr marL="50165">
              <a:lnSpc>
                <a:spcPct val="100000"/>
              </a:lnSpc>
              <a:spcBef>
                <a:spcPts val="78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 dirty="0">
              <a:latin typeface="Courier New"/>
              <a:cs typeface="Courier New"/>
            </a:endParaRPr>
          </a:p>
          <a:p>
            <a:pPr marL="33655" marR="1641475">
              <a:lnSpc>
                <a:spcPct val="100000"/>
              </a:lnSpc>
              <a:spcBef>
                <a:spcPts val="156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*ip2;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ip2</a:t>
            </a:r>
            <a:r>
              <a:rPr sz="18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ip;</a:t>
            </a:r>
            <a:endParaRPr sz="1800" dirty="0">
              <a:latin typeface="Courier New"/>
              <a:cs typeface="Courier New"/>
            </a:endParaRPr>
          </a:p>
          <a:p>
            <a:pPr marL="30480">
              <a:lnSpc>
                <a:spcPct val="100000"/>
              </a:lnSpc>
              <a:spcBef>
                <a:spcPts val="104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printf("%d\n",</a:t>
            </a:r>
            <a:r>
              <a:rPr sz="1800" b="1" spc="-1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*ip2);</a:t>
            </a:r>
            <a:endParaRPr sz="1800" dirty="0">
              <a:latin typeface="Courier New"/>
              <a:cs typeface="Courier New"/>
            </a:endParaRPr>
          </a:p>
          <a:p>
            <a:pPr marL="82550" marR="90170" indent="-19685">
              <a:lnSpc>
                <a:spcPct val="103899"/>
              </a:lnSpc>
              <a:spcBef>
                <a:spcPts val="72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ip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&amp;i; </a:t>
            </a:r>
            <a:endParaRPr lang="en-US" sz="18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82550" marR="90170" indent="-19685">
              <a:lnSpc>
                <a:spcPct val="103899"/>
              </a:lnSpc>
              <a:spcBef>
                <a:spcPts val="720"/>
              </a:spcBef>
            </a:pPr>
            <a:r>
              <a:rPr sz="18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("%d\n",</a:t>
            </a:r>
            <a:r>
              <a:rPr sz="1800" b="1" spc="-1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*ip);</a:t>
            </a:r>
            <a:endParaRPr sz="1800" dirty="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3886200"/>
            <a:ext cx="2982468" cy="3200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184063" y="6558863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7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3003" y="2936265"/>
            <a:ext cx="30626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Solve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an</a:t>
            </a:r>
            <a:r>
              <a:rPr sz="20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exercise………..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3E75-81AA-D13E-A36D-18CCB5B2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8AFC2C-F538-A493-CB73-B6CA668FE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251" y="1931923"/>
            <a:ext cx="8830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Assume</a:t>
            </a:r>
            <a:r>
              <a:rPr sz="2800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r>
              <a:rPr sz="2800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800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800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is</a:t>
            </a:r>
            <a:r>
              <a:rPr sz="2800" spc="-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200</a:t>
            </a:r>
            <a:r>
              <a:rPr sz="2800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2800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r>
              <a:rPr sz="2800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800" spc="-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b</a:t>
            </a:r>
            <a:r>
              <a:rPr sz="2800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600"/>
                </a:solidFill>
                <a:latin typeface="Arial"/>
                <a:cs typeface="Arial"/>
              </a:rPr>
              <a:t>is</a:t>
            </a:r>
            <a:r>
              <a:rPr sz="2800" spc="-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6600"/>
                </a:solidFill>
                <a:latin typeface="Arial"/>
                <a:cs typeface="Arial"/>
              </a:rPr>
              <a:t>300</a:t>
            </a:r>
            <a:r>
              <a:rPr sz="2800" b="0" spc="-20" dirty="0">
                <a:solidFill>
                  <a:srgbClr val="00660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488F2B-C26A-EB40-EE90-046E0650DB2E}"/>
              </a:ext>
            </a:extLst>
          </p:cNvPr>
          <p:cNvSpPr/>
          <p:nvPr/>
        </p:nvSpPr>
        <p:spPr>
          <a:xfrm>
            <a:off x="4636008" y="41026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5" h="330835">
                <a:moveTo>
                  <a:pt x="934212" y="0"/>
                </a:moveTo>
                <a:lnTo>
                  <a:pt x="6095" y="0"/>
                </a:lnTo>
                <a:lnTo>
                  <a:pt x="0" y="6095"/>
                </a:lnTo>
                <a:lnTo>
                  <a:pt x="0" y="324612"/>
                </a:lnTo>
                <a:lnTo>
                  <a:pt x="6095" y="330707"/>
                </a:lnTo>
                <a:lnTo>
                  <a:pt x="934212" y="330707"/>
                </a:lnTo>
                <a:lnTo>
                  <a:pt x="940307" y="324612"/>
                </a:lnTo>
                <a:lnTo>
                  <a:pt x="940307" y="316991"/>
                </a:lnTo>
                <a:lnTo>
                  <a:pt x="25907" y="316991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7"/>
                </a:lnTo>
                <a:lnTo>
                  <a:pt x="12191" y="25907"/>
                </a:lnTo>
                <a:lnTo>
                  <a:pt x="25907" y="12191"/>
                </a:lnTo>
                <a:lnTo>
                  <a:pt x="940307" y="12191"/>
                </a:lnTo>
                <a:lnTo>
                  <a:pt x="940307" y="6095"/>
                </a:lnTo>
                <a:lnTo>
                  <a:pt x="934212" y="0"/>
                </a:lnTo>
                <a:close/>
              </a:path>
              <a:path w="940435" h="330835">
                <a:moveTo>
                  <a:pt x="25907" y="304800"/>
                </a:moveTo>
                <a:lnTo>
                  <a:pt x="12191" y="304800"/>
                </a:lnTo>
                <a:lnTo>
                  <a:pt x="25907" y="316991"/>
                </a:lnTo>
                <a:lnTo>
                  <a:pt x="25907" y="304800"/>
                </a:lnTo>
                <a:close/>
              </a:path>
              <a:path w="940435" h="330835">
                <a:moveTo>
                  <a:pt x="914400" y="304800"/>
                </a:moveTo>
                <a:lnTo>
                  <a:pt x="25907" y="304800"/>
                </a:lnTo>
                <a:lnTo>
                  <a:pt x="25907" y="316991"/>
                </a:lnTo>
                <a:lnTo>
                  <a:pt x="914400" y="316991"/>
                </a:lnTo>
                <a:lnTo>
                  <a:pt x="914400" y="304800"/>
                </a:lnTo>
                <a:close/>
              </a:path>
              <a:path w="940435" h="330835">
                <a:moveTo>
                  <a:pt x="914400" y="12191"/>
                </a:moveTo>
                <a:lnTo>
                  <a:pt x="914400" y="316991"/>
                </a:lnTo>
                <a:lnTo>
                  <a:pt x="926591" y="304800"/>
                </a:lnTo>
                <a:lnTo>
                  <a:pt x="940307" y="304800"/>
                </a:lnTo>
                <a:lnTo>
                  <a:pt x="940307" y="25907"/>
                </a:lnTo>
                <a:lnTo>
                  <a:pt x="926591" y="25907"/>
                </a:lnTo>
                <a:lnTo>
                  <a:pt x="914400" y="12191"/>
                </a:lnTo>
                <a:close/>
              </a:path>
              <a:path w="940435" h="330835">
                <a:moveTo>
                  <a:pt x="940307" y="304800"/>
                </a:moveTo>
                <a:lnTo>
                  <a:pt x="926591" y="304800"/>
                </a:lnTo>
                <a:lnTo>
                  <a:pt x="914400" y="316991"/>
                </a:lnTo>
                <a:lnTo>
                  <a:pt x="940307" y="316991"/>
                </a:lnTo>
                <a:lnTo>
                  <a:pt x="940307" y="304800"/>
                </a:lnTo>
                <a:close/>
              </a:path>
              <a:path w="940435" h="330835">
                <a:moveTo>
                  <a:pt x="25907" y="12191"/>
                </a:moveTo>
                <a:lnTo>
                  <a:pt x="12191" y="25907"/>
                </a:lnTo>
                <a:lnTo>
                  <a:pt x="25907" y="25907"/>
                </a:lnTo>
                <a:lnTo>
                  <a:pt x="25907" y="12191"/>
                </a:lnTo>
                <a:close/>
              </a:path>
              <a:path w="940435" h="330835">
                <a:moveTo>
                  <a:pt x="914400" y="12191"/>
                </a:moveTo>
                <a:lnTo>
                  <a:pt x="25907" y="12191"/>
                </a:lnTo>
                <a:lnTo>
                  <a:pt x="25907" y="25907"/>
                </a:lnTo>
                <a:lnTo>
                  <a:pt x="914400" y="25907"/>
                </a:lnTo>
                <a:lnTo>
                  <a:pt x="914400" y="12191"/>
                </a:lnTo>
                <a:close/>
              </a:path>
              <a:path w="940435" h="330835">
                <a:moveTo>
                  <a:pt x="940307" y="12191"/>
                </a:moveTo>
                <a:lnTo>
                  <a:pt x="914400" y="12191"/>
                </a:lnTo>
                <a:lnTo>
                  <a:pt x="926591" y="25907"/>
                </a:lnTo>
                <a:lnTo>
                  <a:pt x="940307" y="25907"/>
                </a:lnTo>
                <a:lnTo>
                  <a:pt x="940307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04CABEC-E42A-793C-F7A2-BE37AD9CB32B}"/>
              </a:ext>
            </a:extLst>
          </p:cNvPr>
          <p:cNvSpPr/>
          <p:nvPr/>
        </p:nvSpPr>
        <p:spPr>
          <a:xfrm>
            <a:off x="5779008" y="41026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5" y="0"/>
                </a:lnTo>
                <a:lnTo>
                  <a:pt x="0" y="6095"/>
                </a:lnTo>
                <a:lnTo>
                  <a:pt x="0" y="324612"/>
                </a:lnTo>
                <a:lnTo>
                  <a:pt x="6095" y="330707"/>
                </a:lnTo>
                <a:lnTo>
                  <a:pt x="934212" y="330707"/>
                </a:lnTo>
                <a:lnTo>
                  <a:pt x="940308" y="324612"/>
                </a:lnTo>
                <a:lnTo>
                  <a:pt x="940308" y="316991"/>
                </a:lnTo>
                <a:lnTo>
                  <a:pt x="25907" y="316991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7"/>
                </a:lnTo>
                <a:lnTo>
                  <a:pt x="12191" y="25907"/>
                </a:lnTo>
                <a:lnTo>
                  <a:pt x="25907" y="12191"/>
                </a:lnTo>
                <a:lnTo>
                  <a:pt x="940308" y="12191"/>
                </a:lnTo>
                <a:lnTo>
                  <a:pt x="940308" y="6095"/>
                </a:lnTo>
                <a:lnTo>
                  <a:pt x="934212" y="0"/>
                </a:lnTo>
                <a:close/>
              </a:path>
              <a:path w="940434" h="330835">
                <a:moveTo>
                  <a:pt x="25907" y="304800"/>
                </a:moveTo>
                <a:lnTo>
                  <a:pt x="12191" y="304800"/>
                </a:lnTo>
                <a:lnTo>
                  <a:pt x="25907" y="316991"/>
                </a:lnTo>
                <a:lnTo>
                  <a:pt x="25907" y="304800"/>
                </a:lnTo>
                <a:close/>
              </a:path>
              <a:path w="940434" h="330835">
                <a:moveTo>
                  <a:pt x="914399" y="304800"/>
                </a:moveTo>
                <a:lnTo>
                  <a:pt x="25907" y="304800"/>
                </a:lnTo>
                <a:lnTo>
                  <a:pt x="25907" y="316991"/>
                </a:lnTo>
                <a:lnTo>
                  <a:pt x="914399" y="316991"/>
                </a:lnTo>
                <a:lnTo>
                  <a:pt x="914399" y="304800"/>
                </a:lnTo>
                <a:close/>
              </a:path>
              <a:path w="940434" h="330835">
                <a:moveTo>
                  <a:pt x="914399" y="12191"/>
                </a:moveTo>
                <a:lnTo>
                  <a:pt x="914399" y="316991"/>
                </a:lnTo>
                <a:lnTo>
                  <a:pt x="926591" y="304800"/>
                </a:lnTo>
                <a:lnTo>
                  <a:pt x="940308" y="304800"/>
                </a:lnTo>
                <a:lnTo>
                  <a:pt x="940308" y="25907"/>
                </a:lnTo>
                <a:lnTo>
                  <a:pt x="926591" y="25907"/>
                </a:lnTo>
                <a:lnTo>
                  <a:pt x="914399" y="12191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1" y="304800"/>
                </a:lnTo>
                <a:lnTo>
                  <a:pt x="914399" y="316991"/>
                </a:lnTo>
                <a:lnTo>
                  <a:pt x="940308" y="316991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7" y="12191"/>
                </a:moveTo>
                <a:lnTo>
                  <a:pt x="12191" y="25907"/>
                </a:lnTo>
                <a:lnTo>
                  <a:pt x="25907" y="25907"/>
                </a:lnTo>
                <a:lnTo>
                  <a:pt x="25907" y="12191"/>
                </a:lnTo>
                <a:close/>
              </a:path>
              <a:path w="940434" h="330835">
                <a:moveTo>
                  <a:pt x="914399" y="12191"/>
                </a:moveTo>
                <a:lnTo>
                  <a:pt x="25907" y="12191"/>
                </a:lnTo>
                <a:lnTo>
                  <a:pt x="25907" y="25907"/>
                </a:lnTo>
                <a:lnTo>
                  <a:pt x="914399" y="25907"/>
                </a:lnTo>
                <a:lnTo>
                  <a:pt x="914399" y="12191"/>
                </a:lnTo>
                <a:close/>
              </a:path>
              <a:path w="940434" h="330835">
                <a:moveTo>
                  <a:pt x="940308" y="12191"/>
                </a:moveTo>
                <a:lnTo>
                  <a:pt x="914399" y="12191"/>
                </a:lnTo>
                <a:lnTo>
                  <a:pt x="926591" y="25907"/>
                </a:lnTo>
                <a:lnTo>
                  <a:pt x="940308" y="25907"/>
                </a:lnTo>
                <a:lnTo>
                  <a:pt x="940308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119392E-D792-C89B-164F-C5B3175D6A56}"/>
              </a:ext>
            </a:extLst>
          </p:cNvPr>
          <p:cNvSpPr/>
          <p:nvPr/>
        </p:nvSpPr>
        <p:spPr>
          <a:xfrm>
            <a:off x="6922007" y="41026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5"/>
                </a:lnTo>
                <a:lnTo>
                  <a:pt x="0" y="324612"/>
                </a:lnTo>
                <a:lnTo>
                  <a:pt x="6096" y="330707"/>
                </a:lnTo>
                <a:lnTo>
                  <a:pt x="934212" y="330707"/>
                </a:lnTo>
                <a:lnTo>
                  <a:pt x="940308" y="324612"/>
                </a:lnTo>
                <a:lnTo>
                  <a:pt x="940308" y="316991"/>
                </a:lnTo>
                <a:lnTo>
                  <a:pt x="25908" y="316991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7"/>
                </a:lnTo>
                <a:lnTo>
                  <a:pt x="12192" y="25907"/>
                </a:lnTo>
                <a:lnTo>
                  <a:pt x="25908" y="12191"/>
                </a:lnTo>
                <a:lnTo>
                  <a:pt x="940308" y="12191"/>
                </a:lnTo>
                <a:lnTo>
                  <a:pt x="940308" y="6095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6991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6991"/>
                </a:lnTo>
                <a:lnTo>
                  <a:pt x="914400" y="316991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2191"/>
                </a:moveTo>
                <a:lnTo>
                  <a:pt x="914400" y="316991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7"/>
                </a:lnTo>
                <a:lnTo>
                  <a:pt x="926592" y="25907"/>
                </a:lnTo>
                <a:lnTo>
                  <a:pt x="914400" y="12191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6991"/>
                </a:lnTo>
                <a:lnTo>
                  <a:pt x="940308" y="316991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2191"/>
                </a:moveTo>
                <a:lnTo>
                  <a:pt x="12192" y="25907"/>
                </a:lnTo>
                <a:lnTo>
                  <a:pt x="25908" y="25907"/>
                </a:lnTo>
                <a:lnTo>
                  <a:pt x="25908" y="12191"/>
                </a:lnTo>
                <a:close/>
              </a:path>
              <a:path w="940434" h="330835">
                <a:moveTo>
                  <a:pt x="914400" y="12191"/>
                </a:moveTo>
                <a:lnTo>
                  <a:pt x="25908" y="12191"/>
                </a:lnTo>
                <a:lnTo>
                  <a:pt x="25908" y="25907"/>
                </a:lnTo>
                <a:lnTo>
                  <a:pt x="914400" y="25907"/>
                </a:lnTo>
                <a:lnTo>
                  <a:pt x="914400" y="12191"/>
                </a:lnTo>
                <a:close/>
              </a:path>
              <a:path w="940434" h="330835">
                <a:moveTo>
                  <a:pt x="940308" y="12191"/>
                </a:moveTo>
                <a:lnTo>
                  <a:pt x="914400" y="12191"/>
                </a:lnTo>
                <a:lnTo>
                  <a:pt x="926592" y="25907"/>
                </a:lnTo>
                <a:lnTo>
                  <a:pt x="940308" y="25907"/>
                </a:lnTo>
                <a:lnTo>
                  <a:pt x="940308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E664217-569E-B6CD-6C07-C09D926C31E5}"/>
              </a:ext>
            </a:extLst>
          </p:cNvPr>
          <p:cNvSpPr/>
          <p:nvPr/>
        </p:nvSpPr>
        <p:spPr>
          <a:xfrm>
            <a:off x="7912607" y="41026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5"/>
                </a:lnTo>
                <a:lnTo>
                  <a:pt x="0" y="324612"/>
                </a:lnTo>
                <a:lnTo>
                  <a:pt x="6096" y="330707"/>
                </a:lnTo>
                <a:lnTo>
                  <a:pt x="934212" y="330707"/>
                </a:lnTo>
                <a:lnTo>
                  <a:pt x="940308" y="324612"/>
                </a:lnTo>
                <a:lnTo>
                  <a:pt x="940308" y="316991"/>
                </a:lnTo>
                <a:lnTo>
                  <a:pt x="25908" y="316991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7"/>
                </a:lnTo>
                <a:lnTo>
                  <a:pt x="12192" y="25907"/>
                </a:lnTo>
                <a:lnTo>
                  <a:pt x="25908" y="12191"/>
                </a:lnTo>
                <a:lnTo>
                  <a:pt x="940308" y="12191"/>
                </a:lnTo>
                <a:lnTo>
                  <a:pt x="940308" y="6095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6991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6991"/>
                </a:lnTo>
                <a:lnTo>
                  <a:pt x="914400" y="316991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2191"/>
                </a:moveTo>
                <a:lnTo>
                  <a:pt x="914400" y="316991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7"/>
                </a:lnTo>
                <a:lnTo>
                  <a:pt x="926592" y="25907"/>
                </a:lnTo>
                <a:lnTo>
                  <a:pt x="914400" y="12191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6991"/>
                </a:lnTo>
                <a:lnTo>
                  <a:pt x="940308" y="316991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2191"/>
                </a:moveTo>
                <a:lnTo>
                  <a:pt x="12192" y="25907"/>
                </a:lnTo>
                <a:lnTo>
                  <a:pt x="25908" y="25907"/>
                </a:lnTo>
                <a:lnTo>
                  <a:pt x="25908" y="12191"/>
                </a:lnTo>
                <a:close/>
              </a:path>
              <a:path w="940434" h="330835">
                <a:moveTo>
                  <a:pt x="914400" y="12191"/>
                </a:moveTo>
                <a:lnTo>
                  <a:pt x="25908" y="12191"/>
                </a:lnTo>
                <a:lnTo>
                  <a:pt x="25908" y="25907"/>
                </a:lnTo>
                <a:lnTo>
                  <a:pt x="914400" y="25907"/>
                </a:lnTo>
                <a:lnTo>
                  <a:pt x="914400" y="12191"/>
                </a:lnTo>
                <a:close/>
              </a:path>
              <a:path w="940434" h="330835">
                <a:moveTo>
                  <a:pt x="940308" y="12191"/>
                </a:moveTo>
                <a:lnTo>
                  <a:pt x="914400" y="12191"/>
                </a:lnTo>
                <a:lnTo>
                  <a:pt x="926592" y="25907"/>
                </a:lnTo>
                <a:lnTo>
                  <a:pt x="940308" y="25907"/>
                </a:lnTo>
                <a:lnTo>
                  <a:pt x="940308" y="121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FBF0690-3BAC-3043-C2D5-0D4B6511BB11}"/>
              </a:ext>
            </a:extLst>
          </p:cNvPr>
          <p:cNvSpPr/>
          <p:nvPr/>
        </p:nvSpPr>
        <p:spPr>
          <a:xfrm>
            <a:off x="5779008" y="4559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324612"/>
                </a:lnTo>
                <a:lnTo>
                  <a:pt x="6095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7" y="316992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8"/>
                </a:lnTo>
                <a:lnTo>
                  <a:pt x="12191" y="25908"/>
                </a:lnTo>
                <a:lnTo>
                  <a:pt x="25907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7" y="304800"/>
                </a:moveTo>
                <a:lnTo>
                  <a:pt x="12191" y="304800"/>
                </a:lnTo>
                <a:lnTo>
                  <a:pt x="25907" y="316992"/>
                </a:lnTo>
                <a:lnTo>
                  <a:pt x="25907" y="304800"/>
                </a:lnTo>
                <a:close/>
              </a:path>
              <a:path w="940434" h="330835">
                <a:moveTo>
                  <a:pt x="914399" y="304800"/>
                </a:moveTo>
                <a:lnTo>
                  <a:pt x="25907" y="304800"/>
                </a:lnTo>
                <a:lnTo>
                  <a:pt x="25907" y="316992"/>
                </a:lnTo>
                <a:lnTo>
                  <a:pt x="914399" y="316992"/>
                </a:lnTo>
                <a:lnTo>
                  <a:pt x="914399" y="304800"/>
                </a:lnTo>
                <a:close/>
              </a:path>
              <a:path w="940434" h="330835">
                <a:moveTo>
                  <a:pt x="914399" y="12192"/>
                </a:moveTo>
                <a:lnTo>
                  <a:pt x="914399" y="316992"/>
                </a:lnTo>
                <a:lnTo>
                  <a:pt x="926591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1" y="25908"/>
                </a:lnTo>
                <a:lnTo>
                  <a:pt x="914399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1" y="304800"/>
                </a:lnTo>
                <a:lnTo>
                  <a:pt x="914399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7" y="12192"/>
                </a:moveTo>
                <a:lnTo>
                  <a:pt x="12191" y="25908"/>
                </a:lnTo>
                <a:lnTo>
                  <a:pt x="25907" y="25908"/>
                </a:lnTo>
                <a:lnTo>
                  <a:pt x="25907" y="12192"/>
                </a:lnTo>
                <a:close/>
              </a:path>
              <a:path w="940434" h="330835">
                <a:moveTo>
                  <a:pt x="914399" y="12192"/>
                </a:moveTo>
                <a:lnTo>
                  <a:pt x="25907" y="12192"/>
                </a:lnTo>
                <a:lnTo>
                  <a:pt x="25907" y="25908"/>
                </a:lnTo>
                <a:lnTo>
                  <a:pt x="914399" y="25908"/>
                </a:lnTo>
                <a:lnTo>
                  <a:pt x="914399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399" y="12192"/>
                </a:lnTo>
                <a:lnTo>
                  <a:pt x="926591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31DB89A-DE4A-602D-27D9-261A3869E33D}"/>
              </a:ext>
            </a:extLst>
          </p:cNvPr>
          <p:cNvSpPr/>
          <p:nvPr/>
        </p:nvSpPr>
        <p:spPr>
          <a:xfrm>
            <a:off x="6922007" y="4559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24612"/>
                </a:lnTo>
                <a:lnTo>
                  <a:pt x="6096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8" y="316992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8"/>
                </a:lnTo>
                <a:lnTo>
                  <a:pt x="12192" y="25908"/>
                </a:lnTo>
                <a:lnTo>
                  <a:pt x="25908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6992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6992"/>
                </a:lnTo>
                <a:lnTo>
                  <a:pt x="914400" y="316992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914400" y="316992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2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2192"/>
                </a:moveTo>
                <a:lnTo>
                  <a:pt x="12192" y="25908"/>
                </a:lnTo>
                <a:lnTo>
                  <a:pt x="25908" y="25908"/>
                </a:lnTo>
                <a:lnTo>
                  <a:pt x="25908" y="12192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25908" y="12192"/>
                </a:lnTo>
                <a:lnTo>
                  <a:pt x="25908" y="25908"/>
                </a:lnTo>
                <a:lnTo>
                  <a:pt x="914400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400" y="12192"/>
                </a:lnTo>
                <a:lnTo>
                  <a:pt x="926592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1211E52-FED9-2B91-6551-282C47EC9F5C}"/>
              </a:ext>
            </a:extLst>
          </p:cNvPr>
          <p:cNvSpPr/>
          <p:nvPr/>
        </p:nvSpPr>
        <p:spPr>
          <a:xfrm>
            <a:off x="7912607" y="4559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24612"/>
                </a:lnTo>
                <a:lnTo>
                  <a:pt x="6096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8" y="316992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8"/>
                </a:lnTo>
                <a:lnTo>
                  <a:pt x="12192" y="25908"/>
                </a:lnTo>
                <a:lnTo>
                  <a:pt x="25908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6992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6992"/>
                </a:lnTo>
                <a:lnTo>
                  <a:pt x="914400" y="316992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914400" y="316992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2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2192"/>
                </a:moveTo>
                <a:lnTo>
                  <a:pt x="12192" y="25908"/>
                </a:lnTo>
                <a:lnTo>
                  <a:pt x="25908" y="25908"/>
                </a:lnTo>
                <a:lnTo>
                  <a:pt x="25908" y="12192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25908" y="12192"/>
                </a:lnTo>
                <a:lnTo>
                  <a:pt x="25908" y="25908"/>
                </a:lnTo>
                <a:lnTo>
                  <a:pt x="914400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400" y="12192"/>
                </a:lnTo>
                <a:lnTo>
                  <a:pt x="926592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9223647-C42E-F299-2844-C4F64F4034D2}"/>
              </a:ext>
            </a:extLst>
          </p:cNvPr>
          <p:cNvSpPr/>
          <p:nvPr/>
        </p:nvSpPr>
        <p:spPr>
          <a:xfrm>
            <a:off x="4636008" y="4940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5" h="330835">
                <a:moveTo>
                  <a:pt x="934212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324612"/>
                </a:lnTo>
                <a:lnTo>
                  <a:pt x="6095" y="330708"/>
                </a:lnTo>
                <a:lnTo>
                  <a:pt x="934212" y="330708"/>
                </a:lnTo>
                <a:lnTo>
                  <a:pt x="940307" y="324612"/>
                </a:lnTo>
                <a:lnTo>
                  <a:pt x="940307" y="316992"/>
                </a:lnTo>
                <a:lnTo>
                  <a:pt x="25907" y="316992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8"/>
                </a:lnTo>
                <a:lnTo>
                  <a:pt x="12191" y="25908"/>
                </a:lnTo>
                <a:lnTo>
                  <a:pt x="25907" y="12192"/>
                </a:lnTo>
                <a:lnTo>
                  <a:pt x="940307" y="12192"/>
                </a:lnTo>
                <a:lnTo>
                  <a:pt x="940307" y="6096"/>
                </a:lnTo>
                <a:lnTo>
                  <a:pt x="934212" y="0"/>
                </a:lnTo>
                <a:close/>
              </a:path>
              <a:path w="940435" h="330835">
                <a:moveTo>
                  <a:pt x="25907" y="304800"/>
                </a:moveTo>
                <a:lnTo>
                  <a:pt x="12191" y="304800"/>
                </a:lnTo>
                <a:lnTo>
                  <a:pt x="25907" y="316992"/>
                </a:lnTo>
                <a:lnTo>
                  <a:pt x="25907" y="304800"/>
                </a:lnTo>
                <a:close/>
              </a:path>
              <a:path w="940435" h="330835">
                <a:moveTo>
                  <a:pt x="914400" y="304800"/>
                </a:moveTo>
                <a:lnTo>
                  <a:pt x="25907" y="304800"/>
                </a:lnTo>
                <a:lnTo>
                  <a:pt x="25907" y="316992"/>
                </a:lnTo>
                <a:lnTo>
                  <a:pt x="914400" y="316992"/>
                </a:lnTo>
                <a:lnTo>
                  <a:pt x="914400" y="304800"/>
                </a:lnTo>
                <a:close/>
              </a:path>
              <a:path w="940435" h="330835">
                <a:moveTo>
                  <a:pt x="914400" y="12192"/>
                </a:moveTo>
                <a:lnTo>
                  <a:pt x="914400" y="316992"/>
                </a:lnTo>
                <a:lnTo>
                  <a:pt x="926591" y="304800"/>
                </a:lnTo>
                <a:lnTo>
                  <a:pt x="940307" y="304800"/>
                </a:lnTo>
                <a:lnTo>
                  <a:pt x="940307" y="25908"/>
                </a:lnTo>
                <a:lnTo>
                  <a:pt x="926591" y="25908"/>
                </a:lnTo>
                <a:lnTo>
                  <a:pt x="914400" y="12192"/>
                </a:lnTo>
                <a:close/>
              </a:path>
              <a:path w="940435" h="330835">
                <a:moveTo>
                  <a:pt x="940307" y="304800"/>
                </a:moveTo>
                <a:lnTo>
                  <a:pt x="926591" y="304800"/>
                </a:lnTo>
                <a:lnTo>
                  <a:pt x="914400" y="316992"/>
                </a:lnTo>
                <a:lnTo>
                  <a:pt x="940307" y="316992"/>
                </a:lnTo>
                <a:lnTo>
                  <a:pt x="940307" y="304800"/>
                </a:lnTo>
                <a:close/>
              </a:path>
              <a:path w="940435" h="330835">
                <a:moveTo>
                  <a:pt x="25907" y="12192"/>
                </a:moveTo>
                <a:lnTo>
                  <a:pt x="12191" y="25908"/>
                </a:lnTo>
                <a:lnTo>
                  <a:pt x="25907" y="25908"/>
                </a:lnTo>
                <a:lnTo>
                  <a:pt x="25907" y="12192"/>
                </a:lnTo>
                <a:close/>
              </a:path>
              <a:path w="940435" h="330835">
                <a:moveTo>
                  <a:pt x="914400" y="12192"/>
                </a:moveTo>
                <a:lnTo>
                  <a:pt x="25907" y="12192"/>
                </a:lnTo>
                <a:lnTo>
                  <a:pt x="25907" y="25908"/>
                </a:lnTo>
                <a:lnTo>
                  <a:pt x="914400" y="25908"/>
                </a:lnTo>
                <a:lnTo>
                  <a:pt x="914400" y="12192"/>
                </a:lnTo>
                <a:close/>
              </a:path>
              <a:path w="940435" h="330835">
                <a:moveTo>
                  <a:pt x="940307" y="12192"/>
                </a:moveTo>
                <a:lnTo>
                  <a:pt x="914400" y="12192"/>
                </a:lnTo>
                <a:lnTo>
                  <a:pt x="926591" y="25908"/>
                </a:lnTo>
                <a:lnTo>
                  <a:pt x="940307" y="25908"/>
                </a:lnTo>
                <a:lnTo>
                  <a:pt x="940307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4DAB53C-94E6-1097-6905-4D7171C91A52}"/>
              </a:ext>
            </a:extLst>
          </p:cNvPr>
          <p:cNvSpPr/>
          <p:nvPr/>
        </p:nvSpPr>
        <p:spPr>
          <a:xfrm>
            <a:off x="5779008" y="4940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324612"/>
                </a:lnTo>
                <a:lnTo>
                  <a:pt x="6095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7" y="316992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8"/>
                </a:lnTo>
                <a:lnTo>
                  <a:pt x="12191" y="25908"/>
                </a:lnTo>
                <a:lnTo>
                  <a:pt x="25907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7" y="304800"/>
                </a:moveTo>
                <a:lnTo>
                  <a:pt x="12191" y="304800"/>
                </a:lnTo>
                <a:lnTo>
                  <a:pt x="25907" y="316992"/>
                </a:lnTo>
                <a:lnTo>
                  <a:pt x="25907" y="304800"/>
                </a:lnTo>
                <a:close/>
              </a:path>
              <a:path w="940434" h="330835">
                <a:moveTo>
                  <a:pt x="914399" y="304800"/>
                </a:moveTo>
                <a:lnTo>
                  <a:pt x="25907" y="304800"/>
                </a:lnTo>
                <a:lnTo>
                  <a:pt x="25907" y="316992"/>
                </a:lnTo>
                <a:lnTo>
                  <a:pt x="914399" y="316992"/>
                </a:lnTo>
                <a:lnTo>
                  <a:pt x="914399" y="304800"/>
                </a:lnTo>
                <a:close/>
              </a:path>
              <a:path w="940434" h="330835">
                <a:moveTo>
                  <a:pt x="914399" y="12192"/>
                </a:moveTo>
                <a:lnTo>
                  <a:pt x="914399" y="316992"/>
                </a:lnTo>
                <a:lnTo>
                  <a:pt x="926591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1" y="25908"/>
                </a:lnTo>
                <a:lnTo>
                  <a:pt x="914399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1" y="304800"/>
                </a:lnTo>
                <a:lnTo>
                  <a:pt x="914399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7" y="12192"/>
                </a:moveTo>
                <a:lnTo>
                  <a:pt x="12191" y="25908"/>
                </a:lnTo>
                <a:lnTo>
                  <a:pt x="25907" y="25908"/>
                </a:lnTo>
                <a:lnTo>
                  <a:pt x="25907" y="12192"/>
                </a:lnTo>
                <a:close/>
              </a:path>
              <a:path w="940434" h="330835">
                <a:moveTo>
                  <a:pt x="914399" y="12192"/>
                </a:moveTo>
                <a:lnTo>
                  <a:pt x="25907" y="12192"/>
                </a:lnTo>
                <a:lnTo>
                  <a:pt x="25907" y="25908"/>
                </a:lnTo>
                <a:lnTo>
                  <a:pt x="914399" y="25908"/>
                </a:lnTo>
                <a:lnTo>
                  <a:pt x="914399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399" y="12192"/>
                </a:lnTo>
                <a:lnTo>
                  <a:pt x="926591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54494A9-6C9A-F614-51F1-EE59931492A1}"/>
              </a:ext>
            </a:extLst>
          </p:cNvPr>
          <p:cNvSpPr/>
          <p:nvPr/>
        </p:nvSpPr>
        <p:spPr>
          <a:xfrm>
            <a:off x="6922007" y="4940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24612"/>
                </a:lnTo>
                <a:lnTo>
                  <a:pt x="6096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8" y="316992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8"/>
                </a:lnTo>
                <a:lnTo>
                  <a:pt x="12192" y="25908"/>
                </a:lnTo>
                <a:lnTo>
                  <a:pt x="25908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6992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6992"/>
                </a:lnTo>
                <a:lnTo>
                  <a:pt x="914400" y="316992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914400" y="316992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2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2192"/>
                </a:moveTo>
                <a:lnTo>
                  <a:pt x="12192" y="25908"/>
                </a:lnTo>
                <a:lnTo>
                  <a:pt x="25908" y="25908"/>
                </a:lnTo>
                <a:lnTo>
                  <a:pt x="25908" y="12192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25908" y="12192"/>
                </a:lnTo>
                <a:lnTo>
                  <a:pt x="25908" y="25908"/>
                </a:lnTo>
                <a:lnTo>
                  <a:pt x="914400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400" y="12192"/>
                </a:lnTo>
                <a:lnTo>
                  <a:pt x="926592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D71B2FB-198F-442B-B45E-3C58B5766125}"/>
              </a:ext>
            </a:extLst>
          </p:cNvPr>
          <p:cNvSpPr/>
          <p:nvPr/>
        </p:nvSpPr>
        <p:spPr>
          <a:xfrm>
            <a:off x="7912607" y="4940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24612"/>
                </a:lnTo>
                <a:lnTo>
                  <a:pt x="6096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8" y="316992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8"/>
                </a:lnTo>
                <a:lnTo>
                  <a:pt x="12192" y="25908"/>
                </a:lnTo>
                <a:lnTo>
                  <a:pt x="25908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6992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6992"/>
                </a:lnTo>
                <a:lnTo>
                  <a:pt x="914400" y="316992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914400" y="316992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2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2192"/>
                </a:moveTo>
                <a:lnTo>
                  <a:pt x="12192" y="25908"/>
                </a:lnTo>
                <a:lnTo>
                  <a:pt x="25908" y="25908"/>
                </a:lnTo>
                <a:lnTo>
                  <a:pt x="25908" y="12192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25908" y="12192"/>
                </a:lnTo>
                <a:lnTo>
                  <a:pt x="25908" y="25908"/>
                </a:lnTo>
                <a:lnTo>
                  <a:pt x="914400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400" y="12192"/>
                </a:lnTo>
                <a:lnTo>
                  <a:pt x="926592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526C4D8-A64A-5973-DBAF-576EEBDE941C}"/>
              </a:ext>
            </a:extLst>
          </p:cNvPr>
          <p:cNvSpPr/>
          <p:nvPr/>
        </p:nvSpPr>
        <p:spPr>
          <a:xfrm>
            <a:off x="4636008" y="5321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5" h="330835">
                <a:moveTo>
                  <a:pt x="934212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324612"/>
                </a:lnTo>
                <a:lnTo>
                  <a:pt x="6095" y="330708"/>
                </a:lnTo>
                <a:lnTo>
                  <a:pt x="934212" y="330708"/>
                </a:lnTo>
                <a:lnTo>
                  <a:pt x="940307" y="324612"/>
                </a:lnTo>
                <a:lnTo>
                  <a:pt x="940307" y="316992"/>
                </a:lnTo>
                <a:lnTo>
                  <a:pt x="25907" y="316992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8"/>
                </a:lnTo>
                <a:lnTo>
                  <a:pt x="12191" y="25908"/>
                </a:lnTo>
                <a:lnTo>
                  <a:pt x="25907" y="12192"/>
                </a:lnTo>
                <a:lnTo>
                  <a:pt x="940307" y="12192"/>
                </a:lnTo>
                <a:lnTo>
                  <a:pt x="940307" y="6096"/>
                </a:lnTo>
                <a:lnTo>
                  <a:pt x="934212" y="0"/>
                </a:lnTo>
                <a:close/>
              </a:path>
              <a:path w="940435" h="330835">
                <a:moveTo>
                  <a:pt x="25907" y="304800"/>
                </a:moveTo>
                <a:lnTo>
                  <a:pt x="12191" y="304800"/>
                </a:lnTo>
                <a:lnTo>
                  <a:pt x="25907" y="316992"/>
                </a:lnTo>
                <a:lnTo>
                  <a:pt x="25907" y="304800"/>
                </a:lnTo>
                <a:close/>
              </a:path>
              <a:path w="940435" h="330835">
                <a:moveTo>
                  <a:pt x="914400" y="304800"/>
                </a:moveTo>
                <a:lnTo>
                  <a:pt x="25907" y="304800"/>
                </a:lnTo>
                <a:lnTo>
                  <a:pt x="25907" y="316992"/>
                </a:lnTo>
                <a:lnTo>
                  <a:pt x="914400" y="316992"/>
                </a:lnTo>
                <a:lnTo>
                  <a:pt x="914400" y="304800"/>
                </a:lnTo>
                <a:close/>
              </a:path>
              <a:path w="940435" h="330835">
                <a:moveTo>
                  <a:pt x="914400" y="12192"/>
                </a:moveTo>
                <a:lnTo>
                  <a:pt x="914400" y="316992"/>
                </a:lnTo>
                <a:lnTo>
                  <a:pt x="926591" y="304800"/>
                </a:lnTo>
                <a:lnTo>
                  <a:pt x="940307" y="304800"/>
                </a:lnTo>
                <a:lnTo>
                  <a:pt x="940307" y="25908"/>
                </a:lnTo>
                <a:lnTo>
                  <a:pt x="926591" y="25908"/>
                </a:lnTo>
                <a:lnTo>
                  <a:pt x="914400" y="12192"/>
                </a:lnTo>
                <a:close/>
              </a:path>
              <a:path w="940435" h="330835">
                <a:moveTo>
                  <a:pt x="940307" y="304800"/>
                </a:moveTo>
                <a:lnTo>
                  <a:pt x="926591" y="304800"/>
                </a:lnTo>
                <a:lnTo>
                  <a:pt x="914400" y="316992"/>
                </a:lnTo>
                <a:lnTo>
                  <a:pt x="940307" y="316992"/>
                </a:lnTo>
                <a:lnTo>
                  <a:pt x="940307" y="304800"/>
                </a:lnTo>
                <a:close/>
              </a:path>
              <a:path w="940435" h="330835">
                <a:moveTo>
                  <a:pt x="25907" y="12192"/>
                </a:moveTo>
                <a:lnTo>
                  <a:pt x="12191" y="25908"/>
                </a:lnTo>
                <a:lnTo>
                  <a:pt x="25907" y="25908"/>
                </a:lnTo>
                <a:lnTo>
                  <a:pt x="25907" y="12192"/>
                </a:lnTo>
                <a:close/>
              </a:path>
              <a:path w="940435" h="330835">
                <a:moveTo>
                  <a:pt x="914400" y="12192"/>
                </a:moveTo>
                <a:lnTo>
                  <a:pt x="25907" y="12192"/>
                </a:lnTo>
                <a:lnTo>
                  <a:pt x="25907" y="25908"/>
                </a:lnTo>
                <a:lnTo>
                  <a:pt x="914400" y="25908"/>
                </a:lnTo>
                <a:lnTo>
                  <a:pt x="914400" y="12192"/>
                </a:lnTo>
                <a:close/>
              </a:path>
              <a:path w="940435" h="330835">
                <a:moveTo>
                  <a:pt x="940307" y="12192"/>
                </a:moveTo>
                <a:lnTo>
                  <a:pt x="914400" y="12192"/>
                </a:lnTo>
                <a:lnTo>
                  <a:pt x="926591" y="25908"/>
                </a:lnTo>
                <a:lnTo>
                  <a:pt x="940307" y="25908"/>
                </a:lnTo>
                <a:lnTo>
                  <a:pt x="940307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8CA88F2-1A99-EC62-1024-9259973B8548}"/>
              </a:ext>
            </a:extLst>
          </p:cNvPr>
          <p:cNvSpPr/>
          <p:nvPr/>
        </p:nvSpPr>
        <p:spPr>
          <a:xfrm>
            <a:off x="5779008" y="5321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324612"/>
                </a:lnTo>
                <a:lnTo>
                  <a:pt x="6095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7" y="316992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8"/>
                </a:lnTo>
                <a:lnTo>
                  <a:pt x="12191" y="25908"/>
                </a:lnTo>
                <a:lnTo>
                  <a:pt x="25907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7" y="304800"/>
                </a:moveTo>
                <a:lnTo>
                  <a:pt x="12191" y="304800"/>
                </a:lnTo>
                <a:lnTo>
                  <a:pt x="25907" y="316992"/>
                </a:lnTo>
                <a:lnTo>
                  <a:pt x="25907" y="304800"/>
                </a:lnTo>
                <a:close/>
              </a:path>
              <a:path w="940434" h="330835">
                <a:moveTo>
                  <a:pt x="914399" y="304800"/>
                </a:moveTo>
                <a:lnTo>
                  <a:pt x="25907" y="304800"/>
                </a:lnTo>
                <a:lnTo>
                  <a:pt x="25907" y="316992"/>
                </a:lnTo>
                <a:lnTo>
                  <a:pt x="914399" y="316992"/>
                </a:lnTo>
                <a:lnTo>
                  <a:pt x="914399" y="304800"/>
                </a:lnTo>
                <a:close/>
              </a:path>
              <a:path w="940434" h="330835">
                <a:moveTo>
                  <a:pt x="914399" y="12192"/>
                </a:moveTo>
                <a:lnTo>
                  <a:pt x="914399" y="316992"/>
                </a:lnTo>
                <a:lnTo>
                  <a:pt x="926591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1" y="25908"/>
                </a:lnTo>
                <a:lnTo>
                  <a:pt x="914399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1" y="304800"/>
                </a:lnTo>
                <a:lnTo>
                  <a:pt x="914399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7" y="12192"/>
                </a:moveTo>
                <a:lnTo>
                  <a:pt x="12191" y="25908"/>
                </a:lnTo>
                <a:lnTo>
                  <a:pt x="25907" y="25908"/>
                </a:lnTo>
                <a:lnTo>
                  <a:pt x="25907" y="12192"/>
                </a:lnTo>
                <a:close/>
              </a:path>
              <a:path w="940434" h="330835">
                <a:moveTo>
                  <a:pt x="914399" y="12192"/>
                </a:moveTo>
                <a:lnTo>
                  <a:pt x="25907" y="12192"/>
                </a:lnTo>
                <a:lnTo>
                  <a:pt x="25907" y="25908"/>
                </a:lnTo>
                <a:lnTo>
                  <a:pt x="914399" y="25908"/>
                </a:lnTo>
                <a:lnTo>
                  <a:pt x="914399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399" y="12192"/>
                </a:lnTo>
                <a:lnTo>
                  <a:pt x="926591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0F094DF-34C5-72F7-7306-9AF72D2C9E8C}"/>
              </a:ext>
            </a:extLst>
          </p:cNvPr>
          <p:cNvSpPr/>
          <p:nvPr/>
        </p:nvSpPr>
        <p:spPr>
          <a:xfrm>
            <a:off x="6922007" y="5321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24612"/>
                </a:lnTo>
                <a:lnTo>
                  <a:pt x="6096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8" y="316992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8"/>
                </a:lnTo>
                <a:lnTo>
                  <a:pt x="12192" y="25908"/>
                </a:lnTo>
                <a:lnTo>
                  <a:pt x="25908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6992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6992"/>
                </a:lnTo>
                <a:lnTo>
                  <a:pt x="914400" y="316992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914400" y="316992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2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2192"/>
                </a:moveTo>
                <a:lnTo>
                  <a:pt x="12192" y="25908"/>
                </a:lnTo>
                <a:lnTo>
                  <a:pt x="25908" y="25908"/>
                </a:lnTo>
                <a:lnTo>
                  <a:pt x="25908" y="12192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25908" y="12192"/>
                </a:lnTo>
                <a:lnTo>
                  <a:pt x="25908" y="25908"/>
                </a:lnTo>
                <a:lnTo>
                  <a:pt x="914400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400" y="12192"/>
                </a:lnTo>
                <a:lnTo>
                  <a:pt x="926592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F272314-FA3B-5140-87E2-1B82D9309569}"/>
              </a:ext>
            </a:extLst>
          </p:cNvPr>
          <p:cNvSpPr/>
          <p:nvPr/>
        </p:nvSpPr>
        <p:spPr>
          <a:xfrm>
            <a:off x="7912607" y="5321808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24612"/>
                </a:lnTo>
                <a:lnTo>
                  <a:pt x="6096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6992"/>
                </a:lnTo>
                <a:lnTo>
                  <a:pt x="25908" y="316992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8"/>
                </a:lnTo>
                <a:lnTo>
                  <a:pt x="12192" y="25908"/>
                </a:lnTo>
                <a:lnTo>
                  <a:pt x="25908" y="12192"/>
                </a:lnTo>
                <a:lnTo>
                  <a:pt x="940308" y="12192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6992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6992"/>
                </a:lnTo>
                <a:lnTo>
                  <a:pt x="914400" y="316992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914400" y="316992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2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6992"/>
                </a:lnTo>
                <a:lnTo>
                  <a:pt x="940308" y="316992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2192"/>
                </a:moveTo>
                <a:lnTo>
                  <a:pt x="12192" y="25908"/>
                </a:lnTo>
                <a:lnTo>
                  <a:pt x="25908" y="25908"/>
                </a:lnTo>
                <a:lnTo>
                  <a:pt x="25908" y="12192"/>
                </a:lnTo>
                <a:close/>
              </a:path>
              <a:path w="940434" h="330835">
                <a:moveTo>
                  <a:pt x="914400" y="12192"/>
                </a:moveTo>
                <a:lnTo>
                  <a:pt x="25908" y="12192"/>
                </a:lnTo>
                <a:lnTo>
                  <a:pt x="25908" y="25908"/>
                </a:lnTo>
                <a:lnTo>
                  <a:pt x="914400" y="25908"/>
                </a:lnTo>
                <a:lnTo>
                  <a:pt x="914400" y="12192"/>
                </a:lnTo>
                <a:close/>
              </a:path>
              <a:path w="940434" h="330835">
                <a:moveTo>
                  <a:pt x="940308" y="12192"/>
                </a:moveTo>
                <a:lnTo>
                  <a:pt x="914400" y="12192"/>
                </a:lnTo>
                <a:lnTo>
                  <a:pt x="926592" y="25908"/>
                </a:lnTo>
                <a:lnTo>
                  <a:pt x="940308" y="25908"/>
                </a:lnTo>
                <a:lnTo>
                  <a:pt x="940308" y="12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E663F84-5165-93B7-0AE1-EC7CA065880A}"/>
              </a:ext>
            </a:extLst>
          </p:cNvPr>
          <p:cNvSpPr/>
          <p:nvPr/>
        </p:nvSpPr>
        <p:spPr>
          <a:xfrm>
            <a:off x="4636008" y="5750052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5" h="330835">
                <a:moveTo>
                  <a:pt x="934212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324612"/>
                </a:lnTo>
                <a:lnTo>
                  <a:pt x="6095" y="330708"/>
                </a:lnTo>
                <a:lnTo>
                  <a:pt x="934212" y="330708"/>
                </a:lnTo>
                <a:lnTo>
                  <a:pt x="940307" y="324612"/>
                </a:lnTo>
                <a:lnTo>
                  <a:pt x="940307" y="318516"/>
                </a:lnTo>
                <a:lnTo>
                  <a:pt x="25907" y="318516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8"/>
                </a:lnTo>
                <a:lnTo>
                  <a:pt x="12191" y="25908"/>
                </a:lnTo>
                <a:lnTo>
                  <a:pt x="25907" y="13716"/>
                </a:lnTo>
                <a:lnTo>
                  <a:pt x="940307" y="13716"/>
                </a:lnTo>
                <a:lnTo>
                  <a:pt x="940307" y="6096"/>
                </a:lnTo>
                <a:lnTo>
                  <a:pt x="934212" y="0"/>
                </a:lnTo>
                <a:close/>
              </a:path>
              <a:path w="940435" h="330835">
                <a:moveTo>
                  <a:pt x="25907" y="304800"/>
                </a:moveTo>
                <a:lnTo>
                  <a:pt x="12191" y="304800"/>
                </a:lnTo>
                <a:lnTo>
                  <a:pt x="25907" y="318516"/>
                </a:lnTo>
                <a:lnTo>
                  <a:pt x="25907" y="304800"/>
                </a:lnTo>
                <a:close/>
              </a:path>
              <a:path w="940435" h="330835">
                <a:moveTo>
                  <a:pt x="914400" y="304800"/>
                </a:moveTo>
                <a:lnTo>
                  <a:pt x="25907" y="304800"/>
                </a:lnTo>
                <a:lnTo>
                  <a:pt x="25907" y="318516"/>
                </a:lnTo>
                <a:lnTo>
                  <a:pt x="914400" y="318516"/>
                </a:lnTo>
                <a:lnTo>
                  <a:pt x="914400" y="304800"/>
                </a:lnTo>
                <a:close/>
              </a:path>
              <a:path w="940435" h="330835">
                <a:moveTo>
                  <a:pt x="914400" y="13716"/>
                </a:moveTo>
                <a:lnTo>
                  <a:pt x="914400" y="318516"/>
                </a:lnTo>
                <a:lnTo>
                  <a:pt x="926591" y="304800"/>
                </a:lnTo>
                <a:lnTo>
                  <a:pt x="940307" y="304800"/>
                </a:lnTo>
                <a:lnTo>
                  <a:pt x="940307" y="25908"/>
                </a:lnTo>
                <a:lnTo>
                  <a:pt x="926591" y="25908"/>
                </a:lnTo>
                <a:lnTo>
                  <a:pt x="914400" y="13716"/>
                </a:lnTo>
                <a:close/>
              </a:path>
              <a:path w="940435" h="330835">
                <a:moveTo>
                  <a:pt x="940307" y="304800"/>
                </a:moveTo>
                <a:lnTo>
                  <a:pt x="926591" y="304800"/>
                </a:lnTo>
                <a:lnTo>
                  <a:pt x="914400" y="318516"/>
                </a:lnTo>
                <a:lnTo>
                  <a:pt x="940307" y="318516"/>
                </a:lnTo>
                <a:lnTo>
                  <a:pt x="940307" y="304800"/>
                </a:lnTo>
                <a:close/>
              </a:path>
              <a:path w="940435" h="330835">
                <a:moveTo>
                  <a:pt x="25907" y="13716"/>
                </a:moveTo>
                <a:lnTo>
                  <a:pt x="12191" y="25908"/>
                </a:lnTo>
                <a:lnTo>
                  <a:pt x="25907" y="25908"/>
                </a:lnTo>
                <a:lnTo>
                  <a:pt x="25907" y="13716"/>
                </a:lnTo>
                <a:close/>
              </a:path>
              <a:path w="940435" h="330835">
                <a:moveTo>
                  <a:pt x="914400" y="13716"/>
                </a:moveTo>
                <a:lnTo>
                  <a:pt x="25907" y="13716"/>
                </a:lnTo>
                <a:lnTo>
                  <a:pt x="25907" y="25908"/>
                </a:lnTo>
                <a:lnTo>
                  <a:pt x="914400" y="25908"/>
                </a:lnTo>
                <a:lnTo>
                  <a:pt x="914400" y="13716"/>
                </a:lnTo>
                <a:close/>
              </a:path>
              <a:path w="940435" h="330835">
                <a:moveTo>
                  <a:pt x="940307" y="13716"/>
                </a:moveTo>
                <a:lnTo>
                  <a:pt x="914400" y="13716"/>
                </a:lnTo>
                <a:lnTo>
                  <a:pt x="926591" y="25908"/>
                </a:lnTo>
                <a:lnTo>
                  <a:pt x="940307" y="25908"/>
                </a:lnTo>
                <a:lnTo>
                  <a:pt x="940307" y="137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8A1343B-EAA1-E597-BA18-7FADFAAF9DB2}"/>
              </a:ext>
            </a:extLst>
          </p:cNvPr>
          <p:cNvSpPr/>
          <p:nvPr/>
        </p:nvSpPr>
        <p:spPr>
          <a:xfrm>
            <a:off x="5779008" y="5750052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324612"/>
                </a:lnTo>
                <a:lnTo>
                  <a:pt x="6095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8516"/>
                </a:lnTo>
                <a:lnTo>
                  <a:pt x="25907" y="318516"/>
                </a:lnTo>
                <a:lnTo>
                  <a:pt x="12191" y="304800"/>
                </a:lnTo>
                <a:lnTo>
                  <a:pt x="25907" y="304800"/>
                </a:lnTo>
                <a:lnTo>
                  <a:pt x="25907" y="25908"/>
                </a:lnTo>
                <a:lnTo>
                  <a:pt x="12191" y="25908"/>
                </a:lnTo>
                <a:lnTo>
                  <a:pt x="25907" y="13716"/>
                </a:lnTo>
                <a:lnTo>
                  <a:pt x="940308" y="13716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7" y="304800"/>
                </a:moveTo>
                <a:lnTo>
                  <a:pt x="12191" y="304800"/>
                </a:lnTo>
                <a:lnTo>
                  <a:pt x="25907" y="318516"/>
                </a:lnTo>
                <a:lnTo>
                  <a:pt x="25907" y="304800"/>
                </a:lnTo>
                <a:close/>
              </a:path>
              <a:path w="940434" h="330835">
                <a:moveTo>
                  <a:pt x="914399" y="304800"/>
                </a:moveTo>
                <a:lnTo>
                  <a:pt x="25907" y="304800"/>
                </a:lnTo>
                <a:lnTo>
                  <a:pt x="25907" y="318516"/>
                </a:lnTo>
                <a:lnTo>
                  <a:pt x="914399" y="318516"/>
                </a:lnTo>
                <a:lnTo>
                  <a:pt x="914399" y="304800"/>
                </a:lnTo>
                <a:close/>
              </a:path>
              <a:path w="940434" h="330835">
                <a:moveTo>
                  <a:pt x="914399" y="13716"/>
                </a:moveTo>
                <a:lnTo>
                  <a:pt x="914399" y="318516"/>
                </a:lnTo>
                <a:lnTo>
                  <a:pt x="926591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1" y="25908"/>
                </a:lnTo>
                <a:lnTo>
                  <a:pt x="914399" y="13716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1" y="304800"/>
                </a:lnTo>
                <a:lnTo>
                  <a:pt x="914399" y="318516"/>
                </a:lnTo>
                <a:lnTo>
                  <a:pt x="940308" y="318516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7" y="13716"/>
                </a:moveTo>
                <a:lnTo>
                  <a:pt x="12191" y="25908"/>
                </a:lnTo>
                <a:lnTo>
                  <a:pt x="25907" y="25908"/>
                </a:lnTo>
                <a:lnTo>
                  <a:pt x="25907" y="13716"/>
                </a:lnTo>
                <a:close/>
              </a:path>
              <a:path w="940434" h="330835">
                <a:moveTo>
                  <a:pt x="914399" y="13716"/>
                </a:moveTo>
                <a:lnTo>
                  <a:pt x="25907" y="13716"/>
                </a:lnTo>
                <a:lnTo>
                  <a:pt x="25907" y="25908"/>
                </a:lnTo>
                <a:lnTo>
                  <a:pt x="914399" y="25908"/>
                </a:lnTo>
                <a:lnTo>
                  <a:pt x="914399" y="13716"/>
                </a:lnTo>
                <a:close/>
              </a:path>
              <a:path w="940434" h="330835">
                <a:moveTo>
                  <a:pt x="940308" y="13716"/>
                </a:moveTo>
                <a:lnTo>
                  <a:pt x="914399" y="13716"/>
                </a:lnTo>
                <a:lnTo>
                  <a:pt x="926591" y="25908"/>
                </a:lnTo>
                <a:lnTo>
                  <a:pt x="940308" y="25908"/>
                </a:lnTo>
                <a:lnTo>
                  <a:pt x="940308" y="137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93B2F87-2EE4-BAC2-746D-31CB02D72735}"/>
              </a:ext>
            </a:extLst>
          </p:cNvPr>
          <p:cNvSpPr/>
          <p:nvPr/>
        </p:nvSpPr>
        <p:spPr>
          <a:xfrm>
            <a:off x="6922007" y="5750052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24612"/>
                </a:lnTo>
                <a:lnTo>
                  <a:pt x="6096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8516"/>
                </a:lnTo>
                <a:lnTo>
                  <a:pt x="25908" y="318516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8"/>
                </a:lnTo>
                <a:lnTo>
                  <a:pt x="12192" y="25908"/>
                </a:lnTo>
                <a:lnTo>
                  <a:pt x="25908" y="13716"/>
                </a:lnTo>
                <a:lnTo>
                  <a:pt x="940308" y="13716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8516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8516"/>
                </a:lnTo>
                <a:lnTo>
                  <a:pt x="914400" y="318516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3716"/>
                </a:moveTo>
                <a:lnTo>
                  <a:pt x="914400" y="318516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2" y="25908"/>
                </a:lnTo>
                <a:lnTo>
                  <a:pt x="914400" y="13716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8516"/>
                </a:lnTo>
                <a:lnTo>
                  <a:pt x="940308" y="318516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3716"/>
                </a:moveTo>
                <a:lnTo>
                  <a:pt x="12192" y="25908"/>
                </a:lnTo>
                <a:lnTo>
                  <a:pt x="25908" y="25908"/>
                </a:lnTo>
                <a:lnTo>
                  <a:pt x="25908" y="13716"/>
                </a:lnTo>
                <a:close/>
              </a:path>
              <a:path w="940434" h="330835">
                <a:moveTo>
                  <a:pt x="914400" y="13716"/>
                </a:moveTo>
                <a:lnTo>
                  <a:pt x="25908" y="13716"/>
                </a:lnTo>
                <a:lnTo>
                  <a:pt x="25908" y="25908"/>
                </a:lnTo>
                <a:lnTo>
                  <a:pt x="914400" y="25908"/>
                </a:lnTo>
                <a:lnTo>
                  <a:pt x="914400" y="13716"/>
                </a:lnTo>
                <a:close/>
              </a:path>
              <a:path w="940434" h="330835">
                <a:moveTo>
                  <a:pt x="940308" y="13716"/>
                </a:moveTo>
                <a:lnTo>
                  <a:pt x="914400" y="13716"/>
                </a:lnTo>
                <a:lnTo>
                  <a:pt x="926592" y="25908"/>
                </a:lnTo>
                <a:lnTo>
                  <a:pt x="940308" y="25908"/>
                </a:lnTo>
                <a:lnTo>
                  <a:pt x="940308" y="137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7C2B64D3-4CD6-6032-1C08-FDD2FB763F03}"/>
              </a:ext>
            </a:extLst>
          </p:cNvPr>
          <p:cNvSpPr/>
          <p:nvPr/>
        </p:nvSpPr>
        <p:spPr>
          <a:xfrm>
            <a:off x="7912607" y="5750052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93421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24612"/>
                </a:lnTo>
                <a:lnTo>
                  <a:pt x="6096" y="330708"/>
                </a:lnTo>
                <a:lnTo>
                  <a:pt x="934212" y="330708"/>
                </a:lnTo>
                <a:lnTo>
                  <a:pt x="940308" y="324612"/>
                </a:lnTo>
                <a:lnTo>
                  <a:pt x="940308" y="318516"/>
                </a:lnTo>
                <a:lnTo>
                  <a:pt x="25908" y="318516"/>
                </a:lnTo>
                <a:lnTo>
                  <a:pt x="12192" y="304800"/>
                </a:lnTo>
                <a:lnTo>
                  <a:pt x="25908" y="304800"/>
                </a:lnTo>
                <a:lnTo>
                  <a:pt x="25908" y="25908"/>
                </a:lnTo>
                <a:lnTo>
                  <a:pt x="12192" y="25908"/>
                </a:lnTo>
                <a:lnTo>
                  <a:pt x="25908" y="13716"/>
                </a:lnTo>
                <a:lnTo>
                  <a:pt x="940308" y="13716"/>
                </a:lnTo>
                <a:lnTo>
                  <a:pt x="940308" y="6096"/>
                </a:lnTo>
                <a:lnTo>
                  <a:pt x="934212" y="0"/>
                </a:lnTo>
                <a:close/>
              </a:path>
              <a:path w="940434" h="330835">
                <a:moveTo>
                  <a:pt x="25908" y="304800"/>
                </a:moveTo>
                <a:lnTo>
                  <a:pt x="12192" y="304800"/>
                </a:lnTo>
                <a:lnTo>
                  <a:pt x="25908" y="318516"/>
                </a:lnTo>
                <a:lnTo>
                  <a:pt x="25908" y="304800"/>
                </a:lnTo>
                <a:close/>
              </a:path>
              <a:path w="940434" h="330835">
                <a:moveTo>
                  <a:pt x="914400" y="304800"/>
                </a:moveTo>
                <a:lnTo>
                  <a:pt x="25908" y="304800"/>
                </a:lnTo>
                <a:lnTo>
                  <a:pt x="25908" y="318516"/>
                </a:lnTo>
                <a:lnTo>
                  <a:pt x="914400" y="318516"/>
                </a:lnTo>
                <a:lnTo>
                  <a:pt x="914400" y="304800"/>
                </a:lnTo>
                <a:close/>
              </a:path>
              <a:path w="940434" h="330835">
                <a:moveTo>
                  <a:pt x="914400" y="13716"/>
                </a:moveTo>
                <a:lnTo>
                  <a:pt x="914400" y="318516"/>
                </a:lnTo>
                <a:lnTo>
                  <a:pt x="926592" y="304800"/>
                </a:lnTo>
                <a:lnTo>
                  <a:pt x="940308" y="304800"/>
                </a:lnTo>
                <a:lnTo>
                  <a:pt x="940308" y="25908"/>
                </a:lnTo>
                <a:lnTo>
                  <a:pt x="926592" y="25908"/>
                </a:lnTo>
                <a:lnTo>
                  <a:pt x="914400" y="13716"/>
                </a:lnTo>
                <a:close/>
              </a:path>
              <a:path w="940434" h="330835">
                <a:moveTo>
                  <a:pt x="940308" y="304800"/>
                </a:moveTo>
                <a:lnTo>
                  <a:pt x="926592" y="304800"/>
                </a:lnTo>
                <a:lnTo>
                  <a:pt x="914400" y="318516"/>
                </a:lnTo>
                <a:lnTo>
                  <a:pt x="940308" y="318516"/>
                </a:lnTo>
                <a:lnTo>
                  <a:pt x="940308" y="304800"/>
                </a:lnTo>
                <a:close/>
              </a:path>
              <a:path w="940434" h="330835">
                <a:moveTo>
                  <a:pt x="25908" y="13716"/>
                </a:moveTo>
                <a:lnTo>
                  <a:pt x="12192" y="25908"/>
                </a:lnTo>
                <a:lnTo>
                  <a:pt x="25908" y="25908"/>
                </a:lnTo>
                <a:lnTo>
                  <a:pt x="25908" y="13716"/>
                </a:lnTo>
                <a:close/>
              </a:path>
              <a:path w="940434" h="330835">
                <a:moveTo>
                  <a:pt x="914400" y="13716"/>
                </a:moveTo>
                <a:lnTo>
                  <a:pt x="25908" y="13716"/>
                </a:lnTo>
                <a:lnTo>
                  <a:pt x="25908" y="25908"/>
                </a:lnTo>
                <a:lnTo>
                  <a:pt x="914400" y="25908"/>
                </a:lnTo>
                <a:lnTo>
                  <a:pt x="914400" y="13716"/>
                </a:lnTo>
                <a:close/>
              </a:path>
              <a:path w="940434" h="330835">
                <a:moveTo>
                  <a:pt x="940308" y="13716"/>
                </a:moveTo>
                <a:lnTo>
                  <a:pt x="914400" y="13716"/>
                </a:lnTo>
                <a:lnTo>
                  <a:pt x="926592" y="25908"/>
                </a:lnTo>
                <a:lnTo>
                  <a:pt x="940308" y="25908"/>
                </a:lnTo>
                <a:lnTo>
                  <a:pt x="940308" y="137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76A791F-7B03-641F-250F-0C640F0CDF28}"/>
              </a:ext>
            </a:extLst>
          </p:cNvPr>
          <p:cNvSpPr/>
          <p:nvPr/>
        </p:nvSpPr>
        <p:spPr>
          <a:xfrm>
            <a:off x="4636008" y="3886200"/>
            <a:ext cx="940435" cy="123825"/>
          </a:xfrm>
          <a:custGeom>
            <a:avLst/>
            <a:gdLst/>
            <a:ahLst/>
            <a:cxnLst/>
            <a:rect l="l" t="t" r="r" b="b"/>
            <a:pathLst>
              <a:path w="940435" h="123825">
                <a:moveTo>
                  <a:pt x="25907" y="0"/>
                </a:moveTo>
                <a:lnTo>
                  <a:pt x="0" y="0"/>
                </a:lnTo>
                <a:lnTo>
                  <a:pt x="0" y="117348"/>
                </a:lnTo>
                <a:lnTo>
                  <a:pt x="6095" y="123444"/>
                </a:lnTo>
                <a:lnTo>
                  <a:pt x="934212" y="123444"/>
                </a:lnTo>
                <a:lnTo>
                  <a:pt x="940307" y="117348"/>
                </a:lnTo>
                <a:lnTo>
                  <a:pt x="940307" y="109727"/>
                </a:lnTo>
                <a:lnTo>
                  <a:pt x="25907" y="109727"/>
                </a:lnTo>
                <a:lnTo>
                  <a:pt x="12191" y="97536"/>
                </a:lnTo>
                <a:lnTo>
                  <a:pt x="25907" y="97536"/>
                </a:lnTo>
                <a:lnTo>
                  <a:pt x="25907" y="0"/>
                </a:lnTo>
                <a:close/>
              </a:path>
              <a:path w="940435" h="123825">
                <a:moveTo>
                  <a:pt x="25907" y="97536"/>
                </a:moveTo>
                <a:lnTo>
                  <a:pt x="12191" y="97536"/>
                </a:lnTo>
                <a:lnTo>
                  <a:pt x="25907" y="109727"/>
                </a:lnTo>
                <a:lnTo>
                  <a:pt x="25907" y="97536"/>
                </a:lnTo>
                <a:close/>
              </a:path>
              <a:path w="940435" h="123825">
                <a:moveTo>
                  <a:pt x="914400" y="97536"/>
                </a:moveTo>
                <a:lnTo>
                  <a:pt x="25907" y="97536"/>
                </a:lnTo>
                <a:lnTo>
                  <a:pt x="25907" y="109727"/>
                </a:lnTo>
                <a:lnTo>
                  <a:pt x="914400" y="109727"/>
                </a:lnTo>
                <a:lnTo>
                  <a:pt x="914400" y="97536"/>
                </a:lnTo>
                <a:close/>
              </a:path>
              <a:path w="940435" h="123825">
                <a:moveTo>
                  <a:pt x="940307" y="0"/>
                </a:moveTo>
                <a:lnTo>
                  <a:pt x="914400" y="0"/>
                </a:lnTo>
                <a:lnTo>
                  <a:pt x="914400" y="109727"/>
                </a:lnTo>
                <a:lnTo>
                  <a:pt x="926591" y="97536"/>
                </a:lnTo>
                <a:lnTo>
                  <a:pt x="940307" y="97536"/>
                </a:lnTo>
                <a:lnTo>
                  <a:pt x="940307" y="0"/>
                </a:lnTo>
                <a:close/>
              </a:path>
              <a:path w="940435" h="123825">
                <a:moveTo>
                  <a:pt x="940307" y="97536"/>
                </a:moveTo>
                <a:lnTo>
                  <a:pt x="926591" y="97536"/>
                </a:lnTo>
                <a:lnTo>
                  <a:pt x="914400" y="109727"/>
                </a:lnTo>
                <a:lnTo>
                  <a:pt x="940307" y="109727"/>
                </a:lnTo>
                <a:lnTo>
                  <a:pt x="940307" y="97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933F1BF-64FE-BC80-D5ED-5F5533C8E648}"/>
              </a:ext>
            </a:extLst>
          </p:cNvPr>
          <p:cNvSpPr/>
          <p:nvPr/>
        </p:nvSpPr>
        <p:spPr>
          <a:xfrm>
            <a:off x="5779008" y="3886200"/>
            <a:ext cx="940435" cy="151130"/>
          </a:xfrm>
          <a:custGeom>
            <a:avLst/>
            <a:gdLst/>
            <a:ahLst/>
            <a:cxnLst/>
            <a:rect l="l" t="t" r="r" b="b"/>
            <a:pathLst>
              <a:path w="940434" h="151129">
                <a:moveTo>
                  <a:pt x="25907" y="0"/>
                </a:moveTo>
                <a:lnTo>
                  <a:pt x="0" y="0"/>
                </a:lnTo>
                <a:lnTo>
                  <a:pt x="0" y="146303"/>
                </a:lnTo>
                <a:lnTo>
                  <a:pt x="6095" y="150875"/>
                </a:lnTo>
                <a:lnTo>
                  <a:pt x="934212" y="150875"/>
                </a:lnTo>
                <a:lnTo>
                  <a:pt x="940308" y="146303"/>
                </a:lnTo>
                <a:lnTo>
                  <a:pt x="940308" y="138684"/>
                </a:lnTo>
                <a:lnTo>
                  <a:pt x="25907" y="138684"/>
                </a:lnTo>
                <a:lnTo>
                  <a:pt x="12191" y="126491"/>
                </a:lnTo>
                <a:lnTo>
                  <a:pt x="25907" y="126491"/>
                </a:lnTo>
                <a:lnTo>
                  <a:pt x="25907" y="0"/>
                </a:lnTo>
                <a:close/>
              </a:path>
              <a:path w="940434" h="151129">
                <a:moveTo>
                  <a:pt x="25907" y="126491"/>
                </a:moveTo>
                <a:lnTo>
                  <a:pt x="12191" y="126491"/>
                </a:lnTo>
                <a:lnTo>
                  <a:pt x="25907" y="138684"/>
                </a:lnTo>
                <a:lnTo>
                  <a:pt x="25907" y="126491"/>
                </a:lnTo>
                <a:close/>
              </a:path>
              <a:path w="940434" h="151129">
                <a:moveTo>
                  <a:pt x="914399" y="126491"/>
                </a:moveTo>
                <a:lnTo>
                  <a:pt x="25907" y="126491"/>
                </a:lnTo>
                <a:lnTo>
                  <a:pt x="25907" y="138684"/>
                </a:lnTo>
                <a:lnTo>
                  <a:pt x="914399" y="138684"/>
                </a:lnTo>
                <a:lnTo>
                  <a:pt x="914399" y="126491"/>
                </a:lnTo>
                <a:close/>
              </a:path>
              <a:path w="940434" h="151129">
                <a:moveTo>
                  <a:pt x="940308" y="0"/>
                </a:moveTo>
                <a:lnTo>
                  <a:pt x="914399" y="0"/>
                </a:lnTo>
                <a:lnTo>
                  <a:pt x="914399" y="138684"/>
                </a:lnTo>
                <a:lnTo>
                  <a:pt x="926591" y="126491"/>
                </a:lnTo>
                <a:lnTo>
                  <a:pt x="940308" y="126491"/>
                </a:lnTo>
                <a:lnTo>
                  <a:pt x="940308" y="0"/>
                </a:lnTo>
                <a:close/>
              </a:path>
              <a:path w="940434" h="151129">
                <a:moveTo>
                  <a:pt x="940308" y="126491"/>
                </a:moveTo>
                <a:lnTo>
                  <a:pt x="926591" y="126491"/>
                </a:lnTo>
                <a:lnTo>
                  <a:pt x="914399" y="138684"/>
                </a:lnTo>
                <a:lnTo>
                  <a:pt x="940308" y="138684"/>
                </a:lnTo>
                <a:lnTo>
                  <a:pt x="940308" y="1264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4F050EE-E4C4-0468-F5EC-7FDCE87AA0E3}"/>
              </a:ext>
            </a:extLst>
          </p:cNvPr>
          <p:cNvSpPr/>
          <p:nvPr/>
        </p:nvSpPr>
        <p:spPr>
          <a:xfrm>
            <a:off x="6922007" y="3886200"/>
            <a:ext cx="940435" cy="123825"/>
          </a:xfrm>
          <a:custGeom>
            <a:avLst/>
            <a:gdLst/>
            <a:ahLst/>
            <a:cxnLst/>
            <a:rect l="l" t="t" r="r" b="b"/>
            <a:pathLst>
              <a:path w="940434" h="123825">
                <a:moveTo>
                  <a:pt x="25908" y="0"/>
                </a:moveTo>
                <a:lnTo>
                  <a:pt x="0" y="0"/>
                </a:lnTo>
                <a:lnTo>
                  <a:pt x="0" y="117348"/>
                </a:lnTo>
                <a:lnTo>
                  <a:pt x="6096" y="123444"/>
                </a:lnTo>
                <a:lnTo>
                  <a:pt x="934212" y="123444"/>
                </a:lnTo>
                <a:lnTo>
                  <a:pt x="940308" y="117348"/>
                </a:lnTo>
                <a:lnTo>
                  <a:pt x="940308" y="109727"/>
                </a:lnTo>
                <a:lnTo>
                  <a:pt x="25908" y="109727"/>
                </a:lnTo>
                <a:lnTo>
                  <a:pt x="12192" y="97536"/>
                </a:lnTo>
                <a:lnTo>
                  <a:pt x="25908" y="97536"/>
                </a:lnTo>
                <a:lnTo>
                  <a:pt x="25908" y="0"/>
                </a:lnTo>
                <a:close/>
              </a:path>
              <a:path w="940434" h="123825">
                <a:moveTo>
                  <a:pt x="25908" y="97536"/>
                </a:moveTo>
                <a:lnTo>
                  <a:pt x="12192" y="97536"/>
                </a:lnTo>
                <a:lnTo>
                  <a:pt x="25908" y="109727"/>
                </a:lnTo>
                <a:lnTo>
                  <a:pt x="25908" y="97536"/>
                </a:lnTo>
                <a:close/>
              </a:path>
              <a:path w="940434" h="123825">
                <a:moveTo>
                  <a:pt x="914400" y="97536"/>
                </a:moveTo>
                <a:lnTo>
                  <a:pt x="25908" y="97536"/>
                </a:lnTo>
                <a:lnTo>
                  <a:pt x="25908" y="109727"/>
                </a:lnTo>
                <a:lnTo>
                  <a:pt x="914400" y="109727"/>
                </a:lnTo>
                <a:lnTo>
                  <a:pt x="914400" y="97536"/>
                </a:lnTo>
                <a:close/>
              </a:path>
              <a:path w="940434" h="123825">
                <a:moveTo>
                  <a:pt x="940308" y="0"/>
                </a:moveTo>
                <a:lnTo>
                  <a:pt x="914400" y="0"/>
                </a:lnTo>
                <a:lnTo>
                  <a:pt x="914400" y="109727"/>
                </a:lnTo>
                <a:lnTo>
                  <a:pt x="926592" y="97536"/>
                </a:lnTo>
                <a:lnTo>
                  <a:pt x="940308" y="97536"/>
                </a:lnTo>
                <a:lnTo>
                  <a:pt x="940308" y="0"/>
                </a:lnTo>
                <a:close/>
              </a:path>
              <a:path w="940434" h="123825">
                <a:moveTo>
                  <a:pt x="940308" y="97536"/>
                </a:moveTo>
                <a:lnTo>
                  <a:pt x="926592" y="97536"/>
                </a:lnTo>
                <a:lnTo>
                  <a:pt x="914400" y="109727"/>
                </a:lnTo>
                <a:lnTo>
                  <a:pt x="940308" y="109727"/>
                </a:lnTo>
                <a:lnTo>
                  <a:pt x="940308" y="97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E42342C7-EDC6-F784-BDB4-A1BD2BAACE95}"/>
              </a:ext>
            </a:extLst>
          </p:cNvPr>
          <p:cNvSpPr/>
          <p:nvPr/>
        </p:nvSpPr>
        <p:spPr>
          <a:xfrm>
            <a:off x="7988807" y="3886200"/>
            <a:ext cx="940435" cy="151130"/>
          </a:xfrm>
          <a:custGeom>
            <a:avLst/>
            <a:gdLst/>
            <a:ahLst/>
            <a:cxnLst/>
            <a:rect l="l" t="t" r="r" b="b"/>
            <a:pathLst>
              <a:path w="940434" h="151129">
                <a:moveTo>
                  <a:pt x="25908" y="0"/>
                </a:moveTo>
                <a:lnTo>
                  <a:pt x="0" y="0"/>
                </a:lnTo>
                <a:lnTo>
                  <a:pt x="0" y="146303"/>
                </a:lnTo>
                <a:lnTo>
                  <a:pt x="6096" y="150875"/>
                </a:lnTo>
                <a:lnTo>
                  <a:pt x="934212" y="150875"/>
                </a:lnTo>
                <a:lnTo>
                  <a:pt x="940308" y="146303"/>
                </a:lnTo>
                <a:lnTo>
                  <a:pt x="940308" y="138684"/>
                </a:lnTo>
                <a:lnTo>
                  <a:pt x="25908" y="138684"/>
                </a:lnTo>
                <a:lnTo>
                  <a:pt x="12192" y="126491"/>
                </a:lnTo>
                <a:lnTo>
                  <a:pt x="25908" y="126491"/>
                </a:lnTo>
                <a:lnTo>
                  <a:pt x="25908" y="0"/>
                </a:lnTo>
                <a:close/>
              </a:path>
              <a:path w="940434" h="151129">
                <a:moveTo>
                  <a:pt x="25908" y="126491"/>
                </a:moveTo>
                <a:lnTo>
                  <a:pt x="12192" y="126491"/>
                </a:lnTo>
                <a:lnTo>
                  <a:pt x="25908" y="138684"/>
                </a:lnTo>
                <a:lnTo>
                  <a:pt x="25908" y="126491"/>
                </a:lnTo>
                <a:close/>
              </a:path>
              <a:path w="940434" h="151129">
                <a:moveTo>
                  <a:pt x="914400" y="126491"/>
                </a:moveTo>
                <a:lnTo>
                  <a:pt x="25908" y="126491"/>
                </a:lnTo>
                <a:lnTo>
                  <a:pt x="25908" y="138684"/>
                </a:lnTo>
                <a:lnTo>
                  <a:pt x="914400" y="138684"/>
                </a:lnTo>
                <a:lnTo>
                  <a:pt x="914400" y="126491"/>
                </a:lnTo>
                <a:close/>
              </a:path>
              <a:path w="940434" h="151129">
                <a:moveTo>
                  <a:pt x="940308" y="0"/>
                </a:moveTo>
                <a:lnTo>
                  <a:pt x="914400" y="0"/>
                </a:lnTo>
                <a:lnTo>
                  <a:pt x="914400" y="138684"/>
                </a:lnTo>
                <a:lnTo>
                  <a:pt x="926592" y="126491"/>
                </a:lnTo>
                <a:lnTo>
                  <a:pt x="940308" y="126491"/>
                </a:lnTo>
                <a:lnTo>
                  <a:pt x="940308" y="0"/>
                </a:lnTo>
                <a:close/>
              </a:path>
              <a:path w="940434" h="151129">
                <a:moveTo>
                  <a:pt x="940308" y="126491"/>
                </a:moveTo>
                <a:lnTo>
                  <a:pt x="926592" y="126491"/>
                </a:lnTo>
                <a:lnTo>
                  <a:pt x="914400" y="138684"/>
                </a:lnTo>
                <a:lnTo>
                  <a:pt x="940308" y="138684"/>
                </a:lnTo>
                <a:lnTo>
                  <a:pt x="940308" y="1264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4D5067A-DFE6-F835-4235-6ADEB6597B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4D9A918F-1D7A-E7E6-D339-844417BF7B5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922338" y="2955925"/>
            <a:ext cx="8181975" cy="358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5">
            <a:extLst>
              <a:ext uri="{FF2B5EF4-FFF2-40B4-BE49-F238E27FC236}">
                <a16:creationId xmlns:a16="http://schemas.microsoft.com/office/drawing/2014/main" id="{8937615B-0DF8-08A3-281D-7C7CAE7023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1051" y="3033713"/>
            <a:ext cx="0" cy="3376613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Line 6">
            <a:extLst>
              <a:ext uri="{FF2B5EF4-FFF2-40B4-BE49-F238E27FC236}">
                <a16:creationId xmlns:a16="http://schemas.microsoft.com/office/drawing/2014/main" id="{FA297083-DBA2-A4C0-B496-FBB9BAB6C9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4051" y="3033713"/>
            <a:ext cx="0" cy="3376613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7">
            <a:extLst>
              <a:ext uri="{FF2B5EF4-FFF2-40B4-BE49-F238E27FC236}">
                <a16:creationId xmlns:a16="http://schemas.microsoft.com/office/drawing/2014/main" id="{0F2BE8F1-BBD9-CC73-A144-E718D4789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488" y="3033713"/>
            <a:ext cx="0" cy="3376613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8">
            <a:extLst>
              <a:ext uri="{FF2B5EF4-FFF2-40B4-BE49-F238E27FC236}">
                <a16:creationId xmlns:a16="http://schemas.microsoft.com/office/drawing/2014/main" id="{CBC78C2B-5D78-7D49-5666-CD43E2F13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9413" y="3033713"/>
            <a:ext cx="0" cy="3376613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F2E95DB2-5B66-9CA5-DAFB-29724FF5B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3460750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Line 10">
            <a:extLst>
              <a:ext uri="{FF2B5EF4-FFF2-40B4-BE49-F238E27FC236}">
                <a16:creationId xmlns:a16="http://schemas.microsoft.com/office/drawing/2014/main" id="{6915A4BB-DBFC-CE76-FB74-A022E7E11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3881438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Line 11">
            <a:extLst>
              <a:ext uri="{FF2B5EF4-FFF2-40B4-BE49-F238E27FC236}">
                <a16:creationId xmlns:a16="http://schemas.microsoft.com/office/drawing/2014/main" id="{5EF84EBE-C1E0-E09A-45B0-787AC333E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4300538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id="{D4416FBB-D606-35F7-FF00-49186F582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4721225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Line 13">
            <a:extLst>
              <a:ext uri="{FF2B5EF4-FFF2-40B4-BE49-F238E27FC236}">
                <a16:creationId xmlns:a16="http://schemas.microsoft.com/office/drawing/2014/main" id="{A952F6D9-E466-1F00-ED25-87AFE6CA1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5141913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83D89E8A-BDEA-10B4-2B44-877241704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5562600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Line 15">
            <a:extLst>
              <a:ext uri="{FF2B5EF4-FFF2-40B4-BE49-F238E27FC236}">
                <a16:creationId xmlns:a16="http://schemas.microsoft.com/office/drawing/2014/main" id="{21EA54B8-E2E1-2FAD-8A98-5E8ECB731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5983288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Line 16">
            <a:extLst>
              <a:ext uri="{FF2B5EF4-FFF2-40B4-BE49-F238E27FC236}">
                <a16:creationId xmlns:a16="http://schemas.microsoft.com/office/drawing/2014/main" id="{24A05DE6-DD0A-1A32-86F6-FEC5A8277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933451" y="3033713"/>
            <a:ext cx="0" cy="3376613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17">
            <a:extLst>
              <a:ext uri="{FF2B5EF4-FFF2-40B4-BE49-F238E27FC236}">
                <a16:creationId xmlns:a16="http://schemas.microsoft.com/office/drawing/2014/main" id="{B5459608-DDEB-51DF-8F9A-7EB8CA900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8438" y="3033713"/>
            <a:ext cx="0" cy="3376613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18">
            <a:extLst>
              <a:ext uri="{FF2B5EF4-FFF2-40B4-BE49-F238E27FC236}">
                <a16:creationId xmlns:a16="http://schemas.microsoft.com/office/drawing/2014/main" id="{A1462EEF-7328-58B4-5EC2-DB4A83868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3040063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Line 19">
            <a:extLst>
              <a:ext uri="{FF2B5EF4-FFF2-40B4-BE49-F238E27FC236}">
                <a16:creationId xmlns:a16="http://schemas.microsoft.com/office/drawing/2014/main" id="{9EC252C9-27C5-B9E8-73E3-B392541EA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6" y="6403975"/>
            <a:ext cx="8174038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Rectangle 20">
            <a:extLst>
              <a:ext uri="{FF2B5EF4-FFF2-40B4-BE49-F238E27FC236}">
                <a16:creationId xmlns:a16="http://schemas.microsoft.com/office/drawing/2014/main" id="{C3ECCB72-45B2-C38D-BA02-B46F75C17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6" y="3044825"/>
            <a:ext cx="6429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b_p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21">
            <a:extLst>
              <a:ext uri="{FF2B5EF4-FFF2-40B4-BE49-F238E27FC236}">
                <a16:creationId xmlns:a16="http://schemas.microsoft.com/office/drawing/2014/main" id="{DDB3C027-865B-A97D-591E-C96487069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1" y="3044825"/>
            <a:ext cx="6302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a_p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22">
            <a:extLst>
              <a:ext uri="{FF2B5EF4-FFF2-40B4-BE49-F238E27FC236}">
                <a16:creationId xmlns:a16="http://schemas.microsoft.com/office/drawing/2014/main" id="{9BE656FD-208E-ABD4-CA9D-2E6DF07F9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3" y="3044825"/>
            <a:ext cx="3270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23">
            <a:extLst>
              <a:ext uri="{FF2B5EF4-FFF2-40B4-BE49-F238E27FC236}">
                <a16:creationId xmlns:a16="http://schemas.microsoft.com/office/drawing/2014/main" id="{608CA89E-5411-1B7A-C9B0-181DA9AFA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3044825"/>
            <a:ext cx="3143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 24">
            <a:extLst>
              <a:ext uri="{FF2B5EF4-FFF2-40B4-BE49-F238E27FC236}">
                <a16:creationId xmlns:a16="http://schemas.microsoft.com/office/drawing/2014/main" id="{99787A48-0995-305E-221E-13D814476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6" y="3462338"/>
            <a:ext cx="25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-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0DC7BC53-066E-DFED-2CFC-A8EDA98BD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1" y="3462338"/>
            <a:ext cx="25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Rectangle 26">
            <a:extLst>
              <a:ext uri="{FF2B5EF4-FFF2-40B4-BE49-F238E27FC236}">
                <a16:creationId xmlns:a16="http://schemas.microsoft.com/office/drawing/2014/main" id="{6D289323-BD81-136E-B674-C1E4CE5AA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6" y="3538538"/>
            <a:ext cx="2921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B70FD9CD-F7DD-6AF1-B2CE-A77FBB40D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1" y="3538538"/>
            <a:ext cx="45243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50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28">
            <a:extLst>
              <a:ext uri="{FF2B5EF4-FFF2-40B4-BE49-F238E27FC236}">
                <a16:creationId xmlns:a16="http://schemas.microsoft.com/office/drawing/2014/main" id="{7CA508F1-D9F8-6FCC-3692-0040B2668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3462338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int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29">
            <a:extLst>
              <a:ext uri="{FF2B5EF4-FFF2-40B4-BE49-F238E27FC236}">
                <a16:creationId xmlns:a16="http://schemas.microsoft.com/office/drawing/2014/main" id="{AF44F5FB-8554-AEF1-F461-52E6AFB6E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6" y="3462338"/>
            <a:ext cx="31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30">
            <a:extLst>
              <a:ext uri="{FF2B5EF4-FFF2-40B4-BE49-F238E27FC236}">
                <a16:creationId xmlns:a16="http://schemas.microsoft.com/office/drawing/2014/main" id="{E11B1B0E-28FB-EF37-1291-E3F89D12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013" y="3462338"/>
            <a:ext cx="315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31">
            <a:extLst>
              <a:ext uri="{FF2B5EF4-FFF2-40B4-BE49-F238E27FC236}">
                <a16:creationId xmlns:a16="http://schemas.microsoft.com/office/drawing/2014/main" id="{DA7462DB-CF85-3043-8758-A208CCC3D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3462338"/>
            <a:ext cx="549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50,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32">
            <a:extLst>
              <a:ext uri="{FF2B5EF4-FFF2-40B4-BE49-F238E27FC236}">
                <a16:creationId xmlns:a16="http://schemas.microsoft.com/office/drawing/2014/main" id="{F5883973-9652-6BBE-5518-6563469E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6" y="3462338"/>
            <a:ext cx="32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33">
            <a:extLst>
              <a:ext uri="{FF2B5EF4-FFF2-40B4-BE49-F238E27FC236}">
                <a16:creationId xmlns:a16="http://schemas.microsoft.com/office/drawing/2014/main" id="{96DBD7CF-099B-A554-BAF9-38E432030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1" y="3462338"/>
            <a:ext cx="315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34">
            <a:extLst>
              <a:ext uri="{FF2B5EF4-FFF2-40B4-BE49-F238E27FC236}">
                <a16:creationId xmlns:a16="http://schemas.microsoft.com/office/drawing/2014/main" id="{CCC71489-3910-A163-4F4F-E0829B43E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1" y="3462338"/>
            <a:ext cx="40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0;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35">
            <a:extLst>
              <a:ext uri="{FF2B5EF4-FFF2-40B4-BE49-F238E27FC236}">
                <a16:creationId xmlns:a16="http://schemas.microsoft.com/office/drawing/2014/main" id="{1E81462A-C66C-6D5D-7D33-3B52211DF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0563" y="3981450"/>
            <a:ext cx="615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tangle 36">
            <a:extLst>
              <a:ext uri="{FF2B5EF4-FFF2-40B4-BE49-F238E27FC236}">
                <a16:creationId xmlns:a16="http://schemas.microsoft.com/office/drawing/2014/main" id="{4B9DF1F5-5116-C009-4044-E6CCBF796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3952875"/>
            <a:ext cx="615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37">
            <a:extLst>
              <a:ext uri="{FF2B5EF4-FFF2-40B4-BE49-F238E27FC236}">
                <a16:creationId xmlns:a16="http://schemas.microsoft.com/office/drawing/2014/main" id="{14E3FB9E-75EB-FBB2-E599-77AF9EE5F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6" y="3981450"/>
            <a:ext cx="2921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Rectangle 38">
            <a:extLst>
              <a:ext uri="{FF2B5EF4-FFF2-40B4-BE49-F238E27FC236}">
                <a16:creationId xmlns:a16="http://schemas.microsoft.com/office/drawing/2014/main" id="{38033B2E-CC93-F93D-F45F-E739B4B72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1" y="3952875"/>
            <a:ext cx="45243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Rectangle 39">
            <a:extLst>
              <a:ext uri="{FF2B5EF4-FFF2-40B4-BE49-F238E27FC236}">
                <a16:creationId xmlns:a16="http://schemas.microsoft.com/office/drawing/2014/main" id="{F86CD22D-18F7-1BBD-176B-C94D35FF4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3883025"/>
            <a:ext cx="5064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int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Rectangle 40">
            <a:extLst>
              <a:ext uri="{FF2B5EF4-FFF2-40B4-BE49-F238E27FC236}">
                <a16:creationId xmlns:a16="http://schemas.microsoft.com/office/drawing/2014/main" id="{8C621331-BA1D-5089-1588-615D2AB8F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38" y="3883025"/>
            <a:ext cx="7826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*a_p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9" name="Rectangle 41">
            <a:extLst>
              <a:ext uri="{FF2B5EF4-FFF2-40B4-BE49-F238E27FC236}">
                <a16:creationId xmlns:a16="http://schemas.microsoft.com/office/drawing/2014/main" id="{7126FB76-C3A0-4698-3343-F4B24CD99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3883025"/>
            <a:ext cx="3159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0" name="Rectangle 42">
            <a:extLst>
              <a:ext uri="{FF2B5EF4-FFF2-40B4-BE49-F238E27FC236}">
                <a16:creationId xmlns:a16="http://schemas.microsoft.com/office/drawing/2014/main" id="{F4F8AE04-3BEB-B21A-A94C-25F524B41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1" y="3883025"/>
            <a:ext cx="6080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&amp;a,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" name="Rectangle 43">
            <a:extLst>
              <a:ext uri="{FF2B5EF4-FFF2-40B4-BE49-F238E27FC236}">
                <a16:creationId xmlns:a16="http://schemas.microsoft.com/office/drawing/2014/main" id="{E26A6BF5-2E59-77A4-DCC2-8FB1C6FFF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3883025"/>
            <a:ext cx="7969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*b_p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2" name="Rectangle 44">
            <a:extLst>
              <a:ext uri="{FF2B5EF4-FFF2-40B4-BE49-F238E27FC236}">
                <a16:creationId xmlns:a16="http://schemas.microsoft.com/office/drawing/2014/main" id="{DF04CEE3-434A-A4ED-8BA6-21DF6A47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6" y="3883025"/>
            <a:ext cx="3159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Rectangle 45">
            <a:extLst>
              <a:ext uri="{FF2B5EF4-FFF2-40B4-BE49-F238E27FC236}">
                <a16:creationId xmlns:a16="http://schemas.microsoft.com/office/drawing/2014/main" id="{1DFF0835-AB5C-42D8-EA90-CF2D1968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688" y="3883025"/>
            <a:ext cx="6254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&amp;b;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4" name="Rectangle 46">
            <a:extLst>
              <a:ext uri="{FF2B5EF4-FFF2-40B4-BE49-F238E27FC236}">
                <a16:creationId xmlns:a16="http://schemas.microsoft.com/office/drawing/2014/main" id="{C5614A57-53FD-9C6E-6833-067A6850A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2776" y="4376738"/>
            <a:ext cx="6159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Rectangle 47">
            <a:extLst>
              <a:ext uri="{FF2B5EF4-FFF2-40B4-BE49-F238E27FC236}">
                <a16:creationId xmlns:a16="http://schemas.microsoft.com/office/drawing/2014/main" id="{A0AEAB63-2844-62E6-14F1-7A20CD690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4376738"/>
            <a:ext cx="6159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Rectangle 48">
            <a:extLst>
              <a:ext uri="{FF2B5EF4-FFF2-40B4-BE49-F238E27FC236}">
                <a16:creationId xmlns:a16="http://schemas.microsoft.com/office/drawing/2014/main" id="{17E5BE67-BBFD-F242-9489-410F693C0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1" y="4376738"/>
            <a:ext cx="45243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7" name="Rectangle 49">
            <a:extLst>
              <a:ext uri="{FF2B5EF4-FFF2-40B4-BE49-F238E27FC236}">
                <a16:creationId xmlns:a16="http://schemas.microsoft.com/office/drawing/2014/main" id="{ED0729D0-13C9-6C1E-CB93-B0EA8C677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1" y="4376738"/>
            <a:ext cx="45243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8" name="Rectangle 50">
            <a:extLst>
              <a:ext uri="{FF2B5EF4-FFF2-40B4-BE49-F238E27FC236}">
                <a16:creationId xmlns:a16="http://schemas.microsoft.com/office/drawing/2014/main" id="{C11523FC-4C44-4487-F77C-E6352344F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4305300"/>
            <a:ext cx="3254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b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9" name="Rectangle 51">
            <a:extLst>
              <a:ext uri="{FF2B5EF4-FFF2-40B4-BE49-F238E27FC236}">
                <a16:creationId xmlns:a16="http://schemas.microsoft.com/office/drawing/2014/main" id="{528BD81C-52E5-AD3D-2CE7-A5C850F84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4305300"/>
            <a:ext cx="3143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" name="Rectangle 52">
            <a:extLst>
              <a:ext uri="{FF2B5EF4-FFF2-40B4-BE49-F238E27FC236}">
                <a16:creationId xmlns:a16="http://schemas.microsoft.com/office/drawing/2014/main" id="{B726F852-5CF3-EA58-5349-A8752A936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4305300"/>
            <a:ext cx="11826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a+*b_p;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1" name="Rectangle 53">
            <a:extLst>
              <a:ext uri="{FF2B5EF4-FFF2-40B4-BE49-F238E27FC236}">
                <a16:creationId xmlns:a16="http://schemas.microsoft.com/office/drawing/2014/main" id="{F031A724-9A1F-4710-5DAA-9D9F3AD06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2776" y="4833938"/>
            <a:ext cx="6159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2" name="Rectangle 54">
            <a:extLst>
              <a:ext uri="{FF2B5EF4-FFF2-40B4-BE49-F238E27FC236}">
                <a16:creationId xmlns:a16="http://schemas.microsoft.com/office/drawing/2014/main" id="{8327AD7F-3FA0-50FA-C90C-8189CD44D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4833938"/>
            <a:ext cx="6159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3" name="Rectangle 55">
            <a:extLst>
              <a:ext uri="{FF2B5EF4-FFF2-40B4-BE49-F238E27FC236}">
                <a16:creationId xmlns:a16="http://schemas.microsoft.com/office/drawing/2014/main" id="{E2ABE4D9-667A-D439-41D4-4E1A17549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1" y="4833938"/>
            <a:ext cx="45243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" name="Rectangle 56">
            <a:extLst>
              <a:ext uri="{FF2B5EF4-FFF2-40B4-BE49-F238E27FC236}">
                <a16:creationId xmlns:a16="http://schemas.microsoft.com/office/drawing/2014/main" id="{30590A8C-0FD5-B259-6720-F23D472E4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1" y="4833938"/>
            <a:ext cx="45243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5" name="Rectangle 57">
            <a:extLst>
              <a:ext uri="{FF2B5EF4-FFF2-40B4-BE49-F238E27FC236}">
                <a16:creationId xmlns:a16="http://schemas.microsoft.com/office/drawing/2014/main" id="{AE091E83-C744-FBF3-F73F-70EAFF1FA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4725988"/>
            <a:ext cx="6286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a_p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6" name="Rectangle 58">
            <a:extLst>
              <a:ext uri="{FF2B5EF4-FFF2-40B4-BE49-F238E27FC236}">
                <a16:creationId xmlns:a16="http://schemas.microsoft.com/office/drawing/2014/main" id="{FD626E94-3B17-CE7B-3C9E-1FDDE76A4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938" y="4725988"/>
            <a:ext cx="3159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7" name="Rectangle 59">
            <a:extLst>
              <a:ext uri="{FF2B5EF4-FFF2-40B4-BE49-F238E27FC236}">
                <a16:creationId xmlns:a16="http://schemas.microsoft.com/office/drawing/2014/main" id="{A12CDA31-6471-8ECB-4AC8-D68FB895A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26" y="4725988"/>
            <a:ext cx="6429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b_p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8" name="Rectangle 60">
            <a:extLst>
              <a:ext uri="{FF2B5EF4-FFF2-40B4-BE49-F238E27FC236}">
                <a16:creationId xmlns:a16="http://schemas.microsoft.com/office/drawing/2014/main" id="{8BD9A3B2-0349-F269-7D7F-E5E4854AC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2776" y="5214938"/>
            <a:ext cx="6159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9" name="Rectangle 61">
            <a:extLst>
              <a:ext uri="{FF2B5EF4-FFF2-40B4-BE49-F238E27FC236}">
                <a16:creationId xmlns:a16="http://schemas.microsoft.com/office/drawing/2014/main" id="{A4AA9E1F-4B7C-027E-0C3E-8E65089BF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5214938"/>
            <a:ext cx="6159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" name="Rectangle 62">
            <a:extLst>
              <a:ext uri="{FF2B5EF4-FFF2-40B4-BE49-F238E27FC236}">
                <a16:creationId xmlns:a16="http://schemas.microsoft.com/office/drawing/2014/main" id="{7EF4B5EA-9DA5-2DCB-186E-2BDA4F0AF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1" y="5214938"/>
            <a:ext cx="45243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Rectangle 63">
            <a:extLst>
              <a:ext uri="{FF2B5EF4-FFF2-40B4-BE49-F238E27FC236}">
                <a16:creationId xmlns:a16="http://schemas.microsoft.com/office/drawing/2014/main" id="{D3D5552A-52D9-AD85-2409-E9723F93A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6" y="5214938"/>
            <a:ext cx="7778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2500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" name="Rectangle 64">
            <a:extLst>
              <a:ext uri="{FF2B5EF4-FFF2-40B4-BE49-F238E27FC236}">
                <a16:creationId xmlns:a16="http://schemas.microsoft.com/office/drawing/2014/main" id="{10F58FB3-C124-DD75-FFE8-6AE75895B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5146675"/>
            <a:ext cx="3127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3" name="Rectangle 65">
            <a:extLst>
              <a:ext uri="{FF2B5EF4-FFF2-40B4-BE49-F238E27FC236}">
                <a16:creationId xmlns:a16="http://schemas.microsoft.com/office/drawing/2014/main" id="{5217C99E-76C7-7325-98B7-59CE57F3F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5146675"/>
            <a:ext cx="3159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4" name="Rectangle 66">
            <a:extLst>
              <a:ext uri="{FF2B5EF4-FFF2-40B4-BE49-F238E27FC236}">
                <a16:creationId xmlns:a16="http://schemas.microsoft.com/office/drawing/2014/main" id="{9D21D003-147F-3FB9-8578-3AB206E8B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926" y="5146675"/>
            <a:ext cx="9731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(*a_p)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5" name="Rectangle 67">
            <a:extLst>
              <a:ext uri="{FF2B5EF4-FFF2-40B4-BE49-F238E27FC236}">
                <a16:creationId xmlns:a16="http://schemas.microsoft.com/office/drawing/2014/main" id="{B4859607-DD03-CA39-4192-5303956F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6" y="5146675"/>
            <a:ext cx="3143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*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" name="Rectangle 68">
            <a:extLst>
              <a:ext uri="{FF2B5EF4-FFF2-40B4-BE49-F238E27FC236}">
                <a16:creationId xmlns:a16="http://schemas.microsoft.com/office/drawing/2014/main" id="{83760E43-A4F2-B9F7-C708-752CB1A91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6" y="5146675"/>
            <a:ext cx="10699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(*b_p);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7" name="Rectangle 69">
            <a:extLst>
              <a:ext uri="{FF2B5EF4-FFF2-40B4-BE49-F238E27FC236}">
                <a16:creationId xmlns:a16="http://schemas.microsoft.com/office/drawing/2014/main" id="{CE8207BC-FFB2-20C4-4006-4E58B6EA2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2776" y="5594350"/>
            <a:ext cx="615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8" name="Rectangle 70">
            <a:extLst>
              <a:ext uri="{FF2B5EF4-FFF2-40B4-BE49-F238E27FC236}">
                <a16:creationId xmlns:a16="http://schemas.microsoft.com/office/drawing/2014/main" id="{AD3F0BA7-1D8C-1867-F442-944BCDCAF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5594350"/>
            <a:ext cx="615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ectangle 71">
            <a:extLst>
              <a:ext uri="{FF2B5EF4-FFF2-40B4-BE49-F238E27FC236}">
                <a16:creationId xmlns:a16="http://schemas.microsoft.com/office/drawing/2014/main" id="{C2E8AED3-FC5E-8466-2D53-7119812C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1" y="5594350"/>
            <a:ext cx="45243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0" name="Rectangle 72">
            <a:extLst>
              <a:ext uri="{FF2B5EF4-FFF2-40B4-BE49-F238E27FC236}">
                <a16:creationId xmlns:a16="http://schemas.microsoft.com/office/drawing/2014/main" id="{2F29DAA9-9549-1B22-F130-44F184433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6" y="5594350"/>
            <a:ext cx="777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2500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Rectangle 73">
            <a:extLst>
              <a:ext uri="{FF2B5EF4-FFF2-40B4-BE49-F238E27FC236}">
                <a16:creationId xmlns:a16="http://schemas.microsoft.com/office/drawing/2014/main" id="{E3F9D0DE-F5B4-F836-EDBE-D78652EB7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5564188"/>
            <a:ext cx="795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*b_p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" name="Rectangle 74">
            <a:extLst>
              <a:ext uri="{FF2B5EF4-FFF2-40B4-BE49-F238E27FC236}">
                <a16:creationId xmlns:a16="http://schemas.microsoft.com/office/drawing/2014/main" id="{32217250-D739-DA47-7F9E-E62DE88E7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1" y="5564188"/>
            <a:ext cx="31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3" name="Rectangle 75">
            <a:extLst>
              <a:ext uri="{FF2B5EF4-FFF2-40B4-BE49-F238E27FC236}">
                <a16:creationId xmlns:a16="http://schemas.microsoft.com/office/drawing/2014/main" id="{C6E0DCAA-3501-06F4-F580-18FF521AD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1" y="5564188"/>
            <a:ext cx="69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a/b;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" name="Rectangle 76">
            <a:extLst>
              <a:ext uri="{FF2B5EF4-FFF2-40B4-BE49-F238E27FC236}">
                <a16:creationId xmlns:a16="http://schemas.microsoft.com/office/drawing/2014/main" id="{92CEFBA5-48BF-48AA-ADD4-A32E62521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2776" y="6022975"/>
            <a:ext cx="615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5" name="Rectangle 77">
            <a:extLst>
              <a:ext uri="{FF2B5EF4-FFF2-40B4-BE49-F238E27FC236}">
                <a16:creationId xmlns:a16="http://schemas.microsoft.com/office/drawing/2014/main" id="{603DFBD0-C684-5584-AE42-8A510698D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6022975"/>
            <a:ext cx="615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" name="Rectangle 78">
            <a:extLst>
              <a:ext uri="{FF2B5EF4-FFF2-40B4-BE49-F238E27FC236}">
                <a16:creationId xmlns:a16="http://schemas.microsoft.com/office/drawing/2014/main" id="{5E18B35C-9068-72AF-2F5A-4DC6C2549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6" y="6022975"/>
            <a:ext cx="2921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7" name="Rectangle 79">
            <a:extLst>
              <a:ext uri="{FF2B5EF4-FFF2-40B4-BE49-F238E27FC236}">
                <a16:creationId xmlns:a16="http://schemas.microsoft.com/office/drawing/2014/main" id="{D0CD2D2C-0D27-128C-4830-A46F7A237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6" y="6022975"/>
            <a:ext cx="777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2500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Rectangle 80">
            <a:extLst>
              <a:ext uri="{FF2B5EF4-FFF2-40B4-BE49-F238E27FC236}">
                <a16:creationId xmlns:a16="http://schemas.microsoft.com/office/drawing/2014/main" id="{3E42E2B7-B2E3-9D31-D83B-29B2937A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5988050"/>
            <a:ext cx="7810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*a_p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" name="Rectangle 81">
            <a:extLst>
              <a:ext uri="{FF2B5EF4-FFF2-40B4-BE49-F238E27FC236}">
                <a16:creationId xmlns:a16="http://schemas.microsoft.com/office/drawing/2014/main" id="{0BBA2D68-07D0-8797-7B03-607E45F80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1" y="5988050"/>
            <a:ext cx="3159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=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" name="Rectangle 82">
            <a:extLst>
              <a:ext uri="{FF2B5EF4-FFF2-40B4-BE49-F238E27FC236}">
                <a16:creationId xmlns:a16="http://schemas.microsoft.com/office/drawing/2014/main" id="{1B8B2BEB-C2F4-5E8E-96C0-145C21B99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5988050"/>
            <a:ext cx="7842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a%b;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87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52" grpId="0"/>
      <p:bldP spid="53" grpId="0"/>
      <p:bldP spid="54" grpId="0"/>
      <p:bldP spid="55" grpId="0"/>
      <p:bldP spid="63" grpId="0"/>
      <p:bldP spid="64" grpId="0"/>
      <p:bldP spid="65" grpId="0"/>
      <p:bldP spid="66" grpId="0"/>
      <p:bldP spid="74" grpId="0"/>
      <p:bldP spid="75" grpId="0"/>
      <p:bldP spid="76" grpId="0"/>
      <p:bldP spid="77" grpId="0"/>
      <p:bldP spid="81" grpId="0"/>
      <p:bldP spid="82" grpId="0"/>
      <p:bldP spid="83" grpId="0"/>
      <p:bldP spid="84" grpId="0"/>
      <p:bldP spid="88" grpId="0"/>
      <p:bldP spid="89" grpId="0"/>
      <p:bldP spid="90" grpId="0"/>
      <p:bldP spid="91" grpId="0"/>
      <p:bldP spid="97" grpId="0"/>
      <p:bldP spid="98" grpId="0"/>
      <p:bldP spid="99" grpId="0"/>
      <p:bldP spid="100" grpId="0"/>
      <p:bldP spid="104" grpId="0"/>
      <p:bldP spid="105" grpId="0"/>
      <p:bldP spid="106" grpId="0"/>
      <p:bldP spid="10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186600"/>
                </a:solidFill>
              </a:rPr>
              <a:t>A</a:t>
            </a:r>
            <a:r>
              <a:rPr sz="2000" spc="-35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detail</a:t>
            </a:r>
            <a:r>
              <a:rPr sz="2000" spc="-1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example</a:t>
            </a:r>
            <a:r>
              <a:rPr sz="2000" spc="-5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using</a:t>
            </a:r>
            <a:r>
              <a:rPr sz="2000" spc="-10" dirty="0">
                <a:solidFill>
                  <a:srgbClr val="186600"/>
                </a:solidFill>
              </a:rPr>
              <a:t> pointers </a:t>
            </a: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40" dirty="0"/>
              <a:t> </a:t>
            </a:r>
            <a:r>
              <a:rPr sz="2000" spc="-10" dirty="0"/>
              <a:t>Manipulations </a:t>
            </a:r>
            <a:r>
              <a:rPr sz="2000" dirty="0">
                <a:solidFill>
                  <a:srgbClr val="FF0000"/>
                </a:solidFill>
              </a:rPr>
              <a:t>Why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we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need</a:t>
            </a:r>
            <a:r>
              <a:rPr sz="2000" spc="-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pointers </a:t>
            </a:r>
            <a:r>
              <a:rPr sz="2000" dirty="0"/>
              <a:t>Operators</a:t>
            </a:r>
            <a:r>
              <a:rPr sz="2000" spc="-50" dirty="0"/>
              <a:t> </a:t>
            </a:r>
            <a:r>
              <a:rPr sz="2000" dirty="0"/>
              <a:t>applicable</a:t>
            </a:r>
            <a:r>
              <a:rPr sz="2000" spc="-50" dirty="0"/>
              <a:t> </a:t>
            </a:r>
            <a:r>
              <a:rPr sz="2000" dirty="0"/>
              <a:t>to</a:t>
            </a:r>
            <a:r>
              <a:rPr sz="2000" spc="-25" dirty="0"/>
              <a:t> </a:t>
            </a:r>
            <a:r>
              <a:rPr sz="2000" spc="-10" dirty="0"/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2927096"/>
            <a:ext cx="807212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2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down</a:t>
            </a:r>
            <a:r>
              <a:rPr sz="2400" b="1" spc="2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2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void</a:t>
            </a:r>
            <a:r>
              <a:rPr sz="2400" b="1" spc="2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function</a:t>
            </a:r>
            <a:r>
              <a:rPr sz="2400" b="1" spc="2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2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2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take</a:t>
            </a:r>
            <a:r>
              <a:rPr sz="2400" b="1" spc="254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two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integers</a:t>
            </a:r>
            <a:r>
              <a:rPr sz="2400" b="1" spc="434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as</a:t>
            </a:r>
            <a:r>
              <a:rPr sz="2400" b="1" spc="4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parameters</a:t>
            </a:r>
            <a:r>
              <a:rPr sz="2400" b="1" spc="4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4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4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interchange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their</a:t>
            </a:r>
            <a:r>
              <a:rPr sz="2400" b="1" spc="-8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values.</a:t>
            </a:r>
            <a:r>
              <a:rPr sz="2400" b="1" spc="-8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From</a:t>
            </a:r>
            <a:r>
              <a:rPr sz="2400" b="1" spc="-8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your</a:t>
            </a:r>
            <a:r>
              <a:rPr sz="2400" b="1" spc="-8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main</a:t>
            </a:r>
            <a:r>
              <a:rPr sz="2400" b="1" spc="-8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function</a:t>
            </a:r>
            <a:r>
              <a:rPr sz="2400" b="1" spc="-8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take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two</a:t>
            </a:r>
            <a:r>
              <a:rPr sz="2400" b="1" spc="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integers</a:t>
            </a:r>
            <a:r>
              <a:rPr sz="2400" b="1" spc="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as</a:t>
            </a:r>
            <a:r>
              <a:rPr sz="2400" b="1" spc="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input</a:t>
            </a:r>
            <a:r>
              <a:rPr sz="2400" b="1" spc="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use</a:t>
            </a:r>
            <a:r>
              <a:rPr sz="2400" b="1" spc="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this</a:t>
            </a:r>
            <a:r>
              <a:rPr sz="2400" b="1" spc="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function</a:t>
            </a:r>
            <a:r>
              <a:rPr sz="2400" b="1" spc="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to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interchange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their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values.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Finally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print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their values.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>
              <a:lnSpc>
                <a:spcPct val="100000"/>
              </a:lnSpc>
              <a:spcBef>
                <a:spcPts val="100"/>
              </a:spcBef>
              <a:tabLst>
                <a:tab pos="8099425" algn="l"/>
              </a:tabLst>
            </a:pPr>
            <a:r>
              <a:rPr dirty="0"/>
              <a:t>Interchanging</a:t>
            </a:r>
            <a:r>
              <a:rPr spc="-90" dirty="0"/>
              <a:t> </a:t>
            </a:r>
            <a:r>
              <a:rPr dirty="0"/>
              <a:t>content</a:t>
            </a:r>
            <a:r>
              <a:rPr spc="-40" dirty="0"/>
              <a:t> </a:t>
            </a:r>
            <a:r>
              <a:rPr spc="-10" dirty="0"/>
              <a:t>using </a:t>
            </a:r>
            <a:r>
              <a:rPr u="heavy" spc="-10" dirty="0">
                <a:uFill>
                  <a:solidFill>
                    <a:srgbClr val="006600"/>
                  </a:solidFill>
                </a:uFill>
              </a:rPr>
              <a:t>function?</a:t>
            </a:r>
            <a:r>
              <a:rPr u="heavy" dirty="0">
                <a:uFill>
                  <a:solidFill>
                    <a:srgbClr val="0066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5327904" y="1822703"/>
            <a:ext cx="3595370" cy="3602990"/>
          </a:xfrm>
          <a:custGeom>
            <a:avLst/>
            <a:gdLst/>
            <a:ahLst/>
            <a:cxnLst/>
            <a:rect l="l" t="t" r="r" b="b"/>
            <a:pathLst>
              <a:path w="3595370" h="3602990">
                <a:moveTo>
                  <a:pt x="3595116" y="0"/>
                </a:moveTo>
                <a:lnTo>
                  <a:pt x="3581400" y="0"/>
                </a:lnTo>
                <a:lnTo>
                  <a:pt x="3581400" y="13716"/>
                </a:lnTo>
                <a:lnTo>
                  <a:pt x="3581400" y="2063496"/>
                </a:lnTo>
                <a:lnTo>
                  <a:pt x="3581400" y="3590544"/>
                </a:lnTo>
                <a:lnTo>
                  <a:pt x="13716" y="3590544"/>
                </a:lnTo>
                <a:lnTo>
                  <a:pt x="13716" y="2063496"/>
                </a:lnTo>
                <a:lnTo>
                  <a:pt x="13716" y="13716"/>
                </a:lnTo>
                <a:lnTo>
                  <a:pt x="3581400" y="13716"/>
                </a:lnTo>
                <a:lnTo>
                  <a:pt x="3581400" y="0"/>
                </a:lnTo>
                <a:lnTo>
                  <a:pt x="0" y="0"/>
                </a:lnTo>
                <a:lnTo>
                  <a:pt x="0" y="2063496"/>
                </a:lnTo>
                <a:lnTo>
                  <a:pt x="0" y="3602736"/>
                </a:lnTo>
                <a:lnTo>
                  <a:pt x="3595116" y="3602736"/>
                </a:lnTo>
                <a:lnTo>
                  <a:pt x="3595116" y="3596640"/>
                </a:lnTo>
                <a:lnTo>
                  <a:pt x="3595116" y="3590544"/>
                </a:lnTo>
                <a:lnTo>
                  <a:pt x="3595116" y="2063496"/>
                </a:lnTo>
                <a:lnTo>
                  <a:pt x="3595116" y="13716"/>
                </a:lnTo>
                <a:lnTo>
                  <a:pt x="3595116" y="6096"/>
                </a:lnTo>
                <a:lnTo>
                  <a:pt x="3595116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pPr marL="12700" algn="just">
              <a:lnSpc>
                <a:spcPct val="100000"/>
              </a:lnSpc>
              <a:spcBef>
                <a:spcPts val="484"/>
              </a:spcBef>
            </a:pP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lang="en-US"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swap(int</a:t>
            </a:r>
            <a:r>
              <a:rPr lang="en-US"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x,</a:t>
            </a:r>
            <a:r>
              <a:rPr lang="en-US"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lang="en-US"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y){</a:t>
            </a:r>
            <a:endParaRPr lang="en-US" sz="1600" dirty="0">
              <a:latin typeface="Courier New"/>
              <a:cs typeface="Courier New"/>
            </a:endParaRPr>
          </a:p>
          <a:p>
            <a:pPr marL="926465" marR="1712595" algn="just">
              <a:lnSpc>
                <a:spcPct val="120000"/>
              </a:lnSpc>
            </a:pP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lang="en-US"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</a:p>
          <a:p>
            <a:pPr marL="926465" marR="1712595" algn="just">
              <a:lnSpc>
                <a:spcPct val="120000"/>
              </a:lnSpc>
            </a:pP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t</a:t>
            </a:r>
            <a:r>
              <a:rPr lang="en-US"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lang="en-US"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x;</a:t>
            </a:r>
          </a:p>
          <a:p>
            <a:pPr marL="926465" marR="1712595" algn="just">
              <a:lnSpc>
                <a:spcPct val="120000"/>
              </a:lnSpc>
            </a:pP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x</a:t>
            </a:r>
            <a:r>
              <a:rPr lang="en-US"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lang="en-US"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y; </a:t>
            </a:r>
          </a:p>
          <a:p>
            <a:pPr marL="926465" marR="1712595" algn="just">
              <a:lnSpc>
                <a:spcPct val="120000"/>
              </a:lnSpc>
            </a:pP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y</a:t>
            </a:r>
            <a:r>
              <a:rPr lang="en-US"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lang="en-US"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  <a:endParaRPr lang="en-US"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lang="en-US"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lang="en-US"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lang="en-US"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lang="en-US" sz="1600" dirty="0"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  <a:spcBef>
                <a:spcPts val="5"/>
              </a:spcBef>
            </a:pP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lang="en-US"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lang="en-US"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b;</a:t>
            </a:r>
          </a:p>
          <a:p>
            <a:pPr marL="926465" marR="5080">
              <a:lnSpc>
                <a:spcPct val="120000"/>
              </a:lnSpc>
              <a:spcBef>
                <a:spcPts val="5"/>
              </a:spcBef>
            </a:pPr>
            <a:r>
              <a:rPr lang="en-US"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scanf</a:t>
            </a: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(“%</a:t>
            </a:r>
            <a:r>
              <a:rPr lang="en-US"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d%d</a:t>
            </a: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”,&amp;</a:t>
            </a:r>
            <a:r>
              <a:rPr lang="en-US"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a,&amp;b</a:t>
            </a: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);</a:t>
            </a:r>
          </a:p>
          <a:p>
            <a:pPr marL="926465" marR="5080">
              <a:lnSpc>
                <a:spcPct val="120000"/>
              </a:lnSpc>
              <a:spcBef>
                <a:spcPts val="5"/>
              </a:spcBef>
            </a:pP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swap(</a:t>
            </a:r>
            <a:r>
              <a:rPr lang="en-US"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a,b</a:t>
            </a: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); </a:t>
            </a:r>
          </a:p>
          <a:p>
            <a:pPr marL="926465" marR="5080">
              <a:lnSpc>
                <a:spcPct val="120000"/>
              </a:lnSpc>
              <a:spcBef>
                <a:spcPts val="5"/>
              </a:spcBef>
            </a:pPr>
            <a:r>
              <a:rPr lang="en-US"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lang="en-US" sz="1600" b="1" dirty="0">
                <a:solidFill>
                  <a:srgbClr val="006600"/>
                </a:solidFill>
                <a:latin typeface="Courier New"/>
                <a:cs typeface="Courier New"/>
              </a:rPr>
              <a:t>(“%d</a:t>
            </a:r>
            <a:r>
              <a:rPr lang="en-US" sz="1600" b="1" spc="-10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%d”,</a:t>
            </a:r>
            <a:r>
              <a:rPr lang="en-US"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a,b</a:t>
            </a: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);</a:t>
            </a:r>
            <a:endParaRPr lang="en-US"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lang="en-US" sz="1600" dirty="0">
              <a:latin typeface="Courier New"/>
              <a:cs typeface="Courier New"/>
            </a:endParaRPr>
          </a:p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755063" y="1916684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x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3863" y="19320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28316" y="2580132"/>
            <a:ext cx="524510" cy="213360"/>
          </a:xfrm>
          <a:custGeom>
            <a:avLst/>
            <a:gdLst/>
            <a:ahLst/>
            <a:cxnLst/>
            <a:rect l="l" t="t" r="r" b="b"/>
            <a:pathLst>
              <a:path w="524510" h="213360">
                <a:moveTo>
                  <a:pt x="70103" y="60959"/>
                </a:moveTo>
                <a:lnTo>
                  <a:pt x="0" y="163067"/>
                </a:lnTo>
                <a:lnTo>
                  <a:pt x="114300" y="213359"/>
                </a:lnTo>
                <a:lnTo>
                  <a:pt x="97947" y="156971"/>
                </a:lnTo>
                <a:lnTo>
                  <a:pt x="80771" y="156971"/>
                </a:lnTo>
                <a:lnTo>
                  <a:pt x="73151" y="126491"/>
                </a:lnTo>
                <a:lnTo>
                  <a:pt x="87889" y="122288"/>
                </a:lnTo>
                <a:lnTo>
                  <a:pt x="70103" y="60959"/>
                </a:lnTo>
                <a:close/>
              </a:path>
              <a:path w="524510" h="213360">
                <a:moveTo>
                  <a:pt x="87889" y="122288"/>
                </a:moveTo>
                <a:lnTo>
                  <a:pt x="73151" y="126491"/>
                </a:lnTo>
                <a:lnTo>
                  <a:pt x="80771" y="156971"/>
                </a:lnTo>
                <a:lnTo>
                  <a:pt x="96635" y="152447"/>
                </a:lnTo>
                <a:lnTo>
                  <a:pt x="87889" y="122288"/>
                </a:lnTo>
                <a:close/>
              </a:path>
              <a:path w="524510" h="213360">
                <a:moveTo>
                  <a:pt x="96635" y="152447"/>
                </a:moveTo>
                <a:lnTo>
                  <a:pt x="80771" y="156971"/>
                </a:lnTo>
                <a:lnTo>
                  <a:pt x="97947" y="156971"/>
                </a:lnTo>
                <a:lnTo>
                  <a:pt x="96635" y="152447"/>
                </a:lnTo>
                <a:close/>
              </a:path>
              <a:path w="524510" h="213360">
                <a:moveTo>
                  <a:pt x="516635" y="0"/>
                </a:moveTo>
                <a:lnTo>
                  <a:pt x="87889" y="122288"/>
                </a:lnTo>
                <a:lnTo>
                  <a:pt x="96635" y="152447"/>
                </a:lnTo>
                <a:lnTo>
                  <a:pt x="524256" y="30479"/>
                </a:lnTo>
                <a:lnTo>
                  <a:pt x="5166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0" y="2590800"/>
            <a:ext cx="1043939" cy="21046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2590800"/>
            <a:ext cx="1181100" cy="210616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33599" y="4876800"/>
            <a:ext cx="1144097" cy="213397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52193" y="4901609"/>
            <a:ext cx="205740" cy="387350"/>
          </a:xfrm>
          <a:custGeom>
            <a:avLst/>
            <a:gdLst/>
            <a:ahLst/>
            <a:cxnLst/>
            <a:rect l="l" t="t" r="r" b="b"/>
            <a:pathLst>
              <a:path w="205739" h="387350">
                <a:moveTo>
                  <a:pt x="116434" y="304733"/>
                </a:moveTo>
                <a:lnTo>
                  <a:pt x="57912" y="327659"/>
                </a:lnTo>
                <a:lnTo>
                  <a:pt x="166116" y="387095"/>
                </a:lnTo>
                <a:lnTo>
                  <a:pt x="189272" y="318515"/>
                </a:lnTo>
                <a:lnTo>
                  <a:pt x="121920" y="318515"/>
                </a:lnTo>
                <a:lnTo>
                  <a:pt x="116434" y="304733"/>
                </a:lnTo>
                <a:close/>
              </a:path>
              <a:path w="205739" h="387350">
                <a:moveTo>
                  <a:pt x="146437" y="292979"/>
                </a:moveTo>
                <a:lnTo>
                  <a:pt x="116434" y="304733"/>
                </a:lnTo>
                <a:lnTo>
                  <a:pt x="121920" y="318515"/>
                </a:lnTo>
                <a:lnTo>
                  <a:pt x="152400" y="307847"/>
                </a:lnTo>
                <a:lnTo>
                  <a:pt x="146437" y="292979"/>
                </a:lnTo>
                <a:close/>
              </a:path>
              <a:path w="205739" h="387350">
                <a:moveTo>
                  <a:pt x="205740" y="269747"/>
                </a:moveTo>
                <a:lnTo>
                  <a:pt x="146437" y="292979"/>
                </a:lnTo>
                <a:lnTo>
                  <a:pt x="152400" y="307847"/>
                </a:lnTo>
                <a:lnTo>
                  <a:pt x="121920" y="318515"/>
                </a:lnTo>
                <a:lnTo>
                  <a:pt x="189272" y="318515"/>
                </a:lnTo>
                <a:lnTo>
                  <a:pt x="205740" y="269747"/>
                </a:lnTo>
                <a:close/>
              </a:path>
              <a:path w="205739" h="387350">
                <a:moveTo>
                  <a:pt x="28956" y="0"/>
                </a:moveTo>
                <a:lnTo>
                  <a:pt x="0" y="12191"/>
                </a:lnTo>
                <a:lnTo>
                  <a:pt x="116434" y="304733"/>
                </a:lnTo>
                <a:lnTo>
                  <a:pt x="146437" y="292979"/>
                </a:lnTo>
                <a:lnTo>
                  <a:pt x="289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07539" y="5802883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t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82340" y="4876800"/>
            <a:ext cx="341630" cy="483234"/>
          </a:xfrm>
          <a:custGeom>
            <a:avLst/>
            <a:gdLst/>
            <a:ahLst/>
            <a:cxnLst/>
            <a:rect l="l" t="t" r="r" b="b"/>
            <a:pathLst>
              <a:path w="341629" h="483235">
                <a:moveTo>
                  <a:pt x="262176" y="71554"/>
                </a:moveTo>
                <a:lnTo>
                  <a:pt x="0" y="464819"/>
                </a:lnTo>
                <a:lnTo>
                  <a:pt x="25908" y="483107"/>
                </a:lnTo>
                <a:lnTo>
                  <a:pt x="288694" y="88928"/>
                </a:lnTo>
                <a:lnTo>
                  <a:pt x="262176" y="71554"/>
                </a:lnTo>
                <a:close/>
              </a:path>
              <a:path w="341629" h="483235">
                <a:moveTo>
                  <a:pt x="334094" y="57912"/>
                </a:moveTo>
                <a:lnTo>
                  <a:pt x="271272" y="57912"/>
                </a:lnTo>
                <a:lnTo>
                  <a:pt x="297180" y="76200"/>
                </a:lnTo>
                <a:lnTo>
                  <a:pt x="288694" y="88928"/>
                </a:lnTo>
                <a:lnTo>
                  <a:pt x="341375" y="123443"/>
                </a:lnTo>
                <a:lnTo>
                  <a:pt x="334094" y="57912"/>
                </a:lnTo>
                <a:close/>
              </a:path>
              <a:path w="341629" h="483235">
                <a:moveTo>
                  <a:pt x="271272" y="57912"/>
                </a:moveTo>
                <a:lnTo>
                  <a:pt x="262176" y="71554"/>
                </a:lnTo>
                <a:lnTo>
                  <a:pt x="288694" y="88928"/>
                </a:lnTo>
                <a:lnTo>
                  <a:pt x="297180" y="76200"/>
                </a:lnTo>
                <a:lnTo>
                  <a:pt x="271272" y="57912"/>
                </a:lnTo>
                <a:close/>
              </a:path>
              <a:path w="341629" h="483235">
                <a:moveTo>
                  <a:pt x="327660" y="0"/>
                </a:moveTo>
                <a:lnTo>
                  <a:pt x="208787" y="36575"/>
                </a:lnTo>
                <a:lnTo>
                  <a:pt x="262176" y="71554"/>
                </a:lnTo>
                <a:lnTo>
                  <a:pt x="271272" y="57912"/>
                </a:lnTo>
                <a:lnTo>
                  <a:pt x="334094" y="57912"/>
                </a:lnTo>
                <a:lnTo>
                  <a:pt x="3276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12" grpId="0" animBg="1"/>
      <p:bldP spid="13" grpId="0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>
              <a:lnSpc>
                <a:spcPct val="100000"/>
              </a:lnSpc>
              <a:spcBef>
                <a:spcPts val="100"/>
              </a:spcBef>
              <a:tabLst>
                <a:tab pos="8099425" algn="l"/>
              </a:tabLst>
            </a:pPr>
            <a:r>
              <a:rPr dirty="0"/>
              <a:t>Interchanging</a:t>
            </a:r>
            <a:r>
              <a:rPr spc="-90" dirty="0"/>
              <a:t> </a:t>
            </a:r>
            <a:r>
              <a:rPr dirty="0"/>
              <a:t>content</a:t>
            </a:r>
            <a:r>
              <a:rPr spc="-40" dirty="0"/>
              <a:t> </a:t>
            </a:r>
            <a:r>
              <a:rPr spc="-10" dirty="0"/>
              <a:t>using </a:t>
            </a:r>
            <a:r>
              <a:rPr u="heavy" spc="-10" dirty="0">
                <a:uFill>
                  <a:solidFill>
                    <a:srgbClr val="006600"/>
                  </a:solidFill>
                </a:uFill>
              </a:rPr>
              <a:t>function?</a:t>
            </a:r>
            <a:r>
              <a:rPr u="heavy" dirty="0">
                <a:uFill>
                  <a:solidFill>
                    <a:srgbClr val="0066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5327903" y="1822704"/>
            <a:ext cx="3595370" cy="2063750"/>
          </a:xfrm>
          <a:custGeom>
            <a:avLst/>
            <a:gdLst/>
            <a:ahLst/>
            <a:cxnLst/>
            <a:rect l="l" t="t" r="r" b="b"/>
            <a:pathLst>
              <a:path w="3595370" h="2063750">
                <a:moveTo>
                  <a:pt x="3595116" y="0"/>
                </a:moveTo>
                <a:lnTo>
                  <a:pt x="0" y="0"/>
                </a:lnTo>
                <a:lnTo>
                  <a:pt x="0" y="2063496"/>
                </a:lnTo>
                <a:lnTo>
                  <a:pt x="13716" y="2063496"/>
                </a:lnTo>
                <a:lnTo>
                  <a:pt x="13716" y="13716"/>
                </a:lnTo>
                <a:lnTo>
                  <a:pt x="6096" y="13716"/>
                </a:lnTo>
                <a:lnTo>
                  <a:pt x="13716" y="6096"/>
                </a:lnTo>
                <a:lnTo>
                  <a:pt x="3595116" y="6096"/>
                </a:lnTo>
                <a:lnTo>
                  <a:pt x="3595116" y="0"/>
                </a:lnTo>
                <a:close/>
              </a:path>
              <a:path w="3595370" h="2063750">
                <a:moveTo>
                  <a:pt x="3581400" y="6096"/>
                </a:moveTo>
                <a:lnTo>
                  <a:pt x="3581400" y="2063496"/>
                </a:lnTo>
                <a:lnTo>
                  <a:pt x="3595116" y="2063496"/>
                </a:lnTo>
                <a:lnTo>
                  <a:pt x="3595116" y="13716"/>
                </a:lnTo>
                <a:lnTo>
                  <a:pt x="3587496" y="13716"/>
                </a:lnTo>
                <a:lnTo>
                  <a:pt x="3581400" y="6096"/>
                </a:lnTo>
                <a:close/>
              </a:path>
              <a:path w="3595370" h="2063750">
                <a:moveTo>
                  <a:pt x="13716" y="6096"/>
                </a:moveTo>
                <a:lnTo>
                  <a:pt x="6096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595370" h="2063750">
                <a:moveTo>
                  <a:pt x="35814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581400" y="13716"/>
                </a:lnTo>
                <a:lnTo>
                  <a:pt x="3581400" y="6096"/>
                </a:lnTo>
                <a:close/>
              </a:path>
              <a:path w="3595370" h="2063750">
                <a:moveTo>
                  <a:pt x="3595116" y="6096"/>
                </a:moveTo>
                <a:lnTo>
                  <a:pt x="3581400" y="6096"/>
                </a:lnTo>
                <a:lnTo>
                  <a:pt x="3587496" y="13716"/>
                </a:lnTo>
                <a:lnTo>
                  <a:pt x="3595116" y="13716"/>
                </a:lnTo>
                <a:lnTo>
                  <a:pt x="35951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12752" y="1789392"/>
            <a:ext cx="2955925" cy="1787796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swap(int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x,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y){</a:t>
            </a:r>
            <a:endParaRPr sz="1600" dirty="0">
              <a:latin typeface="Courier New"/>
              <a:cs typeface="Courier New"/>
            </a:endParaRPr>
          </a:p>
          <a:p>
            <a:pPr marL="926465" marR="1289685" algn="just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  <a:endParaRPr lang="en-US" sz="16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926465" marR="1289685" algn="just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x; </a:t>
            </a:r>
            <a:endParaRPr lang="en-US" sz="16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926465" marR="1289685" algn="just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x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y; </a:t>
            </a:r>
            <a:endParaRPr lang="en-US" sz="16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926465" marR="1289685" algn="just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y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2752" y="3594582"/>
            <a:ext cx="14878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5498" y="3648451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36904" y="1746503"/>
            <a:ext cx="2687320" cy="2139950"/>
          </a:xfrm>
          <a:custGeom>
            <a:avLst/>
            <a:gdLst/>
            <a:ahLst/>
            <a:cxnLst/>
            <a:rect l="l" t="t" r="r" b="b"/>
            <a:pathLst>
              <a:path w="2687320" h="2139950">
                <a:moveTo>
                  <a:pt x="1309116" y="1859280"/>
                </a:moveTo>
                <a:lnTo>
                  <a:pt x="1306068" y="1856232"/>
                </a:lnTo>
                <a:lnTo>
                  <a:pt x="3048" y="1856232"/>
                </a:lnTo>
                <a:lnTo>
                  <a:pt x="0" y="1859280"/>
                </a:lnTo>
                <a:lnTo>
                  <a:pt x="0" y="2139696"/>
                </a:lnTo>
                <a:lnTo>
                  <a:pt x="13716" y="2139696"/>
                </a:lnTo>
                <a:lnTo>
                  <a:pt x="13716" y="1868424"/>
                </a:lnTo>
                <a:lnTo>
                  <a:pt x="1295400" y="1868424"/>
                </a:lnTo>
                <a:lnTo>
                  <a:pt x="1295400" y="2139696"/>
                </a:lnTo>
                <a:lnTo>
                  <a:pt x="1309116" y="2139696"/>
                </a:lnTo>
                <a:lnTo>
                  <a:pt x="1309116" y="1868424"/>
                </a:lnTo>
                <a:lnTo>
                  <a:pt x="1309116" y="1862328"/>
                </a:lnTo>
                <a:lnTo>
                  <a:pt x="1309116" y="1859280"/>
                </a:lnTo>
                <a:close/>
              </a:path>
              <a:path w="2687320" h="2139950">
                <a:moveTo>
                  <a:pt x="1309116" y="475488"/>
                </a:moveTo>
                <a:lnTo>
                  <a:pt x="1306068" y="472440"/>
                </a:lnTo>
                <a:lnTo>
                  <a:pt x="1295400" y="472440"/>
                </a:lnTo>
                <a:lnTo>
                  <a:pt x="1295400" y="484632"/>
                </a:lnTo>
                <a:lnTo>
                  <a:pt x="1295400" y="914400"/>
                </a:lnTo>
                <a:lnTo>
                  <a:pt x="1295400" y="1842516"/>
                </a:lnTo>
                <a:lnTo>
                  <a:pt x="13716" y="1842516"/>
                </a:lnTo>
                <a:lnTo>
                  <a:pt x="13716" y="1397508"/>
                </a:lnTo>
                <a:lnTo>
                  <a:pt x="1295400" y="1397508"/>
                </a:lnTo>
                <a:lnTo>
                  <a:pt x="1295400" y="1371600"/>
                </a:lnTo>
                <a:lnTo>
                  <a:pt x="13716" y="1371600"/>
                </a:lnTo>
                <a:lnTo>
                  <a:pt x="13716" y="941832"/>
                </a:lnTo>
                <a:lnTo>
                  <a:pt x="1295400" y="941832"/>
                </a:lnTo>
                <a:lnTo>
                  <a:pt x="1295400" y="929640"/>
                </a:lnTo>
                <a:lnTo>
                  <a:pt x="13716" y="929640"/>
                </a:lnTo>
                <a:lnTo>
                  <a:pt x="13716" y="928116"/>
                </a:lnTo>
                <a:lnTo>
                  <a:pt x="1295400" y="928116"/>
                </a:lnTo>
                <a:lnTo>
                  <a:pt x="1295400" y="914400"/>
                </a:lnTo>
                <a:lnTo>
                  <a:pt x="13716" y="914400"/>
                </a:lnTo>
                <a:lnTo>
                  <a:pt x="13716" y="484632"/>
                </a:lnTo>
                <a:lnTo>
                  <a:pt x="1295400" y="484632"/>
                </a:lnTo>
                <a:lnTo>
                  <a:pt x="1295400" y="472440"/>
                </a:lnTo>
                <a:lnTo>
                  <a:pt x="3048" y="472440"/>
                </a:lnTo>
                <a:lnTo>
                  <a:pt x="0" y="475488"/>
                </a:lnTo>
                <a:lnTo>
                  <a:pt x="0" y="917448"/>
                </a:lnTo>
                <a:lnTo>
                  <a:pt x="0" y="938784"/>
                </a:lnTo>
                <a:lnTo>
                  <a:pt x="0" y="1382268"/>
                </a:lnTo>
                <a:lnTo>
                  <a:pt x="3048" y="1385316"/>
                </a:lnTo>
                <a:lnTo>
                  <a:pt x="0" y="1388364"/>
                </a:lnTo>
                <a:lnTo>
                  <a:pt x="0" y="1851660"/>
                </a:lnTo>
                <a:lnTo>
                  <a:pt x="3048" y="1854708"/>
                </a:lnTo>
                <a:lnTo>
                  <a:pt x="1306068" y="1854708"/>
                </a:lnTo>
                <a:lnTo>
                  <a:pt x="1309116" y="1851660"/>
                </a:lnTo>
                <a:lnTo>
                  <a:pt x="1309116" y="1848612"/>
                </a:lnTo>
                <a:lnTo>
                  <a:pt x="1309116" y="1842516"/>
                </a:lnTo>
                <a:lnTo>
                  <a:pt x="1309116" y="1397508"/>
                </a:lnTo>
                <a:lnTo>
                  <a:pt x="1309116" y="1391412"/>
                </a:lnTo>
                <a:lnTo>
                  <a:pt x="1309116" y="1388364"/>
                </a:lnTo>
                <a:lnTo>
                  <a:pt x="1306068" y="1385316"/>
                </a:lnTo>
                <a:lnTo>
                  <a:pt x="1309116" y="1382268"/>
                </a:lnTo>
                <a:lnTo>
                  <a:pt x="1309116" y="1377696"/>
                </a:lnTo>
                <a:lnTo>
                  <a:pt x="1309116" y="1371600"/>
                </a:lnTo>
                <a:lnTo>
                  <a:pt x="1309116" y="478536"/>
                </a:lnTo>
                <a:lnTo>
                  <a:pt x="1309116" y="475488"/>
                </a:lnTo>
                <a:close/>
              </a:path>
              <a:path w="2687320" h="2139950">
                <a:moveTo>
                  <a:pt x="1309116" y="3048"/>
                </a:moveTo>
                <a:lnTo>
                  <a:pt x="1306068" y="0"/>
                </a:lnTo>
                <a:lnTo>
                  <a:pt x="1295400" y="0"/>
                </a:lnTo>
                <a:lnTo>
                  <a:pt x="1295400" y="13716"/>
                </a:lnTo>
                <a:lnTo>
                  <a:pt x="1295400" y="457200"/>
                </a:lnTo>
                <a:lnTo>
                  <a:pt x="13716" y="457200"/>
                </a:lnTo>
                <a:lnTo>
                  <a:pt x="13716" y="13716"/>
                </a:lnTo>
                <a:lnTo>
                  <a:pt x="1295400" y="13716"/>
                </a:lnTo>
                <a:lnTo>
                  <a:pt x="1295400" y="0"/>
                </a:lnTo>
                <a:lnTo>
                  <a:pt x="3048" y="0"/>
                </a:lnTo>
                <a:lnTo>
                  <a:pt x="0" y="3048"/>
                </a:lnTo>
                <a:lnTo>
                  <a:pt x="0" y="467868"/>
                </a:lnTo>
                <a:lnTo>
                  <a:pt x="3048" y="470916"/>
                </a:lnTo>
                <a:lnTo>
                  <a:pt x="1306068" y="470916"/>
                </a:lnTo>
                <a:lnTo>
                  <a:pt x="1309116" y="467868"/>
                </a:lnTo>
                <a:lnTo>
                  <a:pt x="1309116" y="463296"/>
                </a:lnTo>
                <a:lnTo>
                  <a:pt x="1309116" y="457200"/>
                </a:lnTo>
                <a:lnTo>
                  <a:pt x="1309116" y="13716"/>
                </a:lnTo>
                <a:lnTo>
                  <a:pt x="1309116" y="6096"/>
                </a:lnTo>
                <a:lnTo>
                  <a:pt x="1309116" y="3048"/>
                </a:lnTo>
                <a:close/>
              </a:path>
              <a:path w="2687320" h="2139950">
                <a:moveTo>
                  <a:pt x="2686812" y="259080"/>
                </a:moveTo>
                <a:lnTo>
                  <a:pt x="2685288" y="257556"/>
                </a:lnTo>
                <a:lnTo>
                  <a:pt x="2685288" y="252984"/>
                </a:lnTo>
                <a:lnTo>
                  <a:pt x="2682240" y="249936"/>
                </a:lnTo>
                <a:lnTo>
                  <a:pt x="2680716" y="246888"/>
                </a:lnTo>
                <a:lnTo>
                  <a:pt x="2679192" y="246888"/>
                </a:lnTo>
                <a:lnTo>
                  <a:pt x="2679192" y="245364"/>
                </a:lnTo>
                <a:lnTo>
                  <a:pt x="2677668" y="245364"/>
                </a:lnTo>
                <a:lnTo>
                  <a:pt x="2659380" y="236220"/>
                </a:lnTo>
                <a:lnTo>
                  <a:pt x="2650236" y="234696"/>
                </a:lnTo>
                <a:lnTo>
                  <a:pt x="2641092" y="231648"/>
                </a:lnTo>
                <a:lnTo>
                  <a:pt x="2619756" y="228600"/>
                </a:lnTo>
                <a:lnTo>
                  <a:pt x="2595372" y="225552"/>
                </a:lnTo>
                <a:lnTo>
                  <a:pt x="2581656" y="224028"/>
                </a:lnTo>
                <a:lnTo>
                  <a:pt x="2567940" y="224028"/>
                </a:lnTo>
                <a:lnTo>
                  <a:pt x="2552700" y="222504"/>
                </a:lnTo>
                <a:lnTo>
                  <a:pt x="2522220" y="222504"/>
                </a:lnTo>
                <a:lnTo>
                  <a:pt x="2520696" y="248412"/>
                </a:lnTo>
                <a:lnTo>
                  <a:pt x="2552700" y="248412"/>
                </a:lnTo>
                <a:lnTo>
                  <a:pt x="2566416" y="249936"/>
                </a:lnTo>
                <a:lnTo>
                  <a:pt x="2580132" y="249936"/>
                </a:lnTo>
                <a:lnTo>
                  <a:pt x="2593848" y="251460"/>
                </a:lnTo>
                <a:lnTo>
                  <a:pt x="2645664" y="259080"/>
                </a:lnTo>
                <a:lnTo>
                  <a:pt x="2660904" y="265188"/>
                </a:lnTo>
                <a:lnTo>
                  <a:pt x="2660904" y="2139696"/>
                </a:lnTo>
                <a:lnTo>
                  <a:pt x="2686812" y="2139696"/>
                </a:lnTo>
                <a:lnTo>
                  <a:pt x="2686812" y="266700"/>
                </a:lnTo>
                <a:lnTo>
                  <a:pt x="2686812" y="260604"/>
                </a:lnTo>
                <a:lnTo>
                  <a:pt x="2686812" y="259080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77567" y="3661180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25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063" y="1646707"/>
            <a:ext cx="163195" cy="8096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27903" y="3886200"/>
            <a:ext cx="3595370" cy="1539240"/>
          </a:xfrm>
          <a:custGeom>
            <a:avLst/>
            <a:gdLst/>
            <a:ahLst/>
            <a:cxnLst/>
            <a:rect l="l" t="t" r="r" b="b"/>
            <a:pathLst>
              <a:path w="3595370" h="1539239">
                <a:moveTo>
                  <a:pt x="13716" y="0"/>
                </a:moveTo>
                <a:lnTo>
                  <a:pt x="0" y="0"/>
                </a:lnTo>
                <a:lnTo>
                  <a:pt x="0" y="1539239"/>
                </a:lnTo>
                <a:lnTo>
                  <a:pt x="3595116" y="1539239"/>
                </a:lnTo>
                <a:lnTo>
                  <a:pt x="3595116" y="1533143"/>
                </a:lnTo>
                <a:lnTo>
                  <a:pt x="13716" y="1533144"/>
                </a:lnTo>
                <a:lnTo>
                  <a:pt x="6096" y="1527048"/>
                </a:lnTo>
                <a:lnTo>
                  <a:pt x="13716" y="1527048"/>
                </a:lnTo>
                <a:lnTo>
                  <a:pt x="13716" y="0"/>
                </a:lnTo>
                <a:close/>
              </a:path>
              <a:path w="3595370" h="1539239">
                <a:moveTo>
                  <a:pt x="13716" y="1527048"/>
                </a:moveTo>
                <a:lnTo>
                  <a:pt x="6096" y="1527048"/>
                </a:lnTo>
                <a:lnTo>
                  <a:pt x="13716" y="1533144"/>
                </a:lnTo>
                <a:lnTo>
                  <a:pt x="13716" y="1527048"/>
                </a:lnTo>
                <a:close/>
              </a:path>
              <a:path w="3595370" h="1539239">
                <a:moveTo>
                  <a:pt x="3581400" y="1527048"/>
                </a:moveTo>
                <a:lnTo>
                  <a:pt x="13716" y="1527048"/>
                </a:lnTo>
                <a:lnTo>
                  <a:pt x="13716" y="1533144"/>
                </a:lnTo>
                <a:lnTo>
                  <a:pt x="3581400" y="1533144"/>
                </a:lnTo>
                <a:lnTo>
                  <a:pt x="3581400" y="1527048"/>
                </a:lnTo>
                <a:close/>
              </a:path>
              <a:path w="3595370" h="1539239">
                <a:moveTo>
                  <a:pt x="3595116" y="0"/>
                </a:moveTo>
                <a:lnTo>
                  <a:pt x="3581400" y="0"/>
                </a:lnTo>
                <a:lnTo>
                  <a:pt x="3581400" y="1533144"/>
                </a:lnTo>
                <a:lnTo>
                  <a:pt x="3587496" y="1527048"/>
                </a:lnTo>
                <a:lnTo>
                  <a:pt x="3595116" y="1527048"/>
                </a:lnTo>
                <a:lnTo>
                  <a:pt x="3595116" y="0"/>
                </a:lnTo>
                <a:close/>
              </a:path>
              <a:path w="3595370" h="1539239">
                <a:moveTo>
                  <a:pt x="3595116" y="1527048"/>
                </a:moveTo>
                <a:lnTo>
                  <a:pt x="3587496" y="1527048"/>
                </a:lnTo>
                <a:lnTo>
                  <a:pt x="3581400" y="1533144"/>
                </a:lnTo>
                <a:lnTo>
                  <a:pt x="3595116" y="1533143"/>
                </a:lnTo>
                <a:lnTo>
                  <a:pt x="3595116" y="15270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27101" y="3838016"/>
            <a:ext cx="2464435" cy="1529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b; </a:t>
            </a:r>
            <a:endParaRPr lang="en-US" sz="16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scanf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(“%d%d”,&amp;a,&amp;b); 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swap(a,b); 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(“%d</a:t>
            </a:r>
            <a:r>
              <a:rPr sz="1600" b="1" spc="-10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%d”,</a:t>
            </a:r>
            <a:r>
              <a:rPr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a,b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);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36904" y="3886200"/>
            <a:ext cx="2839720" cy="2147570"/>
          </a:xfrm>
          <a:custGeom>
            <a:avLst/>
            <a:gdLst/>
            <a:ahLst/>
            <a:cxnLst/>
            <a:rect l="l" t="t" r="r" b="b"/>
            <a:pathLst>
              <a:path w="2839720" h="2147570">
                <a:moveTo>
                  <a:pt x="1309116" y="1078992"/>
                </a:moveTo>
                <a:lnTo>
                  <a:pt x="1306068" y="1075944"/>
                </a:lnTo>
                <a:lnTo>
                  <a:pt x="1295400" y="1075944"/>
                </a:lnTo>
                <a:lnTo>
                  <a:pt x="1295400" y="1088136"/>
                </a:lnTo>
                <a:lnTo>
                  <a:pt x="1295400" y="1517904"/>
                </a:lnTo>
                <a:lnTo>
                  <a:pt x="1295400" y="1531620"/>
                </a:lnTo>
                <a:lnTo>
                  <a:pt x="1295400" y="1533144"/>
                </a:lnTo>
                <a:lnTo>
                  <a:pt x="1295400" y="1545336"/>
                </a:lnTo>
                <a:lnTo>
                  <a:pt x="1295400" y="1975104"/>
                </a:lnTo>
                <a:lnTo>
                  <a:pt x="13716" y="1975104"/>
                </a:lnTo>
                <a:lnTo>
                  <a:pt x="13716" y="1545336"/>
                </a:lnTo>
                <a:lnTo>
                  <a:pt x="1295400" y="1545336"/>
                </a:lnTo>
                <a:lnTo>
                  <a:pt x="1295400" y="1533144"/>
                </a:lnTo>
                <a:lnTo>
                  <a:pt x="13716" y="1533144"/>
                </a:lnTo>
                <a:lnTo>
                  <a:pt x="13716" y="1531620"/>
                </a:lnTo>
                <a:lnTo>
                  <a:pt x="1295400" y="1531620"/>
                </a:lnTo>
                <a:lnTo>
                  <a:pt x="1295400" y="1517904"/>
                </a:lnTo>
                <a:lnTo>
                  <a:pt x="13716" y="1517904"/>
                </a:lnTo>
                <a:lnTo>
                  <a:pt x="13716" y="1088136"/>
                </a:lnTo>
                <a:lnTo>
                  <a:pt x="1295400" y="1088136"/>
                </a:lnTo>
                <a:lnTo>
                  <a:pt x="1295400" y="1075944"/>
                </a:lnTo>
                <a:lnTo>
                  <a:pt x="3048" y="1075944"/>
                </a:lnTo>
                <a:lnTo>
                  <a:pt x="0" y="1078992"/>
                </a:lnTo>
                <a:lnTo>
                  <a:pt x="0" y="1520952"/>
                </a:lnTo>
                <a:lnTo>
                  <a:pt x="0" y="1542288"/>
                </a:lnTo>
                <a:lnTo>
                  <a:pt x="0" y="1985772"/>
                </a:lnTo>
                <a:lnTo>
                  <a:pt x="3048" y="1988820"/>
                </a:lnTo>
                <a:lnTo>
                  <a:pt x="1306068" y="1988820"/>
                </a:lnTo>
                <a:lnTo>
                  <a:pt x="1309116" y="1985772"/>
                </a:lnTo>
                <a:lnTo>
                  <a:pt x="1309116" y="1981200"/>
                </a:lnTo>
                <a:lnTo>
                  <a:pt x="1309116" y="1975104"/>
                </a:lnTo>
                <a:lnTo>
                  <a:pt x="1309116" y="1082040"/>
                </a:lnTo>
                <a:lnTo>
                  <a:pt x="1309116" y="1078992"/>
                </a:lnTo>
                <a:close/>
              </a:path>
              <a:path w="2839720" h="2147570">
                <a:moveTo>
                  <a:pt x="1309116" y="0"/>
                </a:moveTo>
                <a:lnTo>
                  <a:pt x="1295400" y="0"/>
                </a:lnTo>
                <a:lnTo>
                  <a:pt x="1295400" y="160020"/>
                </a:lnTo>
                <a:lnTo>
                  <a:pt x="1295400" y="172212"/>
                </a:lnTo>
                <a:lnTo>
                  <a:pt x="1295400" y="1060704"/>
                </a:lnTo>
                <a:lnTo>
                  <a:pt x="13716" y="1060704"/>
                </a:lnTo>
                <a:lnTo>
                  <a:pt x="13716" y="629412"/>
                </a:lnTo>
                <a:lnTo>
                  <a:pt x="1295400" y="629412"/>
                </a:lnTo>
                <a:lnTo>
                  <a:pt x="1295400" y="603504"/>
                </a:lnTo>
                <a:lnTo>
                  <a:pt x="13716" y="603504"/>
                </a:lnTo>
                <a:lnTo>
                  <a:pt x="13716" y="185928"/>
                </a:lnTo>
                <a:lnTo>
                  <a:pt x="1295400" y="185928"/>
                </a:lnTo>
                <a:lnTo>
                  <a:pt x="1295400" y="173736"/>
                </a:lnTo>
                <a:lnTo>
                  <a:pt x="13716" y="173736"/>
                </a:lnTo>
                <a:lnTo>
                  <a:pt x="13716" y="172212"/>
                </a:lnTo>
                <a:lnTo>
                  <a:pt x="1295400" y="172212"/>
                </a:lnTo>
                <a:lnTo>
                  <a:pt x="1295400" y="160020"/>
                </a:lnTo>
                <a:lnTo>
                  <a:pt x="13716" y="160020"/>
                </a:lnTo>
                <a:lnTo>
                  <a:pt x="13716" y="0"/>
                </a:lnTo>
                <a:lnTo>
                  <a:pt x="0" y="0"/>
                </a:lnTo>
                <a:lnTo>
                  <a:pt x="0" y="1071372"/>
                </a:lnTo>
                <a:lnTo>
                  <a:pt x="3048" y="1074420"/>
                </a:lnTo>
                <a:lnTo>
                  <a:pt x="1306068" y="1074420"/>
                </a:lnTo>
                <a:lnTo>
                  <a:pt x="1309116" y="1071372"/>
                </a:lnTo>
                <a:lnTo>
                  <a:pt x="1309116" y="1066800"/>
                </a:lnTo>
                <a:lnTo>
                  <a:pt x="1309116" y="1060704"/>
                </a:lnTo>
                <a:lnTo>
                  <a:pt x="1309116" y="163068"/>
                </a:lnTo>
                <a:lnTo>
                  <a:pt x="1309116" y="0"/>
                </a:lnTo>
                <a:close/>
              </a:path>
              <a:path w="2839720" h="2147570">
                <a:moveTo>
                  <a:pt x="2839212" y="108204"/>
                </a:moveTo>
                <a:lnTo>
                  <a:pt x="2833116" y="102108"/>
                </a:lnTo>
                <a:lnTo>
                  <a:pt x="2825496" y="102108"/>
                </a:lnTo>
                <a:lnTo>
                  <a:pt x="2796540" y="102108"/>
                </a:lnTo>
                <a:lnTo>
                  <a:pt x="2781300" y="100584"/>
                </a:lnTo>
                <a:lnTo>
                  <a:pt x="2767584" y="100584"/>
                </a:lnTo>
                <a:lnTo>
                  <a:pt x="2731008" y="96012"/>
                </a:lnTo>
                <a:lnTo>
                  <a:pt x="2720340" y="94488"/>
                </a:lnTo>
                <a:lnTo>
                  <a:pt x="2711196" y="92964"/>
                </a:lnTo>
                <a:lnTo>
                  <a:pt x="2695956" y="89916"/>
                </a:lnTo>
                <a:lnTo>
                  <a:pt x="2686812" y="86868"/>
                </a:lnTo>
                <a:lnTo>
                  <a:pt x="2686812" y="83820"/>
                </a:lnTo>
                <a:lnTo>
                  <a:pt x="2686812" y="0"/>
                </a:lnTo>
                <a:lnTo>
                  <a:pt x="2660904" y="0"/>
                </a:lnTo>
                <a:lnTo>
                  <a:pt x="2660904" y="92964"/>
                </a:lnTo>
                <a:lnTo>
                  <a:pt x="2662428" y="96012"/>
                </a:lnTo>
                <a:lnTo>
                  <a:pt x="2662428" y="97536"/>
                </a:lnTo>
                <a:lnTo>
                  <a:pt x="2665476" y="100584"/>
                </a:lnTo>
                <a:lnTo>
                  <a:pt x="2667000" y="103632"/>
                </a:lnTo>
                <a:lnTo>
                  <a:pt x="2668524" y="103632"/>
                </a:lnTo>
                <a:lnTo>
                  <a:pt x="2668524" y="105156"/>
                </a:lnTo>
                <a:lnTo>
                  <a:pt x="2670048" y="105156"/>
                </a:lnTo>
                <a:lnTo>
                  <a:pt x="2673096" y="108204"/>
                </a:lnTo>
                <a:lnTo>
                  <a:pt x="2688336" y="114300"/>
                </a:lnTo>
                <a:lnTo>
                  <a:pt x="2692489" y="115138"/>
                </a:lnTo>
                <a:lnTo>
                  <a:pt x="2688336" y="115824"/>
                </a:lnTo>
                <a:lnTo>
                  <a:pt x="2686812" y="116586"/>
                </a:lnTo>
                <a:lnTo>
                  <a:pt x="2686812" y="141732"/>
                </a:lnTo>
                <a:lnTo>
                  <a:pt x="2686812" y="143268"/>
                </a:lnTo>
                <a:lnTo>
                  <a:pt x="2685288" y="144780"/>
                </a:lnTo>
                <a:lnTo>
                  <a:pt x="2686799" y="143268"/>
                </a:lnTo>
                <a:lnTo>
                  <a:pt x="2686812" y="141732"/>
                </a:lnTo>
                <a:lnTo>
                  <a:pt x="2686812" y="116586"/>
                </a:lnTo>
                <a:lnTo>
                  <a:pt x="2682240" y="118872"/>
                </a:lnTo>
                <a:lnTo>
                  <a:pt x="2674620" y="121920"/>
                </a:lnTo>
                <a:lnTo>
                  <a:pt x="2670048" y="124968"/>
                </a:lnTo>
                <a:lnTo>
                  <a:pt x="2668524" y="124968"/>
                </a:lnTo>
                <a:lnTo>
                  <a:pt x="2668524" y="126492"/>
                </a:lnTo>
                <a:lnTo>
                  <a:pt x="2667000" y="126492"/>
                </a:lnTo>
                <a:lnTo>
                  <a:pt x="2665476" y="129540"/>
                </a:lnTo>
                <a:lnTo>
                  <a:pt x="2662428" y="132588"/>
                </a:lnTo>
                <a:lnTo>
                  <a:pt x="2662428" y="134112"/>
                </a:lnTo>
                <a:lnTo>
                  <a:pt x="2660904" y="137160"/>
                </a:lnTo>
                <a:lnTo>
                  <a:pt x="2660904" y="2106168"/>
                </a:lnTo>
                <a:lnTo>
                  <a:pt x="2616708" y="2115312"/>
                </a:lnTo>
                <a:lnTo>
                  <a:pt x="2580132" y="2119884"/>
                </a:lnTo>
                <a:lnTo>
                  <a:pt x="2566416" y="2119884"/>
                </a:lnTo>
                <a:lnTo>
                  <a:pt x="2551176" y="2121408"/>
                </a:lnTo>
                <a:lnTo>
                  <a:pt x="2520696" y="2121408"/>
                </a:lnTo>
                <a:lnTo>
                  <a:pt x="2522220" y="2147316"/>
                </a:lnTo>
                <a:lnTo>
                  <a:pt x="2552700" y="2145792"/>
                </a:lnTo>
                <a:lnTo>
                  <a:pt x="2567940" y="2145792"/>
                </a:lnTo>
                <a:lnTo>
                  <a:pt x="2581656" y="2144268"/>
                </a:lnTo>
                <a:lnTo>
                  <a:pt x="2595372" y="2144268"/>
                </a:lnTo>
                <a:lnTo>
                  <a:pt x="2631948" y="2139696"/>
                </a:lnTo>
                <a:lnTo>
                  <a:pt x="2641092" y="2138172"/>
                </a:lnTo>
                <a:lnTo>
                  <a:pt x="2651760" y="2135124"/>
                </a:lnTo>
                <a:lnTo>
                  <a:pt x="2659380" y="2133600"/>
                </a:lnTo>
                <a:lnTo>
                  <a:pt x="2667000" y="2130552"/>
                </a:lnTo>
                <a:lnTo>
                  <a:pt x="2673096" y="2127504"/>
                </a:lnTo>
                <a:lnTo>
                  <a:pt x="2677668" y="2124456"/>
                </a:lnTo>
                <a:lnTo>
                  <a:pt x="2679192" y="2124456"/>
                </a:lnTo>
                <a:lnTo>
                  <a:pt x="2679192" y="2122932"/>
                </a:lnTo>
                <a:lnTo>
                  <a:pt x="2680716" y="2122932"/>
                </a:lnTo>
                <a:lnTo>
                  <a:pt x="2682240" y="2119884"/>
                </a:lnTo>
                <a:lnTo>
                  <a:pt x="2685288" y="2116836"/>
                </a:lnTo>
                <a:lnTo>
                  <a:pt x="2685288" y="2112264"/>
                </a:lnTo>
                <a:lnTo>
                  <a:pt x="2686812" y="2110740"/>
                </a:lnTo>
                <a:lnTo>
                  <a:pt x="2686812" y="2109216"/>
                </a:lnTo>
                <a:lnTo>
                  <a:pt x="2686812" y="2103120"/>
                </a:lnTo>
                <a:lnTo>
                  <a:pt x="2686812" y="146304"/>
                </a:lnTo>
                <a:lnTo>
                  <a:pt x="2686812" y="144272"/>
                </a:lnTo>
                <a:lnTo>
                  <a:pt x="2689847" y="143268"/>
                </a:lnTo>
                <a:lnTo>
                  <a:pt x="2741676" y="132588"/>
                </a:lnTo>
                <a:lnTo>
                  <a:pt x="2755392" y="131064"/>
                </a:lnTo>
                <a:lnTo>
                  <a:pt x="2767584" y="129540"/>
                </a:lnTo>
                <a:lnTo>
                  <a:pt x="2781300" y="129540"/>
                </a:lnTo>
                <a:lnTo>
                  <a:pt x="2795016" y="128016"/>
                </a:lnTo>
                <a:lnTo>
                  <a:pt x="2825496" y="128016"/>
                </a:lnTo>
                <a:lnTo>
                  <a:pt x="2833116" y="128016"/>
                </a:lnTo>
                <a:lnTo>
                  <a:pt x="2839212" y="121920"/>
                </a:lnTo>
                <a:lnTo>
                  <a:pt x="2839212" y="108204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17416" y="3821607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RAM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5376" y="3745484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6231" y="4030319"/>
            <a:ext cx="462915" cy="1245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204</a:t>
            </a:r>
            <a:endParaRPr sz="1800">
              <a:latin typeface="Courier New"/>
              <a:cs typeface="Courier New"/>
            </a:endParaRPr>
          </a:p>
          <a:p>
            <a:pPr marL="21590">
              <a:lnSpc>
                <a:spcPct val="100000"/>
              </a:lnSpc>
              <a:spcBef>
                <a:spcPts val="8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208</a:t>
            </a:r>
            <a:endParaRPr sz="1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2816" y="4010431"/>
            <a:ext cx="280035" cy="82715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50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25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69463" y="4126560"/>
            <a:ext cx="189230" cy="1717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45720" indent="7620" algn="just">
              <a:lnSpc>
                <a:spcPct val="152800"/>
              </a:lnSpc>
              <a:spcBef>
                <a:spcPts val="500"/>
              </a:spcBef>
            </a:pPr>
            <a:r>
              <a:rPr lang="en-US"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800" b="1" spc="-5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45720" indent="7620" algn="just">
              <a:lnSpc>
                <a:spcPct val="152800"/>
              </a:lnSpc>
              <a:spcBef>
                <a:spcPts val="5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endParaRPr lang="en-US" sz="1800" b="1" spc="-5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45720" indent="7620" algn="just">
              <a:lnSpc>
                <a:spcPct val="152800"/>
              </a:lnSpc>
              <a:spcBef>
                <a:spcPts val="5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64639" y="5487416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25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41880" y="5024120"/>
            <a:ext cx="30035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7" baseline="3086" dirty="0">
                <a:solidFill>
                  <a:srgbClr val="006600"/>
                </a:solidFill>
                <a:latin typeface="Arial"/>
                <a:cs typeface="Arial"/>
              </a:rPr>
              <a:t>25</a:t>
            </a:r>
            <a:endParaRPr sz="2700" baseline="3086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0016" y="4522723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50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367027" y="4677155"/>
            <a:ext cx="158750" cy="962025"/>
          </a:xfrm>
          <a:custGeom>
            <a:avLst/>
            <a:gdLst/>
            <a:ahLst/>
            <a:cxnLst/>
            <a:rect l="l" t="t" r="r" b="b"/>
            <a:pathLst>
              <a:path w="158750" h="962025">
                <a:moveTo>
                  <a:pt x="63638" y="867456"/>
                </a:moveTo>
                <a:lnTo>
                  <a:pt x="0" y="868680"/>
                </a:lnTo>
                <a:lnTo>
                  <a:pt x="80772" y="961644"/>
                </a:lnTo>
                <a:lnTo>
                  <a:pt x="143691" y="883920"/>
                </a:lnTo>
                <a:lnTo>
                  <a:pt x="64008" y="883920"/>
                </a:lnTo>
                <a:lnTo>
                  <a:pt x="63638" y="867456"/>
                </a:lnTo>
                <a:close/>
              </a:path>
              <a:path w="158750" h="962025">
                <a:moveTo>
                  <a:pt x="95662" y="866840"/>
                </a:moveTo>
                <a:lnTo>
                  <a:pt x="63638" y="867456"/>
                </a:lnTo>
                <a:lnTo>
                  <a:pt x="64008" y="883920"/>
                </a:lnTo>
                <a:lnTo>
                  <a:pt x="96012" y="882396"/>
                </a:lnTo>
                <a:lnTo>
                  <a:pt x="95662" y="866840"/>
                </a:lnTo>
                <a:close/>
              </a:path>
              <a:path w="158750" h="962025">
                <a:moveTo>
                  <a:pt x="158496" y="865632"/>
                </a:moveTo>
                <a:lnTo>
                  <a:pt x="95662" y="866840"/>
                </a:lnTo>
                <a:lnTo>
                  <a:pt x="96012" y="882396"/>
                </a:lnTo>
                <a:lnTo>
                  <a:pt x="64008" y="883920"/>
                </a:lnTo>
                <a:lnTo>
                  <a:pt x="143691" y="883920"/>
                </a:lnTo>
                <a:lnTo>
                  <a:pt x="158496" y="865632"/>
                </a:lnTo>
                <a:close/>
              </a:path>
              <a:path w="158750" h="962025">
                <a:moveTo>
                  <a:pt x="76200" y="0"/>
                </a:moveTo>
                <a:lnTo>
                  <a:pt x="44196" y="0"/>
                </a:lnTo>
                <a:lnTo>
                  <a:pt x="63638" y="867456"/>
                </a:lnTo>
                <a:lnTo>
                  <a:pt x="95662" y="866840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A0936C-7D2E-4B67-B770-FFDE8624CF87}"/>
              </a:ext>
            </a:extLst>
          </p:cNvPr>
          <p:cNvSpPr txBox="1"/>
          <p:nvPr/>
        </p:nvSpPr>
        <p:spPr>
          <a:xfrm>
            <a:off x="1469175" y="4951237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50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C4CACB2-785E-4DCB-A49A-32FFC57B7B74}"/>
              </a:ext>
            </a:extLst>
          </p:cNvPr>
          <p:cNvCxnSpPr>
            <a:stCxn id="29" idx="3"/>
          </p:cNvCxnSpPr>
          <p:nvPr/>
        </p:nvCxnSpPr>
        <p:spPr>
          <a:xfrm flipV="1">
            <a:off x="1926375" y="4672583"/>
            <a:ext cx="115505" cy="463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260CA47-A248-4A89-821B-D17F584A1345}"/>
              </a:ext>
            </a:extLst>
          </p:cNvPr>
          <p:cNvCxnSpPr>
            <a:cxnSpLocks/>
          </p:cNvCxnSpPr>
          <p:nvPr/>
        </p:nvCxnSpPr>
        <p:spPr>
          <a:xfrm flipV="1">
            <a:off x="1843741" y="5193780"/>
            <a:ext cx="172852" cy="3365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object 23">
            <a:extLst>
              <a:ext uri="{FF2B5EF4-FFF2-40B4-BE49-F238E27FC236}">
                <a16:creationId xmlns:a16="http://schemas.microsoft.com/office/drawing/2014/main" id="{FA2FB487-10CA-4D3D-832C-962F765721D7}"/>
              </a:ext>
            </a:extLst>
          </p:cNvPr>
          <p:cNvSpPr txBox="1"/>
          <p:nvPr/>
        </p:nvSpPr>
        <p:spPr>
          <a:xfrm>
            <a:off x="4117416" y="5754294"/>
            <a:ext cx="166370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4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lang="en-US"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5 50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1" grpId="0"/>
      <p:bldP spid="22" grpId="0"/>
      <p:bldP spid="23" grpId="0"/>
      <p:bldP spid="24" grpId="0" animBg="1"/>
      <p:bldP spid="29" grpId="0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>
              <a:lnSpc>
                <a:spcPct val="100000"/>
              </a:lnSpc>
              <a:spcBef>
                <a:spcPts val="100"/>
              </a:spcBef>
              <a:tabLst>
                <a:tab pos="8099425" algn="l"/>
              </a:tabLst>
            </a:pPr>
            <a:r>
              <a:rPr dirty="0"/>
              <a:t>Interchanging</a:t>
            </a:r>
            <a:r>
              <a:rPr spc="-90" dirty="0"/>
              <a:t> </a:t>
            </a:r>
            <a:r>
              <a:rPr dirty="0"/>
              <a:t>content</a:t>
            </a:r>
            <a:r>
              <a:rPr spc="-40" dirty="0"/>
              <a:t> </a:t>
            </a:r>
            <a:r>
              <a:rPr spc="-10" dirty="0"/>
              <a:t>using </a:t>
            </a:r>
            <a:r>
              <a:rPr u="heavy" spc="-10" dirty="0">
                <a:uFill>
                  <a:solidFill>
                    <a:srgbClr val="006600"/>
                  </a:solidFill>
                </a:uFill>
              </a:rPr>
              <a:t>function?</a:t>
            </a:r>
            <a:r>
              <a:rPr u="heavy" dirty="0">
                <a:uFill>
                  <a:solidFill>
                    <a:srgbClr val="00660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5327903" y="1822704"/>
            <a:ext cx="3595370" cy="2063750"/>
          </a:xfrm>
          <a:custGeom>
            <a:avLst/>
            <a:gdLst/>
            <a:ahLst/>
            <a:cxnLst/>
            <a:rect l="l" t="t" r="r" b="b"/>
            <a:pathLst>
              <a:path w="3595370" h="2063750">
                <a:moveTo>
                  <a:pt x="3595116" y="0"/>
                </a:moveTo>
                <a:lnTo>
                  <a:pt x="0" y="0"/>
                </a:lnTo>
                <a:lnTo>
                  <a:pt x="0" y="2063496"/>
                </a:lnTo>
                <a:lnTo>
                  <a:pt x="13716" y="2063496"/>
                </a:lnTo>
                <a:lnTo>
                  <a:pt x="13716" y="13716"/>
                </a:lnTo>
                <a:lnTo>
                  <a:pt x="6096" y="13716"/>
                </a:lnTo>
                <a:lnTo>
                  <a:pt x="13716" y="6096"/>
                </a:lnTo>
                <a:lnTo>
                  <a:pt x="3595116" y="6096"/>
                </a:lnTo>
                <a:lnTo>
                  <a:pt x="3595116" y="0"/>
                </a:lnTo>
                <a:close/>
              </a:path>
              <a:path w="3595370" h="2063750">
                <a:moveTo>
                  <a:pt x="3581400" y="6096"/>
                </a:moveTo>
                <a:lnTo>
                  <a:pt x="3581400" y="2063496"/>
                </a:lnTo>
                <a:lnTo>
                  <a:pt x="3595116" y="2063496"/>
                </a:lnTo>
                <a:lnTo>
                  <a:pt x="3595116" y="13716"/>
                </a:lnTo>
                <a:lnTo>
                  <a:pt x="3587496" y="13716"/>
                </a:lnTo>
                <a:lnTo>
                  <a:pt x="3581400" y="6096"/>
                </a:lnTo>
                <a:close/>
              </a:path>
              <a:path w="3595370" h="2063750">
                <a:moveTo>
                  <a:pt x="13716" y="6096"/>
                </a:moveTo>
                <a:lnTo>
                  <a:pt x="6096" y="13716"/>
                </a:lnTo>
                <a:lnTo>
                  <a:pt x="13716" y="13716"/>
                </a:lnTo>
                <a:lnTo>
                  <a:pt x="13716" y="6096"/>
                </a:lnTo>
                <a:close/>
              </a:path>
              <a:path w="3595370" h="2063750">
                <a:moveTo>
                  <a:pt x="3581400" y="6096"/>
                </a:moveTo>
                <a:lnTo>
                  <a:pt x="13716" y="6096"/>
                </a:lnTo>
                <a:lnTo>
                  <a:pt x="13716" y="13716"/>
                </a:lnTo>
                <a:lnTo>
                  <a:pt x="3581400" y="13716"/>
                </a:lnTo>
                <a:lnTo>
                  <a:pt x="3581400" y="6096"/>
                </a:lnTo>
                <a:close/>
              </a:path>
              <a:path w="3595370" h="2063750">
                <a:moveTo>
                  <a:pt x="3595116" y="6096"/>
                </a:moveTo>
                <a:lnTo>
                  <a:pt x="3581400" y="6096"/>
                </a:lnTo>
                <a:lnTo>
                  <a:pt x="3587496" y="13716"/>
                </a:lnTo>
                <a:lnTo>
                  <a:pt x="3595116" y="13716"/>
                </a:lnTo>
                <a:lnTo>
                  <a:pt x="35951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12752" y="1789392"/>
            <a:ext cx="3201670" cy="18066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5080" indent="-91440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swap(int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*x,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*y){</a:t>
            </a:r>
            <a:endParaRPr lang="en-US" sz="1600" b="1" spc="-2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926465" marR="5080" indent="-914400">
              <a:lnSpc>
                <a:spcPct val="120000"/>
              </a:lnSpc>
              <a:spcBef>
                <a:spcPts val="100"/>
              </a:spcBef>
            </a:pPr>
            <a:r>
              <a:rPr lang="en-US"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  <a:endParaRPr lang="en-US" sz="1600" b="1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t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*x;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*x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*y;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*y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2752" y="3594582"/>
            <a:ext cx="14878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36904" y="1746503"/>
            <a:ext cx="2687320" cy="2139950"/>
          </a:xfrm>
          <a:custGeom>
            <a:avLst/>
            <a:gdLst/>
            <a:ahLst/>
            <a:cxnLst/>
            <a:rect l="l" t="t" r="r" b="b"/>
            <a:pathLst>
              <a:path w="2687320" h="2139950">
                <a:moveTo>
                  <a:pt x="1309116" y="1859280"/>
                </a:moveTo>
                <a:lnTo>
                  <a:pt x="1306068" y="1856232"/>
                </a:lnTo>
                <a:lnTo>
                  <a:pt x="3048" y="1856232"/>
                </a:lnTo>
                <a:lnTo>
                  <a:pt x="0" y="1859280"/>
                </a:lnTo>
                <a:lnTo>
                  <a:pt x="0" y="2139696"/>
                </a:lnTo>
                <a:lnTo>
                  <a:pt x="13716" y="2139696"/>
                </a:lnTo>
                <a:lnTo>
                  <a:pt x="13716" y="1868424"/>
                </a:lnTo>
                <a:lnTo>
                  <a:pt x="1295400" y="1868424"/>
                </a:lnTo>
                <a:lnTo>
                  <a:pt x="1295400" y="2139696"/>
                </a:lnTo>
                <a:lnTo>
                  <a:pt x="1309116" y="2139696"/>
                </a:lnTo>
                <a:lnTo>
                  <a:pt x="1309116" y="1868424"/>
                </a:lnTo>
                <a:lnTo>
                  <a:pt x="1309116" y="1862328"/>
                </a:lnTo>
                <a:lnTo>
                  <a:pt x="1309116" y="1859280"/>
                </a:lnTo>
                <a:close/>
              </a:path>
              <a:path w="2687320" h="2139950">
                <a:moveTo>
                  <a:pt x="1309116" y="475488"/>
                </a:moveTo>
                <a:lnTo>
                  <a:pt x="1306068" y="472440"/>
                </a:lnTo>
                <a:lnTo>
                  <a:pt x="1295400" y="472440"/>
                </a:lnTo>
                <a:lnTo>
                  <a:pt x="1295400" y="484632"/>
                </a:lnTo>
                <a:lnTo>
                  <a:pt x="1295400" y="914400"/>
                </a:lnTo>
                <a:lnTo>
                  <a:pt x="1295400" y="1842516"/>
                </a:lnTo>
                <a:lnTo>
                  <a:pt x="13716" y="1842516"/>
                </a:lnTo>
                <a:lnTo>
                  <a:pt x="13716" y="1397508"/>
                </a:lnTo>
                <a:lnTo>
                  <a:pt x="1295400" y="1397508"/>
                </a:lnTo>
                <a:lnTo>
                  <a:pt x="1295400" y="1371600"/>
                </a:lnTo>
                <a:lnTo>
                  <a:pt x="13716" y="1371600"/>
                </a:lnTo>
                <a:lnTo>
                  <a:pt x="13716" y="941832"/>
                </a:lnTo>
                <a:lnTo>
                  <a:pt x="1295400" y="941832"/>
                </a:lnTo>
                <a:lnTo>
                  <a:pt x="1295400" y="929640"/>
                </a:lnTo>
                <a:lnTo>
                  <a:pt x="13716" y="929640"/>
                </a:lnTo>
                <a:lnTo>
                  <a:pt x="13716" y="928116"/>
                </a:lnTo>
                <a:lnTo>
                  <a:pt x="1295400" y="928116"/>
                </a:lnTo>
                <a:lnTo>
                  <a:pt x="1295400" y="914400"/>
                </a:lnTo>
                <a:lnTo>
                  <a:pt x="13716" y="914400"/>
                </a:lnTo>
                <a:lnTo>
                  <a:pt x="13716" y="484632"/>
                </a:lnTo>
                <a:lnTo>
                  <a:pt x="1295400" y="484632"/>
                </a:lnTo>
                <a:lnTo>
                  <a:pt x="1295400" y="472440"/>
                </a:lnTo>
                <a:lnTo>
                  <a:pt x="3048" y="472440"/>
                </a:lnTo>
                <a:lnTo>
                  <a:pt x="0" y="475488"/>
                </a:lnTo>
                <a:lnTo>
                  <a:pt x="0" y="917448"/>
                </a:lnTo>
                <a:lnTo>
                  <a:pt x="0" y="938784"/>
                </a:lnTo>
                <a:lnTo>
                  <a:pt x="0" y="1382268"/>
                </a:lnTo>
                <a:lnTo>
                  <a:pt x="3048" y="1385316"/>
                </a:lnTo>
                <a:lnTo>
                  <a:pt x="0" y="1388364"/>
                </a:lnTo>
                <a:lnTo>
                  <a:pt x="0" y="1851660"/>
                </a:lnTo>
                <a:lnTo>
                  <a:pt x="3048" y="1854708"/>
                </a:lnTo>
                <a:lnTo>
                  <a:pt x="1306068" y="1854708"/>
                </a:lnTo>
                <a:lnTo>
                  <a:pt x="1309116" y="1851660"/>
                </a:lnTo>
                <a:lnTo>
                  <a:pt x="1309116" y="1848612"/>
                </a:lnTo>
                <a:lnTo>
                  <a:pt x="1309116" y="1842516"/>
                </a:lnTo>
                <a:lnTo>
                  <a:pt x="1309116" y="1397508"/>
                </a:lnTo>
                <a:lnTo>
                  <a:pt x="1309116" y="1391412"/>
                </a:lnTo>
                <a:lnTo>
                  <a:pt x="1309116" y="1388364"/>
                </a:lnTo>
                <a:lnTo>
                  <a:pt x="1306068" y="1385316"/>
                </a:lnTo>
                <a:lnTo>
                  <a:pt x="1309116" y="1382268"/>
                </a:lnTo>
                <a:lnTo>
                  <a:pt x="1309116" y="1377696"/>
                </a:lnTo>
                <a:lnTo>
                  <a:pt x="1309116" y="1371600"/>
                </a:lnTo>
                <a:lnTo>
                  <a:pt x="1309116" y="478536"/>
                </a:lnTo>
                <a:lnTo>
                  <a:pt x="1309116" y="475488"/>
                </a:lnTo>
                <a:close/>
              </a:path>
              <a:path w="2687320" h="2139950">
                <a:moveTo>
                  <a:pt x="1309116" y="3048"/>
                </a:moveTo>
                <a:lnTo>
                  <a:pt x="1306068" y="0"/>
                </a:lnTo>
                <a:lnTo>
                  <a:pt x="1295400" y="0"/>
                </a:lnTo>
                <a:lnTo>
                  <a:pt x="1295400" y="13716"/>
                </a:lnTo>
                <a:lnTo>
                  <a:pt x="1295400" y="457200"/>
                </a:lnTo>
                <a:lnTo>
                  <a:pt x="13716" y="457200"/>
                </a:lnTo>
                <a:lnTo>
                  <a:pt x="13716" y="13716"/>
                </a:lnTo>
                <a:lnTo>
                  <a:pt x="1295400" y="13716"/>
                </a:lnTo>
                <a:lnTo>
                  <a:pt x="1295400" y="0"/>
                </a:lnTo>
                <a:lnTo>
                  <a:pt x="3048" y="0"/>
                </a:lnTo>
                <a:lnTo>
                  <a:pt x="0" y="3048"/>
                </a:lnTo>
                <a:lnTo>
                  <a:pt x="0" y="467868"/>
                </a:lnTo>
                <a:lnTo>
                  <a:pt x="3048" y="470916"/>
                </a:lnTo>
                <a:lnTo>
                  <a:pt x="1306068" y="470916"/>
                </a:lnTo>
                <a:lnTo>
                  <a:pt x="1309116" y="467868"/>
                </a:lnTo>
                <a:lnTo>
                  <a:pt x="1309116" y="463296"/>
                </a:lnTo>
                <a:lnTo>
                  <a:pt x="1309116" y="457200"/>
                </a:lnTo>
                <a:lnTo>
                  <a:pt x="1309116" y="13716"/>
                </a:lnTo>
                <a:lnTo>
                  <a:pt x="1309116" y="6096"/>
                </a:lnTo>
                <a:lnTo>
                  <a:pt x="1309116" y="3048"/>
                </a:lnTo>
                <a:close/>
              </a:path>
              <a:path w="2687320" h="2139950">
                <a:moveTo>
                  <a:pt x="2686812" y="259080"/>
                </a:moveTo>
                <a:lnTo>
                  <a:pt x="2685288" y="257556"/>
                </a:lnTo>
                <a:lnTo>
                  <a:pt x="2685288" y="252984"/>
                </a:lnTo>
                <a:lnTo>
                  <a:pt x="2682240" y="249936"/>
                </a:lnTo>
                <a:lnTo>
                  <a:pt x="2680716" y="246888"/>
                </a:lnTo>
                <a:lnTo>
                  <a:pt x="2679192" y="246888"/>
                </a:lnTo>
                <a:lnTo>
                  <a:pt x="2679192" y="245364"/>
                </a:lnTo>
                <a:lnTo>
                  <a:pt x="2677668" y="245364"/>
                </a:lnTo>
                <a:lnTo>
                  <a:pt x="2659380" y="236220"/>
                </a:lnTo>
                <a:lnTo>
                  <a:pt x="2650236" y="234696"/>
                </a:lnTo>
                <a:lnTo>
                  <a:pt x="2641092" y="231648"/>
                </a:lnTo>
                <a:lnTo>
                  <a:pt x="2619756" y="228600"/>
                </a:lnTo>
                <a:lnTo>
                  <a:pt x="2595372" y="225552"/>
                </a:lnTo>
                <a:lnTo>
                  <a:pt x="2581656" y="224028"/>
                </a:lnTo>
                <a:lnTo>
                  <a:pt x="2567940" y="224028"/>
                </a:lnTo>
                <a:lnTo>
                  <a:pt x="2552700" y="222504"/>
                </a:lnTo>
                <a:lnTo>
                  <a:pt x="2522220" y="222504"/>
                </a:lnTo>
                <a:lnTo>
                  <a:pt x="2520696" y="248412"/>
                </a:lnTo>
                <a:lnTo>
                  <a:pt x="2552700" y="248412"/>
                </a:lnTo>
                <a:lnTo>
                  <a:pt x="2566416" y="249936"/>
                </a:lnTo>
                <a:lnTo>
                  <a:pt x="2580132" y="249936"/>
                </a:lnTo>
                <a:lnTo>
                  <a:pt x="2593848" y="251460"/>
                </a:lnTo>
                <a:lnTo>
                  <a:pt x="2645664" y="259080"/>
                </a:lnTo>
                <a:lnTo>
                  <a:pt x="2660904" y="265188"/>
                </a:lnTo>
                <a:lnTo>
                  <a:pt x="2660904" y="2139696"/>
                </a:lnTo>
                <a:lnTo>
                  <a:pt x="2686812" y="2139696"/>
                </a:lnTo>
                <a:lnTo>
                  <a:pt x="2686812" y="266700"/>
                </a:lnTo>
                <a:lnTo>
                  <a:pt x="2686812" y="260604"/>
                </a:lnTo>
                <a:lnTo>
                  <a:pt x="2686812" y="259080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2063" y="1646707"/>
            <a:ext cx="163195" cy="8096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3252" y="3543145"/>
            <a:ext cx="303354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6800" algn="l"/>
              </a:tabLst>
            </a:pPr>
            <a:r>
              <a:rPr sz="2700" b="1" baseline="3086" dirty="0">
                <a:solidFill>
                  <a:srgbClr val="006600"/>
                </a:solidFill>
                <a:latin typeface="Courier New"/>
                <a:cs typeface="Courier New"/>
              </a:rPr>
              <a:t>25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27903" y="3886200"/>
            <a:ext cx="3595370" cy="1539240"/>
          </a:xfrm>
          <a:custGeom>
            <a:avLst/>
            <a:gdLst/>
            <a:ahLst/>
            <a:cxnLst/>
            <a:rect l="l" t="t" r="r" b="b"/>
            <a:pathLst>
              <a:path w="3595370" h="1539239">
                <a:moveTo>
                  <a:pt x="13716" y="0"/>
                </a:moveTo>
                <a:lnTo>
                  <a:pt x="0" y="0"/>
                </a:lnTo>
                <a:lnTo>
                  <a:pt x="0" y="1539239"/>
                </a:lnTo>
                <a:lnTo>
                  <a:pt x="3595116" y="1539239"/>
                </a:lnTo>
                <a:lnTo>
                  <a:pt x="3595116" y="1533143"/>
                </a:lnTo>
                <a:lnTo>
                  <a:pt x="13716" y="1533144"/>
                </a:lnTo>
                <a:lnTo>
                  <a:pt x="6096" y="1527048"/>
                </a:lnTo>
                <a:lnTo>
                  <a:pt x="13716" y="1527048"/>
                </a:lnTo>
                <a:lnTo>
                  <a:pt x="13716" y="0"/>
                </a:lnTo>
                <a:close/>
              </a:path>
              <a:path w="3595370" h="1539239">
                <a:moveTo>
                  <a:pt x="13716" y="1527048"/>
                </a:moveTo>
                <a:lnTo>
                  <a:pt x="6096" y="1527048"/>
                </a:lnTo>
                <a:lnTo>
                  <a:pt x="13716" y="1533144"/>
                </a:lnTo>
                <a:lnTo>
                  <a:pt x="13716" y="1527048"/>
                </a:lnTo>
                <a:close/>
              </a:path>
              <a:path w="3595370" h="1539239">
                <a:moveTo>
                  <a:pt x="3581400" y="1527048"/>
                </a:moveTo>
                <a:lnTo>
                  <a:pt x="13716" y="1527048"/>
                </a:lnTo>
                <a:lnTo>
                  <a:pt x="13716" y="1533144"/>
                </a:lnTo>
                <a:lnTo>
                  <a:pt x="3581400" y="1533144"/>
                </a:lnTo>
                <a:lnTo>
                  <a:pt x="3581400" y="1527048"/>
                </a:lnTo>
                <a:close/>
              </a:path>
              <a:path w="3595370" h="1539239">
                <a:moveTo>
                  <a:pt x="3595116" y="0"/>
                </a:moveTo>
                <a:lnTo>
                  <a:pt x="3581400" y="0"/>
                </a:lnTo>
                <a:lnTo>
                  <a:pt x="3581400" y="1533144"/>
                </a:lnTo>
                <a:lnTo>
                  <a:pt x="3587496" y="1527048"/>
                </a:lnTo>
                <a:lnTo>
                  <a:pt x="3595116" y="1527048"/>
                </a:lnTo>
                <a:lnTo>
                  <a:pt x="3595116" y="0"/>
                </a:lnTo>
                <a:close/>
              </a:path>
              <a:path w="3595370" h="1539239">
                <a:moveTo>
                  <a:pt x="3595116" y="1527048"/>
                </a:moveTo>
                <a:lnTo>
                  <a:pt x="3587496" y="1527048"/>
                </a:lnTo>
                <a:lnTo>
                  <a:pt x="3581400" y="1533144"/>
                </a:lnTo>
                <a:lnTo>
                  <a:pt x="3595116" y="1533143"/>
                </a:lnTo>
                <a:lnTo>
                  <a:pt x="3595116" y="15270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27101" y="3838016"/>
            <a:ext cx="2464435" cy="18374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b; </a:t>
            </a:r>
            <a:endParaRPr lang="en-US" sz="1600" b="1" spc="-25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scanf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(“%d%d”,&amp;a,&amp;b); 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swap(&amp;a,&amp;b); 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(“%d</a:t>
            </a:r>
            <a:r>
              <a:rPr sz="1600" b="1" spc="-10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%d”,</a:t>
            </a:r>
            <a:r>
              <a:rPr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a,b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);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lang="en-US" sz="1600" dirty="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endParaRPr sz="16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36904" y="3886200"/>
            <a:ext cx="2839720" cy="2147570"/>
          </a:xfrm>
          <a:custGeom>
            <a:avLst/>
            <a:gdLst/>
            <a:ahLst/>
            <a:cxnLst/>
            <a:rect l="l" t="t" r="r" b="b"/>
            <a:pathLst>
              <a:path w="2839720" h="2147570">
                <a:moveTo>
                  <a:pt x="1309116" y="1078992"/>
                </a:moveTo>
                <a:lnTo>
                  <a:pt x="1306068" y="1075944"/>
                </a:lnTo>
                <a:lnTo>
                  <a:pt x="1295400" y="1075944"/>
                </a:lnTo>
                <a:lnTo>
                  <a:pt x="1295400" y="1088136"/>
                </a:lnTo>
                <a:lnTo>
                  <a:pt x="1295400" y="1517904"/>
                </a:lnTo>
                <a:lnTo>
                  <a:pt x="1295400" y="1531620"/>
                </a:lnTo>
                <a:lnTo>
                  <a:pt x="1295400" y="1533144"/>
                </a:lnTo>
                <a:lnTo>
                  <a:pt x="1295400" y="1545336"/>
                </a:lnTo>
                <a:lnTo>
                  <a:pt x="1295400" y="1975104"/>
                </a:lnTo>
                <a:lnTo>
                  <a:pt x="13716" y="1975104"/>
                </a:lnTo>
                <a:lnTo>
                  <a:pt x="13716" y="1545336"/>
                </a:lnTo>
                <a:lnTo>
                  <a:pt x="1295400" y="1545336"/>
                </a:lnTo>
                <a:lnTo>
                  <a:pt x="1295400" y="1533144"/>
                </a:lnTo>
                <a:lnTo>
                  <a:pt x="13716" y="1533144"/>
                </a:lnTo>
                <a:lnTo>
                  <a:pt x="13716" y="1531620"/>
                </a:lnTo>
                <a:lnTo>
                  <a:pt x="1295400" y="1531620"/>
                </a:lnTo>
                <a:lnTo>
                  <a:pt x="1295400" y="1517904"/>
                </a:lnTo>
                <a:lnTo>
                  <a:pt x="13716" y="1517904"/>
                </a:lnTo>
                <a:lnTo>
                  <a:pt x="13716" y="1088136"/>
                </a:lnTo>
                <a:lnTo>
                  <a:pt x="1295400" y="1088136"/>
                </a:lnTo>
                <a:lnTo>
                  <a:pt x="1295400" y="1075944"/>
                </a:lnTo>
                <a:lnTo>
                  <a:pt x="3048" y="1075944"/>
                </a:lnTo>
                <a:lnTo>
                  <a:pt x="0" y="1078992"/>
                </a:lnTo>
                <a:lnTo>
                  <a:pt x="0" y="1520952"/>
                </a:lnTo>
                <a:lnTo>
                  <a:pt x="0" y="1542288"/>
                </a:lnTo>
                <a:lnTo>
                  <a:pt x="0" y="1985772"/>
                </a:lnTo>
                <a:lnTo>
                  <a:pt x="3048" y="1988820"/>
                </a:lnTo>
                <a:lnTo>
                  <a:pt x="1306068" y="1988820"/>
                </a:lnTo>
                <a:lnTo>
                  <a:pt x="1309116" y="1985772"/>
                </a:lnTo>
                <a:lnTo>
                  <a:pt x="1309116" y="1981200"/>
                </a:lnTo>
                <a:lnTo>
                  <a:pt x="1309116" y="1975104"/>
                </a:lnTo>
                <a:lnTo>
                  <a:pt x="1309116" y="1082040"/>
                </a:lnTo>
                <a:lnTo>
                  <a:pt x="1309116" y="1078992"/>
                </a:lnTo>
                <a:close/>
              </a:path>
              <a:path w="2839720" h="2147570">
                <a:moveTo>
                  <a:pt x="1309116" y="0"/>
                </a:moveTo>
                <a:lnTo>
                  <a:pt x="1295400" y="0"/>
                </a:lnTo>
                <a:lnTo>
                  <a:pt x="1295400" y="160020"/>
                </a:lnTo>
                <a:lnTo>
                  <a:pt x="1295400" y="172212"/>
                </a:lnTo>
                <a:lnTo>
                  <a:pt x="1295400" y="1060704"/>
                </a:lnTo>
                <a:lnTo>
                  <a:pt x="13716" y="1060704"/>
                </a:lnTo>
                <a:lnTo>
                  <a:pt x="13716" y="629412"/>
                </a:lnTo>
                <a:lnTo>
                  <a:pt x="1295400" y="629412"/>
                </a:lnTo>
                <a:lnTo>
                  <a:pt x="1295400" y="603504"/>
                </a:lnTo>
                <a:lnTo>
                  <a:pt x="13716" y="603504"/>
                </a:lnTo>
                <a:lnTo>
                  <a:pt x="13716" y="185928"/>
                </a:lnTo>
                <a:lnTo>
                  <a:pt x="1295400" y="185928"/>
                </a:lnTo>
                <a:lnTo>
                  <a:pt x="1295400" y="173736"/>
                </a:lnTo>
                <a:lnTo>
                  <a:pt x="13716" y="173736"/>
                </a:lnTo>
                <a:lnTo>
                  <a:pt x="13716" y="172212"/>
                </a:lnTo>
                <a:lnTo>
                  <a:pt x="1295400" y="172212"/>
                </a:lnTo>
                <a:lnTo>
                  <a:pt x="1295400" y="160020"/>
                </a:lnTo>
                <a:lnTo>
                  <a:pt x="13716" y="160020"/>
                </a:lnTo>
                <a:lnTo>
                  <a:pt x="13716" y="0"/>
                </a:lnTo>
                <a:lnTo>
                  <a:pt x="0" y="0"/>
                </a:lnTo>
                <a:lnTo>
                  <a:pt x="0" y="1071372"/>
                </a:lnTo>
                <a:lnTo>
                  <a:pt x="3048" y="1074420"/>
                </a:lnTo>
                <a:lnTo>
                  <a:pt x="1306068" y="1074420"/>
                </a:lnTo>
                <a:lnTo>
                  <a:pt x="1309116" y="1071372"/>
                </a:lnTo>
                <a:lnTo>
                  <a:pt x="1309116" y="1066800"/>
                </a:lnTo>
                <a:lnTo>
                  <a:pt x="1309116" y="1060704"/>
                </a:lnTo>
                <a:lnTo>
                  <a:pt x="1309116" y="163068"/>
                </a:lnTo>
                <a:lnTo>
                  <a:pt x="1309116" y="0"/>
                </a:lnTo>
                <a:close/>
              </a:path>
              <a:path w="2839720" h="2147570">
                <a:moveTo>
                  <a:pt x="2839212" y="108204"/>
                </a:moveTo>
                <a:lnTo>
                  <a:pt x="2833116" y="102108"/>
                </a:lnTo>
                <a:lnTo>
                  <a:pt x="2825496" y="102108"/>
                </a:lnTo>
                <a:lnTo>
                  <a:pt x="2796540" y="102108"/>
                </a:lnTo>
                <a:lnTo>
                  <a:pt x="2781300" y="100584"/>
                </a:lnTo>
                <a:lnTo>
                  <a:pt x="2767584" y="100584"/>
                </a:lnTo>
                <a:lnTo>
                  <a:pt x="2731008" y="96012"/>
                </a:lnTo>
                <a:lnTo>
                  <a:pt x="2720340" y="94488"/>
                </a:lnTo>
                <a:lnTo>
                  <a:pt x="2711196" y="92964"/>
                </a:lnTo>
                <a:lnTo>
                  <a:pt x="2695956" y="89916"/>
                </a:lnTo>
                <a:lnTo>
                  <a:pt x="2686812" y="86868"/>
                </a:lnTo>
                <a:lnTo>
                  <a:pt x="2686812" y="83820"/>
                </a:lnTo>
                <a:lnTo>
                  <a:pt x="2686812" y="0"/>
                </a:lnTo>
                <a:lnTo>
                  <a:pt x="2660904" y="0"/>
                </a:lnTo>
                <a:lnTo>
                  <a:pt x="2660904" y="92964"/>
                </a:lnTo>
                <a:lnTo>
                  <a:pt x="2662428" y="96012"/>
                </a:lnTo>
                <a:lnTo>
                  <a:pt x="2662428" y="97536"/>
                </a:lnTo>
                <a:lnTo>
                  <a:pt x="2665476" y="100584"/>
                </a:lnTo>
                <a:lnTo>
                  <a:pt x="2667000" y="103632"/>
                </a:lnTo>
                <a:lnTo>
                  <a:pt x="2668524" y="103632"/>
                </a:lnTo>
                <a:lnTo>
                  <a:pt x="2668524" y="105156"/>
                </a:lnTo>
                <a:lnTo>
                  <a:pt x="2670048" y="105156"/>
                </a:lnTo>
                <a:lnTo>
                  <a:pt x="2673096" y="108204"/>
                </a:lnTo>
                <a:lnTo>
                  <a:pt x="2688336" y="114300"/>
                </a:lnTo>
                <a:lnTo>
                  <a:pt x="2692489" y="115138"/>
                </a:lnTo>
                <a:lnTo>
                  <a:pt x="2688336" y="115824"/>
                </a:lnTo>
                <a:lnTo>
                  <a:pt x="2686812" y="116586"/>
                </a:lnTo>
                <a:lnTo>
                  <a:pt x="2686812" y="141732"/>
                </a:lnTo>
                <a:lnTo>
                  <a:pt x="2686812" y="143268"/>
                </a:lnTo>
                <a:lnTo>
                  <a:pt x="2685288" y="144780"/>
                </a:lnTo>
                <a:lnTo>
                  <a:pt x="2686799" y="143268"/>
                </a:lnTo>
                <a:lnTo>
                  <a:pt x="2686812" y="141732"/>
                </a:lnTo>
                <a:lnTo>
                  <a:pt x="2686812" y="116586"/>
                </a:lnTo>
                <a:lnTo>
                  <a:pt x="2682240" y="118872"/>
                </a:lnTo>
                <a:lnTo>
                  <a:pt x="2674620" y="121920"/>
                </a:lnTo>
                <a:lnTo>
                  <a:pt x="2670048" y="124968"/>
                </a:lnTo>
                <a:lnTo>
                  <a:pt x="2668524" y="124968"/>
                </a:lnTo>
                <a:lnTo>
                  <a:pt x="2668524" y="126492"/>
                </a:lnTo>
                <a:lnTo>
                  <a:pt x="2667000" y="126492"/>
                </a:lnTo>
                <a:lnTo>
                  <a:pt x="2665476" y="129540"/>
                </a:lnTo>
                <a:lnTo>
                  <a:pt x="2662428" y="132588"/>
                </a:lnTo>
                <a:lnTo>
                  <a:pt x="2662428" y="134112"/>
                </a:lnTo>
                <a:lnTo>
                  <a:pt x="2660904" y="137160"/>
                </a:lnTo>
                <a:lnTo>
                  <a:pt x="2660904" y="2106168"/>
                </a:lnTo>
                <a:lnTo>
                  <a:pt x="2616708" y="2115312"/>
                </a:lnTo>
                <a:lnTo>
                  <a:pt x="2580132" y="2119884"/>
                </a:lnTo>
                <a:lnTo>
                  <a:pt x="2566416" y="2119884"/>
                </a:lnTo>
                <a:lnTo>
                  <a:pt x="2551176" y="2121408"/>
                </a:lnTo>
                <a:lnTo>
                  <a:pt x="2520696" y="2121408"/>
                </a:lnTo>
                <a:lnTo>
                  <a:pt x="2522220" y="2147316"/>
                </a:lnTo>
                <a:lnTo>
                  <a:pt x="2552700" y="2145792"/>
                </a:lnTo>
                <a:lnTo>
                  <a:pt x="2567940" y="2145792"/>
                </a:lnTo>
                <a:lnTo>
                  <a:pt x="2581656" y="2144268"/>
                </a:lnTo>
                <a:lnTo>
                  <a:pt x="2595372" y="2144268"/>
                </a:lnTo>
                <a:lnTo>
                  <a:pt x="2631948" y="2139696"/>
                </a:lnTo>
                <a:lnTo>
                  <a:pt x="2641092" y="2138172"/>
                </a:lnTo>
                <a:lnTo>
                  <a:pt x="2651760" y="2135124"/>
                </a:lnTo>
                <a:lnTo>
                  <a:pt x="2659380" y="2133600"/>
                </a:lnTo>
                <a:lnTo>
                  <a:pt x="2667000" y="2130552"/>
                </a:lnTo>
                <a:lnTo>
                  <a:pt x="2673096" y="2127504"/>
                </a:lnTo>
                <a:lnTo>
                  <a:pt x="2677668" y="2124456"/>
                </a:lnTo>
                <a:lnTo>
                  <a:pt x="2679192" y="2124456"/>
                </a:lnTo>
                <a:lnTo>
                  <a:pt x="2679192" y="2122932"/>
                </a:lnTo>
                <a:lnTo>
                  <a:pt x="2680716" y="2122932"/>
                </a:lnTo>
                <a:lnTo>
                  <a:pt x="2682240" y="2119884"/>
                </a:lnTo>
                <a:lnTo>
                  <a:pt x="2685288" y="2116836"/>
                </a:lnTo>
                <a:lnTo>
                  <a:pt x="2685288" y="2112264"/>
                </a:lnTo>
                <a:lnTo>
                  <a:pt x="2686812" y="2110740"/>
                </a:lnTo>
                <a:lnTo>
                  <a:pt x="2686812" y="2109216"/>
                </a:lnTo>
                <a:lnTo>
                  <a:pt x="2686812" y="2103120"/>
                </a:lnTo>
                <a:lnTo>
                  <a:pt x="2686812" y="146304"/>
                </a:lnTo>
                <a:lnTo>
                  <a:pt x="2686812" y="144272"/>
                </a:lnTo>
                <a:lnTo>
                  <a:pt x="2689847" y="143268"/>
                </a:lnTo>
                <a:lnTo>
                  <a:pt x="2741676" y="132588"/>
                </a:lnTo>
                <a:lnTo>
                  <a:pt x="2755392" y="131064"/>
                </a:lnTo>
                <a:lnTo>
                  <a:pt x="2767584" y="129540"/>
                </a:lnTo>
                <a:lnTo>
                  <a:pt x="2781300" y="129540"/>
                </a:lnTo>
                <a:lnTo>
                  <a:pt x="2795016" y="128016"/>
                </a:lnTo>
                <a:lnTo>
                  <a:pt x="2825496" y="128016"/>
                </a:lnTo>
                <a:lnTo>
                  <a:pt x="2833116" y="128016"/>
                </a:lnTo>
                <a:lnTo>
                  <a:pt x="2839212" y="121920"/>
                </a:lnTo>
                <a:lnTo>
                  <a:pt x="2839212" y="108204"/>
                </a:lnTo>
                <a:close/>
              </a:path>
            </a:pathLst>
          </a:custGeom>
          <a:solidFill>
            <a:srgbClr val="55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17416" y="3821607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RAM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5376" y="3745484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6231" y="4030319"/>
            <a:ext cx="462915" cy="1245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204</a:t>
            </a:r>
            <a:endParaRPr sz="1800">
              <a:latin typeface="Courier New"/>
              <a:cs typeface="Courier New"/>
            </a:endParaRPr>
          </a:p>
          <a:p>
            <a:pPr marL="21590">
              <a:lnSpc>
                <a:spcPct val="100000"/>
              </a:lnSpc>
              <a:spcBef>
                <a:spcPts val="8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208</a:t>
            </a:r>
            <a:endParaRPr sz="1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69463" y="4126560"/>
            <a:ext cx="189230" cy="1717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45720" indent="7620" algn="just">
              <a:lnSpc>
                <a:spcPct val="152800"/>
              </a:lnSpc>
              <a:spcBef>
                <a:spcPts val="5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endParaRPr lang="en-US" sz="1800" b="1" spc="-5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45720" indent="7620" algn="just">
              <a:lnSpc>
                <a:spcPct val="152800"/>
              </a:lnSpc>
              <a:spcBef>
                <a:spcPts val="5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endParaRPr lang="en-US" sz="1800" b="1" spc="-5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 marR="45720" indent="7620" algn="just">
              <a:lnSpc>
                <a:spcPct val="152800"/>
              </a:lnSpc>
              <a:spcBef>
                <a:spcPts val="5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64639" y="5487416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25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2817" y="4010431"/>
            <a:ext cx="621080" cy="1270861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469265" algn="l"/>
              </a:tabLst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50</a:t>
            </a:r>
            <a:r>
              <a:rPr sz="1800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204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3101" y="5450801"/>
            <a:ext cx="4665980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9109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Passing</a:t>
            </a:r>
            <a:r>
              <a:rPr sz="20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r>
              <a:rPr sz="20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instead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0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values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the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problem</a:t>
            </a:r>
            <a:endParaRPr sz="2000" dirty="0">
              <a:latin typeface="Arial"/>
              <a:cs typeface="Arial"/>
            </a:endParaRPr>
          </a:p>
          <a:p>
            <a:pPr marL="15240">
              <a:lnSpc>
                <a:spcPts val="2400"/>
              </a:lnSpc>
              <a:spcBef>
                <a:spcPts val="605"/>
              </a:spcBef>
            </a:pPr>
            <a:r>
              <a:rPr sz="2000" b="1" dirty="0" err="1">
                <a:solidFill>
                  <a:srgbClr val="006600"/>
                </a:solidFill>
                <a:latin typeface="Arial"/>
                <a:cs typeface="Arial"/>
              </a:rPr>
              <a:t>scanf</a:t>
            </a:r>
            <a:r>
              <a:rPr sz="20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stores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the</a:t>
            </a:r>
            <a:r>
              <a:rPr sz="20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value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at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</a:t>
            </a:r>
            <a:r>
              <a:rPr sz="20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variable</a:t>
            </a:r>
            <a:endParaRPr sz="2000" dirty="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</a:pP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So</a:t>
            </a:r>
            <a:r>
              <a:rPr sz="20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it</a:t>
            </a:r>
            <a:r>
              <a:rPr sz="20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needs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the</a:t>
            </a:r>
            <a:r>
              <a:rPr sz="20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address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20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600"/>
                </a:solidFill>
                <a:latin typeface="Arial"/>
                <a:cs typeface="Arial"/>
              </a:rPr>
              <a:t>the</a:t>
            </a:r>
            <a:r>
              <a:rPr sz="20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6600"/>
                </a:solidFill>
                <a:latin typeface="Arial"/>
                <a:cs typeface="Arial"/>
              </a:rPr>
              <a:t>variable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3" name="object 23"/>
          <p:cNvSpPr txBox="1"/>
          <p:nvPr/>
        </p:nvSpPr>
        <p:spPr>
          <a:xfrm>
            <a:off x="4027347" y="4819904"/>
            <a:ext cx="166370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4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50</a:t>
            </a:r>
            <a:r>
              <a:rPr sz="18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35" dirty="0">
                <a:solidFill>
                  <a:srgbClr val="FF0000"/>
                </a:solidFill>
                <a:latin typeface="Courier New"/>
                <a:cs typeface="Courier New"/>
              </a:rPr>
              <a:t>25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3895E-5678-42EC-8700-B8E1F54816B4}"/>
              </a:ext>
            </a:extLst>
          </p:cNvPr>
          <p:cNvSpPr txBox="1"/>
          <p:nvPr/>
        </p:nvSpPr>
        <p:spPr>
          <a:xfrm>
            <a:off x="2591931" y="3701533"/>
            <a:ext cx="344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5AB17B-BD0A-4F9F-B48D-0DA9CF7E85C7}"/>
              </a:ext>
            </a:extLst>
          </p:cNvPr>
          <p:cNvSpPr txBox="1"/>
          <p:nvPr/>
        </p:nvSpPr>
        <p:spPr>
          <a:xfrm>
            <a:off x="2002120" y="3563034"/>
            <a:ext cx="46624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spc="-37" baseline="3086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endParaRPr lang="en-US" sz="2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7DDACC-EF67-4BA2-A044-510445DD2239}"/>
              </a:ext>
            </a:extLst>
          </p:cNvPr>
          <p:cNvSpPr txBox="1"/>
          <p:nvPr/>
        </p:nvSpPr>
        <p:spPr>
          <a:xfrm>
            <a:off x="1960911" y="4070255"/>
            <a:ext cx="5479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spc="-25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object 24">
            <a:extLst>
              <a:ext uri="{FF2B5EF4-FFF2-40B4-BE49-F238E27FC236}">
                <a16:creationId xmlns:a16="http://schemas.microsoft.com/office/drawing/2014/main" id="{7107B682-726F-4AED-A9B2-756659332ED5}"/>
              </a:ext>
            </a:extLst>
          </p:cNvPr>
          <p:cNvSpPr/>
          <p:nvPr/>
        </p:nvSpPr>
        <p:spPr>
          <a:xfrm>
            <a:off x="1390349" y="3886201"/>
            <a:ext cx="135427" cy="1752980"/>
          </a:xfrm>
          <a:custGeom>
            <a:avLst/>
            <a:gdLst/>
            <a:ahLst/>
            <a:cxnLst/>
            <a:rect l="l" t="t" r="r" b="b"/>
            <a:pathLst>
              <a:path w="158750" h="962025">
                <a:moveTo>
                  <a:pt x="63638" y="867456"/>
                </a:moveTo>
                <a:lnTo>
                  <a:pt x="0" y="868680"/>
                </a:lnTo>
                <a:lnTo>
                  <a:pt x="80772" y="961644"/>
                </a:lnTo>
                <a:lnTo>
                  <a:pt x="143691" y="883920"/>
                </a:lnTo>
                <a:lnTo>
                  <a:pt x="64008" y="883920"/>
                </a:lnTo>
                <a:lnTo>
                  <a:pt x="63638" y="867456"/>
                </a:lnTo>
                <a:close/>
              </a:path>
              <a:path w="158750" h="962025">
                <a:moveTo>
                  <a:pt x="95662" y="866840"/>
                </a:moveTo>
                <a:lnTo>
                  <a:pt x="63638" y="867456"/>
                </a:lnTo>
                <a:lnTo>
                  <a:pt x="64008" y="883920"/>
                </a:lnTo>
                <a:lnTo>
                  <a:pt x="96012" y="882396"/>
                </a:lnTo>
                <a:lnTo>
                  <a:pt x="95662" y="866840"/>
                </a:lnTo>
                <a:close/>
              </a:path>
              <a:path w="158750" h="962025">
                <a:moveTo>
                  <a:pt x="158496" y="865632"/>
                </a:moveTo>
                <a:lnTo>
                  <a:pt x="95662" y="866840"/>
                </a:lnTo>
                <a:lnTo>
                  <a:pt x="96012" y="882396"/>
                </a:lnTo>
                <a:lnTo>
                  <a:pt x="64008" y="883920"/>
                </a:lnTo>
                <a:lnTo>
                  <a:pt x="143691" y="883920"/>
                </a:lnTo>
                <a:lnTo>
                  <a:pt x="158496" y="865632"/>
                </a:lnTo>
                <a:close/>
              </a:path>
              <a:path w="158750" h="962025">
                <a:moveTo>
                  <a:pt x="76200" y="0"/>
                </a:moveTo>
                <a:lnTo>
                  <a:pt x="44196" y="0"/>
                </a:lnTo>
                <a:lnTo>
                  <a:pt x="63638" y="867456"/>
                </a:lnTo>
                <a:lnTo>
                  <a:pt x="95662" y="866840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779E0B-FB2E-4058-AA86-CFF65667BF54}"/>
              </a:ext>
            </a:extLst>
          </p:cNvPr>
          <p:cNvCxnSpPr>
            <a:cxnSpLocks/>
          </p:cNvCxnSpPr>
          <p:nvPr/>
        </p:nvCxnSpPr>
        <p:spPr>
          <a:xfrm flipV="1">
            <a:off x="1879367" y="3871824"/>
            <a:ext cx="227824" cy="4428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29EDFBE-9A02-46E5-A0C3-F16C8B135CBA}"/>
              </a:ext>
            </a:extLst>
          </p:cNvPr>
          <p:cNvCxnSpPr>
            <a:cxnSpLocks/>
          </p:cNvCxnSpPr>
          <p:nvPr/>
        </p:nvCxnSpPr>
        <p:spPr>
          <a:xfrm flipV="1">
            <a:off x="1970829" y="4409729"/>
            <a:ext cx="261392" cy="12239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3" grpId="0"/>
      <p:bldP spid="27" grpId="0"/>
      <p:bldP spid="28" grpId="0"/>
      <p:bldP spid="30" grpId="0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186600"/>
                </a:solidFill>
              </a:rPr>
              <a:t>A</a:t>
            </a:r>
            <a:r>
              <a:rPr sz="2000" spc="-35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detail</a:t>
            </a:r>
            <a:r>
              <a:rPr sz="2000" spc="-1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example</a:t>
            </a:r>
            <a:r>
              <a:rPr sz="2000" spc="-5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using</a:t>
            </a:r>
            <a:r>
              <a:rPr sz="2000" spc="-10" dirty="0">
                <a:solidFill>
                  <a:srgbClr val="186600"/>
                </a:solidFill>
              </a:rPr>
              <a:t> pointers </a:t>
            </a: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40" dirty="0"/>
              <a:t> </a:t>
            </a:r>
            <a:r>
              <a:rPr sz="2000" spc="-10" dirty="0"/>
              <a:t>Manipulations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 </a:t>
            </a:r>
            <a:r>
              <a:rPr sz="2000" dirty="0">
                <a:solidFill>
                  <a:srgbClr val="FF0000"/>
                </a:solidFill>
              </a:rPr>
              <a:t>Operators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applicable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to</a:t>
            </a:r>
            <a:r>
              <a:rPr sz="2000" spc="-2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800783"/>
            <a:ext cx="7249795" cy="155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Pointers</a:t>
            </a:r>
            <a:r>
              <a:rPr sz="1800" b="1" spc="-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hold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addresses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which</a:t>
            </a:r>
            <a:r>
              <a:rPr sz="1800" b="1" spc="-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are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nothing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but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numbers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(integers)</a:t>
            </a:r>
            <a:endParaRPr sz="1800" dirty="0">
              <a:latin typeface="Arial"/>
              <a:cs typeface="Arial"/>
            </a:endParaRPr>
          </a:p>
          <a:p>
            <a:pPr marL="1993900">
              <a:lnSpc>
                <a:spcPct val="100000"/>
              </a:lnSpc>
              <a:spcBef>
                <a:spcPts val="175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*p,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*q,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b;</a:t>
            </a:r>
            <a:endParaRPr sz="1800" dirty="0">
              <a:latin typeface="Courier New"/>
              <a:cs typeface="Courier New"/>
            </a:endParaRPr>
          </a:p>
          <a:p>
            <a:pPr marL="1999614">
              <a:lnSpc>
                <a:spcPct val="100000"/>
              </a:lnSpc>
              <a:spcBef>
                <a:spcPts val="110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&amp;a;</a:t>
            </a:r>
            <a:endParaRPr sz="1800" dirty="0">
              <a:latin typeface="Courier New"/>
              <a:cs typeface="Courier New"/>
            </a:endParaRPr>
          </a:p>
          <a:p>
            <a:pPr marL="1993900">
              <a:lnSpc>
                <a:spcPct val="100000"/>
              </a:lnSpc>
              <a:spcBef>
                <a:spcPts val="57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q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&amp;b;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40292" y="6884921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6463" y="5839459"/>
            <a:ext cx="744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ANS:</a:t>
            </a:r>
            <a:r>
              <a:rPr sz="1800" b="1" spc="-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Whatever</a:t>
            </a:r>
            <a:r>
              <a:rPr sz="1800" b="1" spc="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operator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makes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sense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is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applicable</a:t>
            </a:r>
            <a:r>
              <a:rPr sz="18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between</a:t>
            </a:r>
            <a:r>
              <a:rPr sz="1800" b="1" spc="-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q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92807" y="4110228"/>
            <a:ext cx="5283835" cy="489584"/>
            <a:chOff x="1892807" y="4110228"/>
            <a:chExt cx="5283835" cy="489584"/>
          </a:xfrm>
        </p:grpSpPr>
        <p:sp>
          <p:nvSpPr>
            <p:cNvPr id="10" name="object 10"/>
            <p:cNvSpPr/>
            <p:nvPr/>
          </p:nvSpPr>
          <p:spPr>
            <a:xfrm>
              <a:off x="1904999" y="4155553"/>
              <a:ext cx="914400" cy="431800"/>
            </a:xfrm>
            <a:custGeom>
              <a:avLst/>
              <a:gdLst/>
              <a:ahLst/>
              <a:cxnLst/>
              <a:rect l="l" t="t" r="r" b="b"/>
              <a:pathLst>
                <a:path w="914400" h="431800">
                  <a:moveTo>
                    <a:pt x="68915" y="430163"/>
                  </a:moveTo>
                  <a:lnTo>
                    <a:pt x="76200" y="431686"/>
                  </a:lnTo>
                  <a:lnTo>
                    <a:pt x="838200" y="431686"/>
                  </a:lnTo>
                  <a:lnTo>
                    <a:pt x="68915" y="430163"/>
                  </a:lnTo>
                  <a:close/>
                </a:path>
                <a:path w="914400" h="431800">
                  <a:moveTo>
                    <a:pt x="42029" y="422221"/>
                  </a:moveTo>
                  <a:lnTo>
                    <a:pt x="46934" y="425566"/>
                  </a:lnTo>
                  <a:lnTo>
                    <a:pt x="52623" y="426756"/>
                  </a:lnTo>
                  <a:lnTo>
                    <a:pt x="50220" y="425566"/>
                  </a:lnTo>
                  <a:lnTo>
                    <a:pt x="45719" y="424066"/>
                  </a:lnTo>
                  <a:lnTo>
                    <a:pt x="42029" y="422221"/>
                  </a:lnTo>
                  <a:close/>
                </a:path>
                <a:path w="914400" h="431800">
                  <a:moveTo>
                    <a:pt x="37843" y="419366"/>
                  </a:moveTo>
                  <a:lnTo>
                    <a:pt x="38246" y="419641"/>
                  </a:lnTo>
                  <a:lnTo>
                    <a:pt x="38100" y="419494"/>
                  </a:lnTo>
                  <a:lnTo>
                    <a:pt x="37843" y="419366"/>
                  </a:lnTo>
                  <a:close/>
                </a:path>
                <a:path w="914400" h="431800">
                  <a:moveTo>
                    <a:pt x="25907" y="410350"/>
                  </a:moveTo>
                  <a:lnTo>
                    <a:pt x="24624" y="410350"/>
                  </a:lnTo>
                  <a:lnTo>
                    <a:pt x="28660" y="413103"/>
                  </a:lnTo>
                  <a:lnTo>
                    <a:pt x="25907" y="410350"/>
                  </a:lnTo>
                  <a:close/>
                </a:path>
                <a:path w="914400" h="431800">
                  <a:moveTo>
                    <a:pt x="18583" y="403025"/>
                  </a:moveTo>
                  <a:lnTo>
                    <a:pt x="22669" y="409016"/>
                  </a:lnTo>
                  <a:lnTo>
                    <a:pt x="22860" y="409146"/>
                  </a:lnTo>
                  <a:lnTo>
                    <a:pt x="22860" y="407302"/>
                  </a:lnTo>
                  <a:lnTo>
                    <a:pt x="18583" y="403025"/>
                  </a:lnTo>
                  <a:close/>
                </a:path>
                <a:path w="914400" h="431800">
                  <a:moveTo>
                    <a:pt x="12045" y="393439"/>
                  </a:moveTo>
                  <a:lnTo>
                    <a:pt x="12192" y="393654"/>
                  </a:lnTo>
                  <a:lnTo>
                    <a:pt x="12045" y="393439"/>
                  </a:lnTo>
                  <a:close/>
                </a:path>
                <a:path w="914400" h="431800">
                  <a:moveTo>
                    <a:pt x="9143" y="389014"/>
                  </a:moveTo>
                  <a:lnTo>
                    <a:pt x="9143" y="389186"/>
                  </a:lnTo>
                  <a:lnTo>
                    <a:pt x="9143" y="389014"/>
                  </a:lnTo>
                  <a:close/>
                </a:path>
                <a:path w="914400" h="431800">
                  <a:moveTo>
                    <a:pt x="7619" y="384442"/>
                  </a:moveTo>
                  <a:lnTo>
                    <a:pt x="6055" y="384442"/>
                  </a:lnTo>
                  <a:lnTo>
                    <a:pt x="6119" y="384752"/>
                  </a:lnTo>
                  <a:lnTo>
                    <a:pt x="7619" y="386951"/>
                  </a:lnTo>
                  <a:lnTo>
                    <a:pt x="7619" y="384442"/>
                  </a:lnTo>
                  <a:close/>
                </a:path>
                <a:path w="914400" h="431800">
                  <a:moveTo>
                    <a:pt x="6095" y="381394"/>
                  </a:moveTo>
                  <a:lnTo>
                    <a:pt x="5417" y="381394"/>
                  </a:lnTo>
                  <a:lnTo>
                    <a:pt x="6055" y="384442"/>
                  </a:lnTo>
                  <a:lnTo>
                    <a:pt x="6095" y="381394"/>
                  </a:lnTo>
                  <a:close/>
                </a:path>
                <a:path w="914400" h="431800">
                  <a:moveTo>
                    <a:pt x="4572" y="376822"/>
                  </a:moveTo>
                  <a:lnTo>
                    <a:pt x="4572" y="377350"/>
                  </a:lnTo>
                  <a:lnTo>
                    <a:pt x="4572" y="376822"/>
                  </a:lnTo>
                  <a:close/>
                </a:path>
                <a:path w="914400" h="431800">
                  <a:moveTo>
                    <a:pt x="1524" y="355486"/>
                  </a:moveTo>
                  <a:lnTo>
                    <a:pt x="0" y="355486"/>
                  </a:lnTo>
                  <a:lnTo>
                    <a:pt x="1524" y="362774"/>
                  </a:lnTo>
                  <a:lnTo>
                    <a:pt x="1524" y="355486"/>
                  </a:lnTo>
                  <a:close/>
                </a:path>
                <a:path w="914400" h="431800">
                  <a:moveTo>
                    <a:pt x="894588" y="0"/>
                  </a:moveTo>
                  <a:lnTo>
                    <a:pt x="894588" y="394"/>
                  </a:lnTo>
                  <a:lnTo>
                    <a:pt x="894852" y="394"/>
                  </a:lnTo>
                  <a:lnTo>
                    <a:pt x="894588" y="0"/>
                  </a:lnTo>
                  <a:close/>
                </a:path>
                <a:path w="914400" h="431800">
                  <a:moveTo>
                    <a:pt x="914332" y="50343"/>
                  </a:moveTo>
                  <a:lnTo>
                    <a:pt x="912911" y="362861"/>
                  </a:lnTo>
                  <a:lnTo>
                    <a:pt x="914400" y="355486"/>
                  </a:lnTo>
                  <a:lnTo>
                    <a:pt x="914332" y="50343"/>
                  </a:lnTo>
                  <a:close/>
                </a:path>
                <a:path w="914400" h="431800">
                  <a:moveTo>
                    <a:pt x="908728" y="383594"/>
                  </a:moveTo>
                  <a:lnTo>
                    <a:pt x="907117" y="386815"/>
                  </a:lnTo>
                  <a:lnTo>
                    <a:pt x="908494" y="384752"/>
                  </a:lnTo>
                  <a:lnTo>
                    <a:pt x="908728" y="383594"/>
                  </a:lnTo>
                  <a:close/>
                </a:path>
                <a:path w="914400" h="431800">
                  <a:moveTo>
                    <a:pt x="894212" y="406153"/>
                  </a:moveTo>
                  <a:lnTo>
                    <a:pt x="893063" y="407302"/>
                  </a:lnTo>
                  <a:lnTo>
                    <a:pt x="893063" y="407875"/>
                  </a:lnTo>
                  <a:lnTo>
                    <a:pt x="894212" y="406153"/>
                  </a:lnTo>
                  <a:close/>
                </a:path>
                <a:path w="914400" h="431800">
                  <a:moveTo>
                    <a:pt x="890352" y="410350"/>
                  </a:moveTo>
                  <a:lnTo>
                    <a:pt x="890016" y="410350"/>
                  </a:lnTo>
                  <a:lnTo>
                    <a:pt x="889287" y="411079"/>
                  </a:lnTo>
                  <a:lnTo>
                    <a:pt x="890352" y="410350"/>
                  </a:lnTo>
                  <a:close/>
                </a:path>
                <a:path w="914400" h="431800">
                  <a:moveTo>
                    <a:pt x="870566" y="423885"/>
                  </a:moveTo>
                  <a:lnTo>
                    <a:pt x="870204" y="424066"/>
                  </a:lnTo>
                  <a:lnTo>
                    <a:pt x="865632" y="425590"/>
                  </a:lnTo>
                  <a:lnTo>
                    <a:pt x="863997" y="426407"/>
                  </a:lnTo>
                  <a:lnTo>
                    <a:pt x="868108" y="425566"/>
                  </a:lnTo>
                  <a:lnTo>
                    <a:pt x="870566" y="423885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92807" y="4117848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5" h="481964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3048"/>
                  </a:lnTo>
                  <a:lnTo>
                    <a:pt x="53340" y="6096"/>
                  </a:lnTo>
                  <a:lnTo>
                    <a:pt x="45719" y="10667"/>
                  </a:lnTo>
                  <a:lnTo>
                    <a:pt x="39624" y="13715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1" y="24384"/>
                  </a:lnTo>
                  <a:lnTo>
                    <a:pt x="25908" y="24384"/>
                  </a:lnTo>
                  <a:lnTo>
                    <a:pt x="25908" y="25907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5719"/>
                  </a:lnTo>
                  <a:lnTo>
                    <a:pt x="7619" y="5486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79248"/>
                  </a:lnTo>
                  <a:lnTo>
                    <a:pt x="0" y="402336"/>
                  </a:lnTo>
                  <a:lnTo>
                    <a:pt x="1524" y="411479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59"/>
                  </a:lnTo>
                  <a:lnTo>
                    <a:pt x="15240" y="443483"/>
                  </a:lnTo>
                  <a:lnTo>
                    <a:pt x="16764" y="443483"/>
                  </a:lnTo>
                  <a:lnTo>
                    <a:pt x="25908" y="455675"/>
                  </a:lnTo>
                  <a:lnTo>
                    <a:pt x="27431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54864" y="475488"/>
                  </a:lnTo>
                  <a:lnTo>
                    <a:pt x="62484" y="478535"/>
                  </a:lnTo>
                  <a:lnTo>
                    <a:pt x="80772" y="481583"/>
                  </a:lnTo>
                  <a:lnTo>
                    <a:pt x="861060" y="481583"/>
                  </a:lnTo>
                  <a:lnTo>
                    <a:pt x="870204" y="480059"/>
                  </a:lnTo>
                  <a:lnTo>
                    <a:pt x="877824" y="477012"/>
                  </a:lnTo>
                  <a:lnTo>
                    <a:pt x="886968" y="473963"/>
                  </a:lnTo>
                  <a:lnTo>
                    <a:pt x="894588" y="470915"/>
                  </a:lnTo>
                  <a:lnTo>
                    <a:pt x="897128" y="469391"/>
                  </a:lnTo>
                  <a:lnTo>
                    <a:pt x="859536" y="469391"/>
                  </a:lnTo>
                  <a:lnTo>
                    <a:pt x="80772" y="467868"/>
                  </a:lnTo>
                  <a:lnTo>
                    <a:pt x="71628" y="466344"/>
                  </a:lnTo>
                  <a:lnTo>
                    <a:pt x="65531" y="464819"/>
                  </a:lnTo>
                  <a:lnTo>
                    <a:pt x="62484" y="463295"/>
                  </a:lnTo>
                  <a:lnTo>
                    <a:pt x="57912" y="461771"/>
                  </a:lnTo>
                  <a:lnTo>
                    <a:pt x="51816" y="458724"/>
                  </a:lnTo>
                  <a:lnTo>
                    <a:pt x="50292" y="457200"/>
                  </a:lnTo>
                  <a:lnTo>
                    <a:pt x="47243" y="455675"/>
                  </a:lnTo>
                  <a:lnTo>
                    <a:pt x="45719" y="454151"/>
                  </a:lnTo>
                  <a:lnTo>
                    <a:pt x="42672" y="452627"/>
                  </a:lnTo>
                  <a:lnTo>
                    <a:pt x="38100" y="448056"/>
                  </a:lnTo>
                  <a:lnTo>
                    <a:pt x="35052" y="448056"/>
                  </a:lnTo>
                  <a:lnTo>
                    <a:pt x="35052" y="445007"/>
                  </a:lnTo>
                  <a:lnTo>
                    <a:pt x="28956" y="438912"/>
                  </a:lnTo>
                  <a:lnTo>
                    <a:pt x="27431" y="438912"/>
                  </a:lnTo>
                  <a:lnTo>
                    <a:pt x="27431" y="435863"/>
                  </a:lnTo>
                  <a:lnTo>
                    <a:pt x="25908" y="434339"/>
                  </a:lnTo>
                  <a:lnTo>
                    <a:pt x="24384" y="434339"/>
                  </a:lnTo>
                  <a:lnTo>
                    <a:pt x="24384" y="431291"/>
                  </a:lnTo>
                  <a:lnTo>
                    <a:pt x="22860" y="429768"/>
                  </a:lnTo>
                  <a:lnTo>
                    <a:pt x="21336" y="429768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2147"/>
                  </a:lnTo>
                  <a:lnTo>
                    <a:pt x="18287" y="422147"/>
                  </a:lnTo>
                  <a:lnTo>
                    <a:pt x="18287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8431"/>
                  </a:lnTo>
                  <a:lnTo>
                    <a:pt x="13716" y="408431"/>
                  </a:lnTo>
                  <a:lnTo>
                    <a:pt x="13716" y="393191"/>
                  </a:lnTo>
                  <a:lnTo>
                    <a:pt x="12192" y="393191"/>
                  </a:lnTo>
                  <a:lnTo>
                    <a:pt x="12192" y="88391"/>
                  </a:lnTo>
                  <a:lnTo>
                    <a:pt x="22860" y="50291"/>
                  </a:lnTo>
                  <a:lnTo>
                    <a:pt x="25908" y="44196"/>
                  </a:lnTo>
                  <a:lnTo>
                    <a:pt x="32004" y="38100"/>
                  </a:lnTo>
                  <a:lnTo>
                    <a:pt x="33528" y="35051"/>
                  </a:lnTo>
                  <a:lnTo>
                    <a:pt x="36575" y="32003"/>
                  </a:lnTo>
                  <a:lnTo>
                    <a:pt x="39624" y="30479"/>
                  </a:lnTo>
                  <a:lnTo>
                    <a:pt x="45719" y="24384"/>
                  </a:lnTo>
                  <a:lnTo>
                    <a:pt x="60960" y="16763"/>
                  </a:lnTo>
                  <a:lnTo>
                    <a:pt x="70104" y="13715"/>
                  </a:lnTo>
                  <a:lnTo>
                    <a:pt x="77724" y="12191"/>
                  </a:lnTo>
                  <a:lnTo>
                    <a:pt x="898144" y="12191"/>
                  </a:lnTo>
                  <a:lnTo>
                    <a:pt x="893064" y="9143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5" h="481964">
                  <a:moveTo>
                    <a:pt x="925068" y="38100"/>
                  </a:moveTo>
                  <a:lnTo>
                    <a:pt x="908304" y="38100"/>
                  </a:lnTo>
                  <a:lnTo>
                    <a:pt x="914400" y="44196"/>
                  </a:lnTo>
                  <a:lnTo>
                    <a:pt x="914400" y="47243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8" y="50291"/>
                  </a:lnTo>
                  <a:lnTo>
                    <a:pt x="918972" y="51815"/>
                  </a:lnTo>
                  <a:lnTo>
                    <a:pt x="918972" y="54863"/>
                  </a:lnTo>
                  <a:lnTo>
                    <a:pt x="920496" y="54863"/>
                  </a:lnTo>
                  <a:lnTo>
                    <a:pt x="920496" y="57912"/>
                  </a:lnTo>
                  <a:lnTo>
                    <a:pt x="922019" y="57912"/>
                  </a:lnTo>
                  <a:lnTo>
                    <a:pt x="922019" y="62484"/>
                  </a:lnTo>
                  <a:lnTo>
                    <a:pt x="923544" y="62484"/>
                  </a:lnTo>
                  <a:lnTo>
                    <a:pt x="923544" y="67055"/>
                  </a:lnTo>
                  <a:lnTo>
                    <a:pt x="925068" y="67055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8431"/>
                  </a:lnTo>
                  <a:lnTo>
                    <a:pt x="923544" y="414527"/>
                  </a:lnTo>
                  <a:lnTo>
                    <a:pt x="922019" y="419100"/>
                  </a:lnTo>
                  <a:lnTo>
                    <a:pt x="918972" y="425195"/>
                  </a:lnTo>
                  <a:lnTo>
                    <a:pt x="917448" y="429768"/>
                  </a:lnTo>
                  <a:lnTo>
                    <a:pt x="915924" y="431291"/>
                  </a:lnTo>
                  <a:lnTo>
                    <a:pt x="914400" y="434339"/>
                  </a:lnTo>
                  <a:lnTo>
                    <a:pt x="912876" y="435863"/>
                  </a:lnTo>
                  <a:lnTo>
                    <a:pt x="911352" y="438912"/>
                  </a:lnTo>
                  <a:lnTo>
                    <a:pt x="905256" y="445007"/>
                  </a:lnTo>
                  <a:lnTo>
                    <a:pt x="905256" y="448056"/>
                  </a:lnTo>
                  <a:lnTo>
                    <a:pt x="902208" y="448056"/>
                  </a:lnTo>
                  <a:lnTo>
                    <a:pt x="897636" y="452627"/>
                  </a:lnTo>
                  <a:lnTo>
                    <a:pt x="894588" y="454151"/>
                  </a:lnTo>
                  <a:lnTo>
                    <a:pt x="893064" y="455675"/>
                  </a:lnTo>
                  <a:lnTo>
                    <a:pt x="890016" y="457200"/>
                  </a:lnTo>
                  <a:lnTo>
                    <a:pt x="888492" y="458724"/>
                  </a:lnTo>
                  <a:lnTo>
                    <a:pt x="882396" y="461771"/>
                  </a:lnTo>
                  <a:lnTo>
                    <a:pt x="877824" y="463295"/>
                  </a:lnTo>
                  <a:lnTo>
                    <a:pt x="874776" y="464819"/>
                  </a:lnTo>
                  <a:lnTo>
                    <a:pt x="868680" y="466344"/>
                  </a:lnTo>
                  <a:lnTo>
                    <a:pt x="859536" y="467868"/>
                  </a:lnTo>
                  <a:lnTo>
                    <a:pt x="859536" y="469391"/>
                  </a:lnTo>
                  <a:lnTo>
                    <a:pt x="897128" y="469391"/>
                  </a:lnTo>
                  <a:lnTo>
                    <a:pt x="902208" y="466344"/>
                  </a:lnTo>
                  <a:lnTo>
                    <a:pt x="912876" y="457200"/>
                  </a:lnTo>
                  <a:lnTo>
                    <a:pt x="914400" y="455675"/>
                  </a:lnTo>
                  <a:lnTo>
                    <a:pt x="914400" y="454151"/>
                  </a:lnTo>
                  <a:lnTo>
                    <a:pt x="925068" y="441959"/>
                  </a:lnTo>
                  <a:lnTo>
                    <a:pt x="929640" y="434339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0812"/>
                  </a:lnTo>
                  <a:lnTo>
                    <a:pt x="940308" y="86867"/>
                  </a:lnTo>
                  <a:lnTo>
                    <a:pt x="938784" y="77724"/>
                  </a:lnTo>
                  <a:lnTo>
                    <a:pt x="938784" y="70103"/>
                  </a:lnTo>
                  <a:lnTo>
                    <a:pt x="935736" y="60960"/>
                  </a:lnTo>
                  <a:lnTo>
                    <a:pt x="929640" y="45719"/>
                  </a:lnTo>
                  <a:lnTo>
                    <a:pt x="925068" y="39624"/>
                  </a:lnTo>
                  <a:lnTo>
                    <a:pt x="925068" y="38100"/>
                  </a:lnTo>
                  <a:close/>
                </a:path>
                <a:path w="940435" h="481964">
                  <a:moveTo>
                    <a:pt x="898144" y="12191"/>
                  </a:moveTo>
                  <a:lnTo>
                    <a:pt x="862584" y="12191"/>
                  </a:lnTo>
                  <a:lnTo>
                    <a:pt x="870204" y="13715"/>
                  </a:lnTo>
                  <a:lnTo>
                    <a:pt x="879348" y="16763"/>
                  </a:lnTo>
                  <a:lnTo>
                    <a:pt x="894588" y="24384"/>
                  </a:lnTo>
                  <a:lnTo>
                    <a:pt x="900684" y="30479"/>
                  </a:lnTo>
                  <a:lnTo>
                    <a:pt x="903732" y="32003"/>
                  </a:lnTo>
                  <a:lnTo>
                    <a:pt x="906780" y="35051"/>
                  </a:lnTo>
                  <a:lnTo>
                    <a:pt x="906780" y="38100"/>
                  </a:lnTo>
                  <a:lnTo>
                    <a:pt x="923544" y="38100"/>
                  </a:lnTo>
                  <a:lnTo>
                    <a:pt x="914400" y="25907"/>
                  </a:lnTo>
                  <a:lnTo>
                    <a:pt x="914400" y="24384"/>
                  </a:lnTo>
                  <a:lnTo>
                    <a:pt x="912876" y="24384"/>
                  </a:lnTo>
                  <a:lnTo>
                    <a:pt x="902208" y="15239"/>
                  </a:lnTo>
                  <a:lnTo>
                    <a:pt x="900684" y="15239"/>
                  </a:lnTo>
                  <a:lnTo>
                    <a:pt x="900684" y="13715"/>
                  </a:lnTo>
                  <a:lnTo>
                    <a:pt x="89814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04999" y="413004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265"/>
                  </a:lnTo>
                  <a:lnTo>
                    <a:pt x="22669" y="434530"/>
                  </a:lnTo>
                  <a:lnTo>
                    <a:pt x="46934" y="451080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080"/>
                  </a:lnTo>
                  <a:lnTo>
                    <a:pt x="892301" y="434530"/>
                  </a:lnTo>
                  <a:lnTo>
                    <a:pt x="908494" y="410265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2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92807" y="4117848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5" h="481964">
                  <a:moveTo>
                    <a:pt x="83819" y="24384"/>
                  </a:moveTo>
                  <a:lnTo>
                    <a:pt x="25908" y="24384"/>
                  </a:lnTo>
                  <a:lnTo>
                    <a:pt x="25908" y="25907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5719"/>
                  </a:lnTo>
                  <a:lnTo>
                    <a:pt x="7619" y="5486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79248"/>
                  </a:lnTo>
                  <a:lnTo>
                    <a:pt x="0" y="402336"/>
                  </a:lnTo>
                  <a:lnTo>
                    <a:pt x="1524" y="411479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59"/>
                  </a:lnTo>
                  <a:lnTo>
                    <a:pt x="15240" y="443483"/>
                  </a:lnTo>
                  <a:lnTo>
                    <a:pt x="16764" y="443483"/>
                  </a:lnTo>
                  <a:lnTo>
                    <a:pt x="25908" y="455675"/>
                  </a:lnTo>
                  <a:lnTo>
                    <a:pt x="27431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54864" y="475488"/>
                  </a:lnTo>
                  <a:lnTo>
                    <a:pt x="62484" y="478535"/>
                  </a:lnTo>
                  <a:lnTo>
                    <a:pt x="80772" y="481583"/>
                  </a:lnTo>
                  <a:lnTo>
                    <a:pt x="861060" y="481583"/>
                  </a:lnTo>
                  <a:lnTo>
                    <a:pt x="870204" y="480059"/>
                  </a:lnTo>
                  <a:lnTo>
                    <a:pt x="877824" y="477012"/>
                  </a:lnTo>
                  <a:lnTo>
                    <a:pt x="886968" y="473963"/>
                  </a:lnTo>
                  <a:lnTo>
                    <a:pt x="894588" y="470915"/>
                  </a:lnTo>
                  <a:lnTo>
                    <a:pt x="902208" y="466344"/>
                  </a:lnTo>
                  <a:lnTo>
                    <a:pt x="912876" y="457200"/>
                  </a:lnTo>
                  <a:lnTo>
                    <a:pt x="88392" y="457200"/>
                  </a:lnTo>
                  <a:lnTo>
                    <a:pt x="82296" y="455675"/>
                  </a:lnTo>
                  <a:lnTo>
                    <a:pt x="76200" y="455675"/>
                  </a:lnTo>
                  <a:lnTo>
                    <a:pt x="70104" y="454151"/>
                  </a:lnTo>
                  <a:lnTo>
                    <a:pt x="57912" y="448056"/>
                  </a:lnTo>
                  <a:lnTo>
                    <a:pt x="55626" y="446531"/>
                  </a:lnTo>
                  <a:lnTo>
                    <a:pt x="54864" y="446531"/>
                  </a:lnTo>
                  <a:lnTo>
                    <a:pt x="42672" y="437388"/>
                  </a:lnTo>
                  <a:lnTo>
                    <a:pt x="44386" y="437388"/>
                  </a:lnTo>
                  <a:lnTo>
                    <a:pt x="35052" y="426719"/>
                  </a:lnTo>
                  <a:lnTo>
                    <a:pt x="35813" y="426719"/>
                  </a:lnTo>
                  <a:lnTo>
                    <a:pt x="33528" y="422147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0772"/>
                  </a:lnTo>
                  <a:lnTo>
                    <a:pt x="30480" y="62484"/>
                  </a:lnTo>
                  <a:lnTo>
                    <a:pt x="33528" y="57912"/>
                  </a:lnTo>
                  <a:lnTo>
                    <a:pt x="35813" y="53339"/>
                  </a:lnTo>
                  <a:lnTo>
                    <a:pt x="35052" y="53339"/>
                  </a:lnTo>
                  <a:lnTo>
                    <a:pt x="44195" y="44196"/>
                  </a:lnTo>
                  <a:lnTo>
                    <a:pt x="42672" y="44196"/>
                  </a:lnTo>
                  <a:lnTo>
                    <a:pt x="54864" y="35051"/>
                  </a:lnTo>
                  <a:lnTo>
                    <a:pt x="55372" y="35051"/>
                  </a:lnTo>
                  <a:lnTo>
                    <a:pt x="59436" y="32003"/>
                  </a:lnTo>
                  <a:lnTo>
                    <a:pt x="65531" y="28955"/>
                  </a:lnTo>
                  <a:lnTo>
                    <a:pt x="70104" y="27431"/>
                  </a:lnTo>
                  <a:lnTo>
                    <a:pt x="77724" y="25907"/>
                  </a:lnTo>
                  <a:lnTo>
                    <a:pt x="83819" y="24384"/>
                  </a:lnTo>
                  <a:close/>
                </a:path>
                <a:path w="940435" h="481964">
                  <a:moveTo>
                    <a:pt x="927811" y="437388"/>
                  </a:moveTo>
                  <a:lnTo>
                    <a:pt x="897636" y="437388"/>
                  </a:lnTo>
                  <a:lnTo>
                    <a:pt x="885444" y="446531"/>
                  </a:lnTo>
                  <a:lnTo>
                    <a:pt x="880872" y="449579"/>
                  </a:lnTo>
                  <a:lnTo>
                    <a:pt x="874776" y="451103"/>
                  </a:lnTo>
                  <a:lnTo>
                    <a:pt x="868680" y="454151"/>
                  </a:lnTo>
                  <a:lnTo>
                    <a:pt x="862584" y="455675"/>
                  </a:lnTo>
                  <a:lnTo>
                    <a:pt x="856488" y="455675"/>
                  </a:lnTo>
                  <a:lnTo>
                    <a:pt x="850392" y="457200"/>
                  </a:lnTo>
                  <a:lnTo>
                    <a:pt x="912876" y="457200"/>
                  </a:lnTo>
                  <a:lnTo>
                    <a:pt x="914400" y="455675"/>
                  </a:lnTo>
                  <a:lnTo>
                    <a:pt x="914400" y="454151"/>
                  </a:lnTo>
                  <a:lnTo>
                    <a:pt x="925068" y="441959"/>
                  </a:lnTo>
                  <a:lnTo>
                    <a:pt x="927811" y="437388"/>
                  </a:lnTo>
                  <a:close/>
                </a:path>
                <a:path w="940435" h="481964">
                  <a:moveTo>
                    <a:pt x="53340" y="445007"/>
                  </a:moveTo>
                  <a:lnTo>
                    <a:pt x="54864" y="446531"/>
                  </a:lnTo>
                  <a:lnTo>
                    <a:pt x="55626" y="446531"/>
                  </a:lnTo>
                  <a:lnTo>
                    <a:pt x="53340" y="445007"/>
                  </a:lnTo>
                  <a:close/>
                </a:path>
                <a:path w="940435" h="481964">
                  <a:moveTo>
                    <a:pt x="44386" y="437388"/>
                  </a:moveTo>
                  <a:lnTo>
                    <a:pt x="42672" y="437388"/>
                  </a:lnTo>
                  <a:lnTo>
                    <a:pt x="45719" y="438912"/>
                  </a:lnTo>
                  <a:lnTo>
                    <a:pt x="44386" y="437388"/>
                  </a:lnTo>
                  <a:close/>
                </a:path>
                <a:path w="940435" h="481964">
                  <a:moveTo>
                    <a:pt x="932078" y="51816"/>
                  </a:moveTo>
                  <a:lnTo>
                    <a:pt x="903732" y="51816"/>
                  </a:lnTo>
                  <a:lnTo>
                    <a:pt x="909828" y="64007"/>
                  </a:lnTo>
                  <a:lnTo>
                    <a:pt x="914400" y="82296"/>
                  </a:lnTo>
                  <a:lnTo>
                    <a:pt x="914400" y="400812"/>
                  </a:lnTo>
                  <a:lnTo>
                    <a:pt x="911352" y="413003"/>
                  </a:lnTo>
                  <a:lnTo>
                    <a:pt x="909828" y="417575"/>
                  </a:lnTo>
                  <a:lnTo>
                    <a:pt x="906780" y="423671"/>
                  </a:lnTo>
                  <a:lnTo>
                    <a:pt x="903732" y="428244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7811" y="437388"/>
                  </a:lnTo>
                  <a:lnTo>
                    <a:pt x="929640" y="434339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0812"/>
                  </a:lnTo>
                  <a:lnTo>
                    <a:pt x="940308" y="86867"/>
                  </a:lnTo>
                  <a:lnTo>
                    <a:pt x="938784" y="77724"/>
                  </a:lnTo>
                  <a:lnTo>
                    <a:pt x="938784" y="70103"/>
                  </a:lnTo>
                  <a:lnTo>
                    <a:pt x="935736" y="60960"/>
                  </a:lnTo>
                  <a:lnTo>
                    <a:pt x="932078" y="51816"/>
                  </a:lnTo>
                  <a:close/>
                </a:path>
                <a:path w="940435" h="481964">
                  <a:moveTo>
                    <a:pt x="35813" y="426719"/>
                  </a:moveTo>
                  <a:lnTo>
                    <a:pt x="35052" y="426719"/>
                  </a:lnTo>
                  <a:lnTo>
                    <a:pt x="36575" y="428244"/>
                  </a:lnTo>
                  <a:lnTo>
                    <a:pt x="35813" y="426719"/>
                  </a:lnTo>
                  <a:close/>
                </a:path>
                <a:path w="940435" h="481964">
                  <a:moveTo>
                    <a:pt x="36575" y="51816"/>
                  </a:moveTo>
                  <a:lnTo>
                    <a:pt x="35052" y="53339"/>
                  </a:lnTo>
                  <a:lnTo>
                    <a:pt x="35813" y="53339"/>
                  </a:lnTo>
                  <a:lnTo>
                    <a:pt x="36575" y="51816"/>
                  </a:lnTo>
                  <a:close/>
                </a:path>
                <a:path w="940435" h="481964">
                  <a:moveTo>
                    <a:pt x="894588" y="42672"/>
                  </a:moveTo>
                  <a:lnTo>
                    <a:pt x="903732" y="53339"/>
                  </a:lnTo>
                  <a:lnTo>
                    <a:pt x="903732" y="51816"/>
                  </a:lnTo>
                  <a:lnTo>
                    <a:pt x="932078" y="51816"/>
                  </a:lnTo>
                  <a:lnTo>
                    <a:pt x="929640" y="45719"/>
                  </a:lnTo>
                  <a:lnTo>
                    <a:pt x="928497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5" h="481964">
                  <a:moveTo>
                    <a:pt x="45719" y="42672"/>
                  </a:moveTo>
                  <a:lnTo>
                    <a:pt x="42672" y="44196"/>
                  </a:lnTo>
                  <a:lnTo>
                    <a:pt x="44195" y="44196"/>
                  </a:lnTo>
                  <a:lnTo>
                    <a:pt x="45719" y="42672"/>
                  </a:lnTo>
                  <a:close/>
                </a:path>
                <a:path w="940435" h="481964">
                  <a:moveTo>
                    <a:pt x="914400" y="24384"/>
                  </a:moveTo>
                  <a:lnTo>
                    <a:pt x="858012" y="24384"/>
                  </a:lnTo>
                  <a:lnTo>
                    <a:pt x="870204" y="27431"/>
                  </a:lnTo>
                  <a:lnTo>
                    <a:pt x="876300" y="30479"/>
                  </a:lnTo>
                  <a:lnTo>
                    <a:pt x="882396" y="32003"/>
                  </a:lnTo>
                  <a:lnTo>
                    <a:pt x="885444" y="35051"/>
                  </a:lnTo>
                  <a:lnTo>
                    <a:pt x="897636" y="44196"/>
                  </a:lnTo>
                  <a:lnTo>
                    <a:pt x="928497" y="44196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14400" y="25907"/>
                  </a:lnTo>
                  <a:lnTo>
                    <a:pt x="914400" y="24384"/>
                  </a:lnTo>
                  <a:close/>
                </a:path>
                <a:path w="940435" h="481964">
                  <a:moveTo>
                    <a:pt x="55372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5372" y="35051"/>
                  </a:lnTo>
                  <a:close/>
                </a:path>
                <a:path w="940435" h="481964">
                  <a:moveTo>
                    <a:pt x="902208" y="15239"/>
                  </a:moveTo>
                  <a:lnTo>
                    <a:pt x="38100" y="15239"/>
                  </a:lnTo>
                  <a:lnTo>
                    <a:pt x="27431" y="24384"/>
                  </a:lnTo>
                  <a:lnTo>
                    <a:pt x="912876" y="24384"/>
                  </a:lnTo>
                  <a:lnTo>
                    <a:pt x="902208" y="15239"/>
                  </a:lnTo>
                  <a:close/>
                </a:path>
                <a:path w="940435" h="481964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3048"/>
                  </a:lnTo>
                  <a:lnTo>
                    <a:pt x="53340" y="6096"/>
                  </a:lnTo>
                  <a:lnTo>
                    <a:pt x="45719" y="10667"/>
                  </a:lnTo>
                  <a:lnTo>
                    <a:pt x="39624" y="13715"/>
                  </a:lnTo>
                  <a:lnTo>
                    <a:pt x="39624" y="15239"/>
                  </a:lnTo>
                  <a:lnTo>
                    <a:pt x="900684" y="15239"/>
                  </a:lnTo>
                  <a:lnTo>
                    <a:pt x="900684" y="13715"/>
                  </a:lnTo>
                  <a:lnTo>
                    <a:pt x="893064" y="9143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52799" y="4155553"/>
              <a:ext cx="914400" cy="431800"/>
            </a:xfrm>
            <a:custGeom>
              <a:avLst/>
              <a:gdLst/>
              <a:ahLst/>
              <a:cxnLst/>
              <a:rect l="l" t="t" r="r" b="b"/>
              <a:pathLst>
                <a:path w="914400" h="431800">
                  <a:moveTo>
                    <a:pt x="68915" y="430163"/>
                  </a:moveTo>
                  <a:lnTo>
                    <a:pt x="76200" y="431686"/>
                  </a:lnTo>
                  <a:lnTo>
                    <a:pt x="838200" y="431686"/>
                  </a:lnTo>
                  <a:lnTo>
                    <a:pt x="68915" y="430163"/>
                  </a:lnTo>
                  <a:close/>
                </a:path>
                <a:path w="914400" h="431800">
                  <a:moveTo>
                    <a:pt x="42029" y="422221"/>
                  </a:moveTo>
                  <a:lnTo>
                    <a:pt x="46934" y="425566"/>
                  </a:lnTo>
                  <a:lnTo>
                    <a:pt x="52623" y="426756"/>
                  </a:lnTo>
                  <a:lnTo>
                    <a:pt x="50220" y="425566"/>
                  </a:lnTo>
                  <a:lnTo>
                    <a:pt x="45720" y="424066"/>
                  </a:lnTo>
                  <a:lnTo>
                    <a:pt x="42029" y="422221"/>
                  </a:lnTo>
                  <a:close/>
                </a:path>
                <a:path w="914400" h="431800">
                  <a:moveTo>
                    <a:pt x="37843" y="419366"/>
                  </a:moveTo>
                  <a:lnTo>
                    <a:pt x="38246" y="419641"/>
                  </a:lnTo>
                  <a:lnTo>
                    <a:pt x="38100" y="419494"/>
                  </a:lnTo>
                  <a:lnTo>
                    <a:pt x="37843" y="419366"/>
                  </a:lnTo>
                  <a:close/>
                </a:path>
                <a:path w="914400" h="431800">
                  <a:moveTo>
                    <a:pt x="25908" y="410350"/>
                  </a:moveTo>
                  <a:lnTo>
                    <a:pt x="24624" y="410350"/>
                  </a:lnTo>
                  <a:lnTo>
                    <a:pt x="28660" y="413103"/>
                  </a:lnTo>
                  <a:lnTo>
                    <a:pt x="25908" y="410350"/>
                  </a:lnTo>
                  <a:close/>
                </a:path>
                <a:path w="914400" h="431800">
                  <a:moveTo>
                    <a:pt x="18583" y="403025"/>
                  </a:moveTo>
                  <a:lnTo>
                    <a:pt x="22669" y="409016"/>
                  </a:lnTo>
                  <a:lnTo>
                    <a:pt x="22860" y="409146"/>
                  </a:lnTo>
                  <a:lnTo>
                    <a:pt x="22860" y="407302"/>
                  </a:lnTo>
                  <a:lnTo>
                    <a:pt x="18583" y="403025"/>
                  </a:lnTo>
                  <a:close/>
                </a:path>
                <a:path w="914400" h="431800">
                  <a:moveTo>
                    <a:pt x="12045" y="393439"/>
                  </a:moveTo>
                  <a:lnTo>
                    <a:pt x="12191" y="393654"/>
                  </a:lnTo>
                  <a:lnTo>
                    <a:pt x="12045" y="393439"/>
                  </a:lnTo>
                  <a:close/>
                </a:path>
                <a:path w="914400" h="431800">
                  <a:moveTo>
                    <a:pt x="9144" y="389014"/>
                  </a:moveTo>
                  <a:lnTo>
                    <a:pt x="9144" y="389186"/>
                  </a:lnTo>
                  <a:lnTo>
                    <a:pt x="9144" y="389014"/>
                  </a:lnTo>
                  <a:close/>
                </a:path>
                <a:path w="914400" h="431800">
                  <a:moveTo>
                    <a:pt x="7620" y="384442"/>
                  </a:moveTo>
                  <a:lnTo>
                    <a:pt x="6055" y="384442"/>
                  </a:lnTo>
                  <a:lnTo>
                    <a:pt x="6119" y="384752"/>
                  </a:lnTo>
                  <a:lnTo>
                    <a:pt x="7620" y="386951"/>
                  </a:lnTo>
                  <a:lnTo>
                    <a:pt x="7620" y="384442"/>
                  </a:lnTo>
                  <a:close/>
                </a:path>
                <a:path w="914400" h="431800">
                  <a:moveTo>
                    <a:pt x="6096" y="381394"/>
                  </a:moveTo>
                  <a:lnTo>
                    <a:pt x="5417" y="381394"/>
                  </a:lnTo>
                  <a:lnTo>
                    <a:pt x="6055" y="384442"/>
                  </a:lnTo>
                  <a:lnTo>
                    <a:pt x="6096" y="381394"/>
                  </a:lnTo>
                  <a:close/>
                </a:path>
                <a:path w="914400" h="431800">
                  <a:moveTo>
                    <a:pt x="4572" y="376822"/>
                  </a:moveTo>
                  <a:lnTo>
                    <a:pt x="4572" y="377350"/>
                  </a:lnTo>
                  <a:lnTo>
                    <a:pt x="4572" y="376822"/>
                  </a:lnTo>
                  <a:close/>
                </a:path>
                <a:path w="914400" h="431800">
                  <a:moveTo>
                    <a:pt x="1524" y="355486"/>
                  </a:moveTo>
                  <a:lnTo>
                    <a:pt x="0" y="355486"/>
                  </a:lnTo>
                  <a:lnTo>
                    <a:pt x="1524" y="362774"/>
                  </a:lnTo>
                  <a:lnTo>
                    <a:pt x="1524" y="355486"/>
                  </a:lnTo>
                  <a:close/>
                </a:path>
                <a:path w="914400" h="431800">
                  <a:moveTo>
                    <a:pt x="894588" y="0"/>
                  </a:moveTo>
                  <a:lnTo>
                    <a:pt x="894588" y="394"/>
                  </a:lnTo>
                  <a:lnTo>
                    <a:pt x="894852" y="394"/>
                  </a:lnTo>
                  <a:lnTo>
                    <a:pt x="894588" y="0"/>
                  </a:lnTo>
                  <a:close/>
                </a:path>
                <a:path w="914400" h="431800">
                  <a:moveTo>
                    <a:pt x="914332" y="50343"/>
                  </a:moveTo>
                  <a:lnTo>
                    <a:pt x="912911" y="362861"/>
                  </a:lnTo>
                  <a:lnTo>
                    <a:pt x="914400" y="355486"/>
                  </a:lnTo>
                  <a:lnTo>
                    <a:pt x="914332" y="50343"/>
                  </a:lnTo>
                  <a:close/>
                </a:path>
                <a:path w="914400" h="431800">
                  <a:moveTo>
                    <a:pt x="908728" y="383594"/>
                  </a:moveTo>
                  <a:lnTo>
                    <a:pt x="907117" y="386815"/>
                  </a:lnTo>
                  <a:lnTo>
                    <a:pt x="908494" y="384752"/>
                  </a:lnTo>
                  <a:lnTo>
                    <a:pt x="908728" y="383594"/>
                  </a:lnTo>
                  <a:close/>
                </a:path>
                <a:path w="914400" h="431800">
                  <a:moveTo>
                    <a:pt x="894212" y="406153"/>
                  </a:moveTo>
                  <a:lnTo>
                    <a:pt x="893063" y="407302"/>
                  </a:lnTo>
                  <a:lnTo>
                    <a:pt x="893063" y="407875"/>
                  </a:lnTo>
                  <a:lnTo>
                    <a:pt x="894212" y="406153"/>
                  </a:lnTo>
                  <a:close/>
                </a:path>
                <a:path w="914400" h="431800">
                  <a:moveTo>
                    <a:pt x="890352" y="410350"/>
                  </a:moveTo>
                  <a:lnTo>
                    <a:pt x="890015" y="410350"/>
                  </a:lnTo>
                  <a:lnTo>
                    <a:pt x="889287" y="411079"/>
                  </a:lnTo>
                  <a:lnTo>
                    <a:pt x="890352" y="410350"/>
                  </a:lnTo>
                  <a:close/>
                </a:path>
                <a:path w="914400" h="431800">
                  <a:moveTo>
                    <a:pt x="870566" y="423885"/>
                  </a:moveTo>
                  <a:lnTo>
                    <a:pt x="870203" y="424066"/>
                  </a:lnTo>
                  <a:lnTo>
                    <a:pt x="865632" y="425590"/>
                  </a:lnTo>
                  <a:lnTo>
                    <a:pt x="863997" y="426407"/>
                  </a:lnTo>
                  <a:lnTo>
                    <a:pt x="868108" y="425566"/>
                  </a:lnTo>
                  <a:lnTo>
                    <a:pt x="870566" y="423885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40607" y="4117848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5" h="481964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3048"/>
                  </a:lnTo>
                  <a:lnTo>
                    <a:pt x="53339" y="6096"/>
                  </a:lnTo>
                  <a:lnTo>
                    <a:pt x="45719" y="10667"/>
                  </a:lnTo>
                  <a:lnTo>
                    <a:pt x="39624" y="13715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1" y="24384"/>
                  </a:lnTo>
                  <a:lnTo>
                    <a:pt x="25907" y="24384"/>
                  </a:lnTo>
                  <a:lnTo>
                    <a:pt x="25907" y="25907"/>
                  </a:lnTo>
                  <a:lnTo>
                    <a:pt x="16763" y="38100"/>
                  </a:lnTo>
                  <a:lnTo>
                    <a:pt x="15239" y="38100"/>
                  </a:lnTo>
                  <a:lnTo>
                    <a:pt x="15239" y="39624"/>
                  </a:lnTo>
                  <a:lnTo>
                    <a:pt x="10667" y="45719"/>
                  </a:lnTo>
                  <a:lnTo>
                    <a:pt x="7619" y="54863"/>
                  </a:lnTo>
                  <a:lnTo>
                    <a:pt x="4571" y="62484"/>
                  </a:lnTo>
                  <a:lnTo>
                    <a:pt x="1524" y="71627"/>
                  </a:lnTo>
                  <a:lnTo>
                    <a:pt x="0" y="79248"/>
                  </a:lnTo>
                  <a:lnTo>
                    <a:pt x="0" y="402336"/>
                  </a:lnTo>
                  <a:lnTo>
                    <a:pt x="1524" y="411479"/>
                  </a:lnTo>
                  <a:lnTo>
                    <a:pt x="4571" y="420624"/>
                  </a:lnTo>
                  <a:lnTo>
                    <a:pt x="10667" y="435863"/>
                  </a:lnTo>
                  <a:lnTo>
                    <a:pt x="15239" y="441959"/>
                  </a:lnTo>
                  <a:lnTo>
                    <a:pt x="15239" y="443483"/>
                  </a:lnTo>
                  <a:lnTo>
                    <a:pt x="16763" y="443483"/>
                  </a:lnTo>
                  <a:lnTo>
                    <a:pt x="25907" y="455675"/>
                  </a:lnTo>
                  <a:lnTo>
                    <a:pt x="27431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54863" y="475488"/>
                  </a:lnTo>
                  <a:lnTo>
                    <a:pt x="62483" y="478535"/>
                  </a:lnTo>
                  <a:lnTo>
                    <a:pt x="80771" y="481583"/>
                  </a:lnTo>
                  <a:lnTo>
                    <a:pt x="861059" y="481583"/>
                  </a:lnTo>
                  <a:lnTo>
                    <a:pt x="870203" y="480059"/>
                  </a:lnTo>
                  <a:lnTo>
                    <a:pt x="877824" y="477012"/>
                  </a:lnTo>
                  <a:lnTo>
                    <a:pt x="886967" y="473963"/>
                  </a:lnTo>
                  <a:lnTo>
                    <a:pt x="894588" y="470915"/>
                  </a:lnTo>
                  <a:lnTo>
                    <a:pt x="897127" y="469391"/>
                  </a:lnTo>
                  <a:lnTo>
                    <a:pt x="859536" y="469391"/>
                  </a:lnTo>
                  <a:lnTo>
                    <a:pt x="80771" y="467868"/>
                  </a:lnTo>
                  <a:lnTo>
                    <a:pt x="71627" y="466344"/>
                  </a:lnTo>
                  <a:lnTo>
                    <a:pt x="65531" y="464819"/>
                  </a:lnTo>
                  <a:lnTo>
                    <a:pt x="62483" y="463295"/>
                  </a:lnTo>
                  <a:lnTo>
                    <a:pt x="57912" y="461771"/>
                  </a:lnTo>
                  <a:lnTo>
                    <a:pt x="51815" y="458724"/>
                  </a:lnTo>
                  <a:lnTo>
                    <a:pt x="50291" y="457200"/>
                  </a:lnTo>
                  <a:lnTo>
                    <a:pt x="47243" y="455675"/>
                  </a:lnTo>
                  <a:lnTo>
                    <a:pt x="45719" y="454151"/>
                  </a:lnTo>
                  <a:lnTo>
                    <a:pt x="42671" y="452627"/>
                  </a:lnTo>
                  <a:lnTo>
                    <a:pt x="38100" y="448056"/>
                  </a:lnTo>
                  <a:lnTo>
                    <a:pt x="35051" y="448056"/>
                  </a:lnTo>
                  <a:lnTo>
                    <a:pt x="35051" y="445007"/>
                  </a:lnTo>
                  <a:lnTo>
                    <a:pt x="28955" y="438912"/>
                  </a:lnTo>
                  <a:lnTo>
                    <a:pt x="27431" y="438912"/>
                  </a:lnTo>
                  <a:lnTo>
                    <a:pt x="27431" y="435863"/>
                  </a:lnTo>
                  <a:lnTo>
                    <a:pt x="25907" y="434339"/>
                  </a:lnTo>
                  <a:lnTo>
                    <a:pt x="24383" y="434339"/>
                  </a:lnTo>
                  <a:lnTo>
                    <a:pt x="24383" y="431291"/>
                  </a:lnTo>
                  <a:lnTo>
                    <a:pt x="22859" y="429768"/>
                  </a:lnTo>
                  <a:lnTo>
                    <a:pt x="21336" y="429768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2147"/>
                  </a:lnTo>
                  <a:lnTo>
                    <a:pt x="18287" y="422147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8431"/>
                  </a:lnTo>
                  <a:lnTo>
                    <a:pt x="13715" y="408431"/>
                  </a:lnTo>
                  <a:lnTo>
                    <a:pt x="13715" y="393191"/>
                  </a:lnTo>
                  <a:lnTo>
                    <a:pt x="12191" y="393191"/>
                  </a:lnTo>
                  <a:lnTo>
                    <a:pt x="12191" y="88391"/>
                  </a:lnTo>
                  <a:lnTo>
                    <a:pt x="22859" y="50291"/>
                  </a:lnTo>
                  <a:lnTo>
                    <a:pt x="25907" y="44196"/>
                  </a:lnTo>
                  <a:lnTo>
                    <a:pt x="32003" y="38100"/>
                  </a:lnTo>
                  <a:lnTo>
                    <a:pt x="33527" y="35051"/>
                  </a:lnTo>
                  <a:lnTo>
                    <a:pt x="36575" y="32003"/>
                  </a:lnTo>
                  <a:lnTo>
                    <a:pt x="39624" y="30479"/>
                  </a:lnTo>
                  <a:lnTo>
                    <a:pt x="45719" y="24384"/>
                  </a:lnTo>
                  <a:lnTo>
                    <a:pt x="60959" y="16763"/>
                  </a:lnTo>
                  <a:lnTo>
                    <a:pt x="70103" y="13715"/>
                  </a:lnTo>
                  <a:lnTo>
                    <a:pt x="77724" y="12191"/>
                  </a:lnTo>
                  <a:lnTo>
                    <a:pt x="898143" y="12191"/>
                  </a:lnTo>
                  <a:lnTo>
                    <a:pt x="893063" y="9143"/>
                  </a:lnTo>
                  <a:lnTo>
                    <a:pt x="885443" y="6096"/>
                  </a:lnTo>
                  <a:lnTo>
                    <a:pt x="876300" y="3048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1964">
                  <a:moveTo>
                    <a:pt x="925067" y="38100"/>
                  </a:moveTo>
                  <a:lnTo>
                    <a:pt x="908303" y="38100"/>
                  </a:lnTo>
                  <a:lnTo>
                    <a:pt x="914400" y="44196"/>
                  </a:lnTo>
                  <a:lnTo>
                    <a:pt x="914400" y="47243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8971" y="51815"/>
                  </a:lnTo>
                  <a:lnTo>
                    <a:pt x="918971" y="54863"/>
                  </a:lnTo>
                  <a:lnTo>
                    <a:pt x="920495" y="54863"/>
                  </a:lnTo>
                  <a:lnTo>
                    <a:pt x="920495" y="57912"/>
                  </a:lnTo>
                  <a:lnTo>
                    <a:pt x="922019" y="57912"/>
                  </a:lnTo>
                  <a:lnTo>
                    <a:pt x="922019" y="62484"/>
                  </a:lnTo>
                  <a:lnTo>
                    <a:pt x="923543" y="62484"/>
                  </a:lnTo>
                  <a:lnTo>
                    <a:pt x="923543" y="67055"/>
                  </a:lnTo>
                  <a:lnTo>
                    <a:pt x="925067" y="67055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8431"/>
                  </a:lnTo>
                  <a:lnTo>
                    <a:pt x="923543" y="414527"/>
                  </a:lnTo>
                  <a:lnTo>
                    <a:pt x="922019" y="419100"/>
                  </a:lnTo>
                  <a:lnTo>
                    <a:pt x="918971" y="425195"/>
                  </a:lnTo>
                  <a:lnTo>
                    <a:pt x="917447" y="429768"/>
                  </a:lnTo>
                  <a:lnTo>
                    <a:pt x="915924" y="431291"/>
                  </a:lnTo>
                  <a:lnTo>
                    <a:pt x="914400" y="434339"/>
                  </a:lnTo>
                  <a:lnTo>
                    <a:pt x="912876" y="435863"/>
                  </a:lnTo>
                  <a:lnTo>
                    <a:pt x="911351" y="438912"/>
                  </a:lnTo>
                  <a:lnTo>
                    <a:pt x="905255" y="445007"/>
                  </a:lnTo>
                  <a:lnTo>
                    <a:pt x="905255" y="448056"/>
                  </a:lnTo>
                  <a:lnTo>
                    <a:pt x="902207" y="448056"/>
                  </a:lnTo>
                  <a:lnTo>
                    <a:pt x="897636" y="452627"/>
                  </a:lnTo>
                  <a:lnTo>
                    <a:pt x="894588" y="454151"/>
                  </a:lnTo>
                  <a:lnTo>
                    <a:pt x="893063" y="455675"/>
                  </a:lnTo>
                  <a:lnTo>
                    <a:pt x="890015" y="457200"/>
                  </a:lnTo>
                  <a:lnTo>
                    <a:pt x="888491" y="458724"/>
                  </a:lnTo>
                  <a:lnTo>
                    <a:pt x="882395" y="461771"/>
                  </a:lnTo>
                  <a:lnTo>
                    <a:pt x="877824" y="463295"/>
                  </a:lnTo>
                  <a:lnTo>
                    <a:pt x="874776" y="464819"/>
                  </a:lnTo>
                  <a:lnTo>
                    <a:pt x="868679" y="466344"/>
                  </a:lnTo>
                  <a:lnTo>
                    <a:pt x="859536" y="467868"/>
                  </a:lnTo>
                  <a:lnTo>
                    <a:pt x="859536" y="469391"/>
                  </a:lnTo>
                  <a:lnTo>
                    <a:pt x="897127" y="469391"/>
                  </a:lnTo>
                  <a:lnTo>
                    <a:pt x="902207" y="466344"/>
                  </a:lnTo>
                  <a:lnTo>
                    <a:pt x="912876" y="457200"/>
                  </a:lnTo>
                  <a:lnTo>
                    <a:pt x="914400" y="455675"/>
                  </a:lnTo>
                  <a:lnTo>
                    <a:pt x="914400" y="454151"/>
                  </a:lnTo>
                  <a:lnTo>
                    <a:pt x="925067" y="441959"/>
                  </a:lnTo>
                  <a:lnTo>
                    <a:pt x="929639" y="434339"/>
                  </a:lnTo>
                  <a:lnTo>
                    <a:pt x="935736" y="419100"/>
                  </a:lnTo>
                  <a:lnTo>
                    <a:pt x="938783" y="409956"/>
                  </a:lnTo>
                  <a:lnTo>
                    <a:pt x="940307" y="400812"/>
                  </a:lnTo>
                  <a:lnTo>
                    <a:pt x="940307" y="86867"/>
                  </a:lnTo>
                  <a:lnTo>
                    <a:pt x="938783" y="77724"/>
                  </a:lnTo>
                  <a:lnTo>
                    <a:pt x="938783" y="70103"/>
                  </a:lnTo>
                  <a:lnTo>
                    <a:pt x="935736" y="60960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5067" y="38100"/>
                  </a:lnTo>
                  <a:close/>
                </a:path>
                <a:path w="940435" h="481964">
                  <a:moveTo>
                    <a:pt x="898143" y="12191"/>
                  </a:moveTo>
                  <a:lnTo>
                    <a:pt x="862583" y="12191"/>
                  </a:lnTo>
                  <a:lnTo>
                    <a:pt x="870203" y="13715"/>
                  </a:lnTo>
                  <a:lnTo>
                    <a:pt x="879347" y="16763"/>
                  </a:lnTo>
                  <a:lnTo>
                    <a:pt x="894588" y="24384"/>
                  </a:lnTo>
                  <a:lnTo>
                    <a:pt x="900683" y="30479"/>
                  </a:lnTo>
                  <a:lnTo>
                    <a:pt x="903731" y="32003"/>
                  </a:lnTo>
                  <a:lnTo>
                    <a:pt x="906779" y="35051"/>
                  </a:lnTo>
                  <a:lnTo>
                    <a:pt x="906779" y="38100"/>
                  </a:lnTo>
                  <a:lnTo>
                    <a:pt x="923543" y="38100"/>
                  </a:lnTo>
                  <a:lnTo>
                    <a:pt x="914400" y="25907"/>
                  </a:lnTo>
                  <a:lnTo>
                    <a:pt x="914400" y="24384"/>
                  </a:lnTo>
                  <a:lnTo>
                    <a:pt x="912876" y="24384"/>
                  </a:lnTo>
                  <a:lnTo>
                    <a:pt x="902207" y="15239"/>
                  </a:lnTo>
                  <a:lnTo>
                    <a:pt x="900683" y="15239"/>
                  </a:lnTo>
                  <a:lnTo>
                    <a:pt x="900683" y="13715"/>
                  </a:lnTo>
                  <a:lnTo>
                    <a:pt x="89814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52799" y="413004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265"/>
                  </a:lnTo>
                  <a:lnTo>
                    <a:pt x="22669" y="434530"/>
                  </a:lnTo>
                  <a:lnTo>
                    <a:pt x="46934" y="451080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080"/>
                  </a:lnTo>
                  <a:lnTo>
                    <a:pt x="892302" y="434530"/>
                  </a:lnTo>
                  <a:lnTo>
                    <a:pt x="908494" y="410265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2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40607" y="4117848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5" h="481964">
                  <a:moveTo>
                    <a:pt x="83819" y="24384"/>
                  </a:moveTo>
                  <a:lnTo>
                    <a:pt x="25907" y="24384"/>
                  </a:lnTo>
                  <a:lnTo>
                    <a:pt x="25907" y="25907"/>
                  </a:lnTo>
                  <a:lnTo>
                    <a:pt x="16763" y="38100"/>
                  </a:lnTo>
                  <a:lnTo>
                    <a:pt x="15239" y="38100"/>
                  </a:lnTo>
                  <a:lnTo>
                    <a:pt x="15239" y="39624"/>
                  </a:lnTo>
                  <a:lnTo>
                    <a:pt x="10667" y="45719"/>
                  </a:lnTo>
                  <a:lnTo>
                    <a:pt x="7619" y="54863"/>
                  </a:lnTo>
                  <a:lnTo>
                    <a:pt x="4571" y="62484"/>
                  </a:lnTo>
                  <a:lnTo>
                    <a:pt x="1524" y="71627"/>
                  </a:lnTo>
                  <a:lnTo>
                    <a:pt x="0" y="79248"/>
                  </a:lnTo>
                  <a:lnTo>
                    <a:pt x="0" y="402336"/>
                  </a:lnTo>
                  <a:lnTo>
                    <a:pt x="1524" y="411479"/>
                  </a:lnTo>
                  <a:lnTo>
                    <a:pt x="4571" y="420624"/>
                  </a:lnTo>
                  <a:lnTo>
                    <a:pt x="10667" y="435863"/>
                  </a:lnTo>
                  <a:lnTo>
                    <a:pt x="15239" y="441959"/>
                  </a:lnTo>
                  <a:lnTo>
                    <a:pt x="15239" y="443483"/>
                  </a:lnTo>
                  <a:lnTo>
                    <a:pt x="16763" y="443483"/>
                  </a:lnTo>
                  <a:lnTo>
                    <a:pt x="25907" y="455675"/>
                  </a:lnTo>
                  <a:lnTo>
                    <a:pt x="27431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54863" y="475488"/>
                  </a:lnTo>
                  <a:lnTo>
                    <a:pt x="62483" y="478535"/>
                  </a:lnTo>
                  <a:lnTo>
                    <a:pt x="80771" y="481583"/>
                  </a:lnTo>
                  <a:lnTo>
                    <a:pt x="861059" y="481583"/>
                  </a:lnTo>
                  <a:lnTo>
                    <a:pt x="870203" y="480059"/>
                  </a:lnTo>
                  <a:lnTo>
                    <a:pt x="877824" y="477012"/>
                  </a:lnTo>
                  <a:lnTo>
                    <a:pt x="886967" y="473963"/>
                  </a:lnTo>
                  <a:lnTo>
                    <a:pt x="894588" y="470915"/>
                  </a:lnTo>
                  <a:lnTo>
                    <a:pt x="902207" y="466344"/>
                  </a:lnTo>
                  <a:lnTo>
                    <a:pt x="912876" y="457200"/>
                  </a:lnTo>
                  <a:lnTo>
                    <a:pt x="88391" y="457200"/>
                  </a:lnTo>
                  <a:lnTo>
                    <a:pt x="82295" y="455675"/>
                  </a:lnTo>
                  <a:lnTo>
                    <a:pt x="76200" y="455675"/>
                  </a:lnTo>
                  <a:lnTo>
                    <a:pt x="70103" y="454151"/>
                  </a:lnTo>
                  <a:lnTo>
                    <a:pt x="57912" y="448056"/>
                  </a:lnTo>
                  <a:lnTo>
                    <a:pt x="55625" y="446531"/>
                  </a:lnTo>
                  <a:lnTo>
                    <a:pt x="54863" y="446531"/>
                  </a:lnTo>
                  <a:lnTo>
                    <a:pt x="42671" y="437388"/>
                  </a:lnTo>
                  <a:lnTo>
                    <a:pt x="44386" y="437388"/>
                  </a:lnTo>
                  <a:lnTo>
                    <a:pt x="35051" y="426719"/>
                  </a:lnTo>
                  <a:lnTo>
                    <a:pt x="35813" y="426719"/>
                  </a:lnTo>
                  <a:lnTo>
                    <a:pt x="33527" y="422147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0772"/>
                  </a:lnTo>
                  <a:lnTo>
                    <a:pt x="30479" y="62484"/>
                  </a:lnTo>
                  <a:lnTo>
                    <a:pt x="33527" y="57912"/>
                  </a:lnTo>
                  <a:lnTo>
                    <a:pt x="35813" y="53339"/>
                  </a:lnTo>
                  <a:lnTo>
                    <a:pt x="35051" y="53339"/>
                  </a:lnTo>
                  <a:lnTo>
                    <a:pt x="44195" y="44196"/>
                  </a:lnTo>
                  <a:lnTo>
                    <a:pt x="42671" y="44196"/>
                  </a:lnTo>
                  <a:lnTo>
                    <a:pt x="54863" y="35051"/>
                  </a:lnTo>
                  <a:lnTo>
                    <a:pt x="55372" y="35051"/>
                  </a:lnTo>
                  <a:lnTo>
                    <a:pt x="59436" y="32003"/>
                  </a:lnTo>
                  <a:lnTo>
                    <a:pt x="65531" y="28955"/>
                  </a:lnTo>
                  <a:lnTo>
                    <a:pt x="70103" y="27431"/>
                  </a:lnTo>
                  <a:lnTo>
                    <a:pt x="77724" y="25907"/>
                  </a:lnTo>
                  <a:lnTo>
                    <a:pt x="83819" y="24384"/>
                  </a:lnTo>
                  <a:close/>
                </a:path>
                <a:path w="940435" h="481964">
                  <a:moveTo>
                    <a:pt x="927811" y="437388"/>
                  </a:moveTo>
                  <a:lnTo>
                    <a:pt x="897636" y="437388"/>
                  </a:ln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1103"/>
                  </a:lnTo>
                  <a:lnTo>
                    <a:pt x="868679" y="454151"/>
                  </a:lnTo>
                  <a:lnTo>
                    <a:pt x="862583" y="455675"/>
                  </a:lnTo>
                  <a:lnTo>
                    <a:pt x="856488" y="455675"/>
                  </a:lnTo>
                  <a:lnTo>
                    <a:pt x="850391" y="457200"/>
                  </a:lnTo>
                  <a:lnTo>
                    <a:pt x="912876" y="457200"/>
                  </a:lnTo>
                  <a:lnTo>
                    <a:pt x="914400" y="455675"/>
                  </a:lnTo>
                  <a:lnTo>
                    <a:pt x="914400" y="454151"/>
                  </a:lnTo>
                  <a:lnTo>
                    <a:pt x="925067" y="441959"/>
                  </a:lnTo>
                  <a:lnTo>
                    <a:pt x="927811" y="437388"/>
                  </a:lnTo>
                  <a:close/>
                </a:path>
                <a:path w="940435" h="481964">
                  <a:moveTo>
                    <a:pt x="53339" y="445007"/>
                  </a:moveTo>
                  <a:lnTo>
                    <a:pt x="54863" y="446531"/>
                  </a:lnTo>
                  <a:lnTo>
                    <a:pt x="55625" y="446531"/>
                  </a:lnTo>
                  <a:lnTo>
                    <a:pt x="53339" y="445007"/>
                  </a:lnTo>
                  <a:close/>
                </a:path>
                <a:path w="940435" h="481964">
                  <a:moveTo>
                    <a:pt x="44386" y="437388"/>
                  </a:moveTo>
                  <a:lnTo>
                    <a:pt x="42671" y="437388"/>
                  </a:lnTo>
                  <a:lnTo>
                    <a:pt x="45719" y="438912"/>
                  </a:lnTo>
                  <a:lnTo>
                    <a:pt x="44386" y="437388"/>
                  </a:lnTo>
                  <a:close/>
                </a:path>
                <a:path w="940435" h="481964">
                  <a:moveTo>
                    <a:pt x="932078" y="51815"/>
                  </a:moveTo>
                  <a:lnTo>
                    <a:pt x="903731" y="51815"/>
                  </a:lnTo>
                  <a:lnTo>
                    <a:pt x="909827" y="64007"/>
                  </a:lnTo>
                  <a:lnTo>
                    <a:pt x="914400" y="82296"/>
                  </a:lnTo>
                  <a:lnTo>
                    <a:pt x="914400" y="400812"/>
                  </a:lnTo>
                  <a:lnTo>
                    <a:pt x="911351" y="413003"/>
                  </a:lnTo>
                  <a:lnTo>
                    <a:pt x="909827" y="417575"/>
                  </a:lnTo>
                  <a:lnTo>
                    <a:pt x="906779" y="423671"/>
                  </a:lnTo>
                  <a:lnTo>
                    <a:pt x="903731" y="428244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7811" y="437388"/>
                  </a:lnTo>
                  <a:lnTo>
                    <a:pt x="929639" y="434339"/>
                  </a:lnTo>
                  <a:lnTo>
                    <a:pt x="935736" y="419100"/>
                  </a:lnTo>
                  <a:lnTo>
                    <a:pt x="938783" y="409956"/>
                  </a:lnTo>
                  <a:lnTo>
                    <a:pt x="940307" y="400812"/>
                  </a:lnTo>
                  <a:lnTo>
                    <a:pt x="940307" y="86867"/>
                  </a:lnTo>
                  <a:lnTo>
                    <a:pt x="938783" y="77724"/>
                  </a:lnTo>
                  <a:lnTo>
                    <a:pt x="938783" y="70103"/>
                  </a:lnTo>
                  <a:lnTo>
                    <a:pt x="935736" y="60960"/>
                  </a:lnTo>
                  <a:lnTo>
                    <a:pt x="932078" y="51815"/>
                  </a:lnTo>
                  <a:close/>
                </a:path>
                <a:path w="940435" h="481964">
                  <a:moveTo>
                    <a:pt x="35813" y="426719"/>
                  </a:moveTo>
                  <a:lnTo>
                    <a:pt x="35051" y="426719"/>
                  </a:lnTo>
                  <a:lnTo>
                    <a:pt x="36575" y="428244"/>
                  </a:lnTo>
                  <a:lnTo>
                    <a:pt x="35813" y="426719"/>
                  </a:lnTo>
                  <a:close/>
                </a:path>
                <a:path w="940435" h="481964">
                  <a:moveTo>
                    <a:pt x="36575" y="51815"/>
                  </a:moveTo>
                  <a:lnTo>
                    <a:pt x="35051" y="53339"/>
                  </a:lnTo>
                  <a:lnTo>
                    <a:pt x="35813" y="53339"/>
                  </a:lnTo>
                  <a:lnTo>
                    <a:pt x="36575" y="51815"/>
                  </a:lnTo>
                  <a:close/>
                </a:path>
                <a:path w="940435" h="481964">
                  <a:moveTo>
                    <a:pt x="894588" y="42672"/>
                  </a:moveTo>
                  <a:lnTo>
                    <a:pt x="903731" y="53339"/>
                  </a:lnTo>
                  <a:lnTo>
                    <a:pt x="903731" y="51815"/>
                  </a:lnTo>
                  <a:lnTo>
                    <a:pt x="932078" y="51815"/>
                  </a:lnTo>
                  <a:lnTo>
                    <a:pt x="929639" y="45719"/>
                  </a:lnTo>
                  <a:lnTo>
                    <a:pt x="928497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5" h="481964">
                  <a:moveTo>
                    <a:pt x="45719" y="42672"/>
                  </a:moveTo>
                  <a:lnTo>
                    <a:pt x="42671" y="44196"/>
                  </a:lnTo>
                  <a:lnTo>
                    <a:pt x="44195" y="44196"/>
                  </a:lnTo>
                  <a:lnTo>
                    <a:pt x="45719" y="42672"/>
                  </a:lnTo>
                  <a:close/>
                </a:path>
                <a:path w="940435" h="481964">
                  <a:moveTo>
                    <a:pt x="914400" y="24384"/>
                  </a:moveTo>
                  <a:lnTo>
                    <a:pt x="858012" y="24384"/>
                  </a:lnTo>
                  <a:lnTo>
                    <a:pt x="870203" y="27431"/>
                  </a:lnTo>
                  <a:lnTo>
                    <a:pt x="876300" y="30479"/>
                  </a:lnTo>
                  <a:lnTo>
                    <a:pt x="882395" y="32003"/>
                  </a:lnTo>
                  <a:lnTo>
                    <a:pt x="885443" y="35051"/>
                  </a:lnTo>
                  <a:lnTo>
                    <a:pt x="897636" y="44196"/>
                  </a:lnTo>
                  <a:lnTo>
                    <a:pt x="928497" y="44196"/>
                  </a:lnTo>
                  <a:lnTo>
                    <a:pt x="925067" y="39624"/>
                  </a:lnTo>
                  <a:lnTo>
                    <a:pt x="925067" y="38100"/>
                  </a:lnTo>
                  <a:lnTo>
                    <a:pt x="923543" y="38100"/>
                  </a:lnTo>
                  <a:lnTo>
                    <a:pt x="914400" y="25907"/>
                  </a:lnTo>
                  <a:lnTo>
                    <a:pt x="914400" y="24384"/>
                  </a:lnTo>
                  <a:close/>
                </a:path>
                <a:path w="940435" h="481964">
                  <a:moveTo>
                    <a:pt x="55372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5372" y="35051"/>
                  </a:lnTo>
                  <a:close/>
                </a:path>
                <a:path w="940435" h="481964">
                  <a:moveTo>
                    <a:pt x="902207" y="15239"/>
                  </a:moveTo>
                  <a:lnTo>
                    <a:pt x="38100" y="15239"/>
                  </a:lnTo>
                  <a:lnTo>
                    <a:pt x="27431" y="24384"/>
                  </a:lnTo>
                  <a:lnTo>
                    <a:pt x="912876" y="24384"/>
                  </a:lnTo>
                  <a:lnTo>
                    <a:pt x="902207" y="15239"/>
                  </a:lnTo>
                  <a:close/>
                </a:path>
                <a:path w="940435" h="481964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3048"/>
                  </a:lnTo>
                  <a:lnTo>
                    <a:pt x="53339" y="6096"/>
                  </a:lnTo>
                  <a:lnTo>
                    <a:pt x="45719" y="10667"/>
                  </a:lnTo>
                  <a:lnTo>
                    <a:pt x="39624" y="13715"/>
                  </a:lnTo>
                  <a:lnTo>
                    <a:pt x="39624" y="15239"/>
                  </a:lnTo>
                  <a:lnTo>
                    <a:pt x="900683" y="15239"/>
                  </a:lnTo>
                  <a:lnTo>
                    <a:pt x="900683" y="13715"/>
                  </a:lnTo>
                  <a:lnTo>
                    <a:pt x="893063" y="9143"/>
                  </a:lnTo>
                  <a:lnTo>
                    <a:pt x="885443" y="6096"/>
                  </a:lnTo>
                  <a:lnTo>
                    <a:pt x="876300" y="3048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76800" y="4155553"/>
              <a:ext cx="914400" cy="431800"/>
            </a:xfrm>
            <a:custGeom>
              <a:avLst/>
              <a:gdLst/>
              <a:ahLst/>
              <a:cxnLst/>
              <a:rect l="l" t="t" r="r" b="b"/>
              <a:pathLst>
                <a:path w="914400" h="431800">
                  <a:moveTo>
                    <a:pt x="68915" y="430163"/>
                  </a:moveTo>
                  <a:lnTo>
                    <a:pt x="76200" y="431686"/>
                  </a:lnTo>
                  <a:lnTo>
                    <a:pt x="838200" y="431686"/>
                  </a:lnTo>
                  <a:lnTo>
                    <a:pt x="68915" y="430163"/>
                  </a:lnTo>
                  <a:close/>
                </a:path>
                <a:path w="914400" h="431800">
                  <a:moveTo>
                    <a:pt x="42029" y="422221"/>
                  </a:moveTo>
                  <a:lnTo>
                    <a:pt x="46934" y="425566"/>
                  </a:lnTo>
                  <a:lnTo>
                    <a:pt x="52623" y="426756"/>
                  </a:lnTo>
                  <a:lnTo>
                    <a:pt x="50220" y="425566"/>
                  </a:lnTo>
                  <a:lnTo>
                    <a:pt x="45720" y="424066"/>
                  </a:lnTo>
                  <a:lnTo>
                    <a:pt x="42029" y="422221"/>
                  </a:lnTo>
                  <a:close/>
                </a:path>
                <a:path w="914400" h="431800">
                  <a:moveTo>
                    <a:pt x="37843" y="419366"/>
                  </a:moveTo>
                  <a:lnTo>
                    <a:pt x="38246" y="419641"/>
                  </a:lnTo>
                  <a:lnTo>
                    <a:pt x="38100" y="419494"/>
                  </a:lnTo>
                  <a:lnTo>
                    <a:pt x="37843" y="419366"/>
                  </a:lnTo>
                  <a:close/>
                </a:path>
                <a:path w="914400" h="431800">
                  <a:moveTo>
                    <a:pt x="25908" y="410350"/>
                  </a:moveTo>
                  <a:lnTo>
                    <a:pt x="24624" y="410350"/>
                  </a:lnTo>
                  <a:lnTo>
                    <a:pt x="28660" y="413103"/>
                  </a:lnTo>
                  <a:lnTo>
                    <a:pt x="25908" y="410350"/>
                  </a:lnTo>
                  <a:close/>
                </a:path>
                <a:path w="914400" h="431800">
                  <a:moveTo>
                    <a:pt x="18583" y="403025"/>
                  </a:moveTo>
                  <a:lnTo>
                    <a:pt x="22669" y="409016"/>
                  </a:lnTo>
                  <a:lnTo>
                    <a:pt x="22860" y="409146"/>
                  </a:lnTo>
                  <a:lnTo>
                    <a:pt x="22860" y="407302"/>
                  </a:lnTo>
                  <a:lnTo>
                    <a:pt x="18583" y="403025"/>
                  </a:lnTo>
                  <a:close/>
                </a:path>
                <a:path w="914400" h="431800">
                  <a:moveTo>
                    <a:pt x="12045" y="393439"/>
                  </a:moveTo>
                  <a:lnTo>
                    <a:pt x="12191" y="393654"/>
                  </a:lnTo>
                  <a:lnTo>
                    <a:pt x="12045" y="393439"/>
                  </a:lnTo>
                  <a:close/>
                </a:path>
                <a:path w="914400" h="431800">
                  <a:moveTo>
                    <a:pt x="9144" y="389014"/>
                  </a:moveTo>
                  <a:lnTo>
                    <a:pt x="9144" y="389186"/>
                  </a:lnTo>
                  <a:lnTo>
                    <a:pt x="9144" y="389014"/>
                  </a:lnTo>
                  <a:close/>
                </a:path>
                <a:path w="914400" h="431800">
                  <a:moveTo>
                    <a:pt x="7620" y="384442"/>
                  </a:moveTo>
                  <a:lnTo>
                    <a:pt x="6055" y="384442"/>
                  </a:lnTo>
                  <a:lnTo>
                    <a:pt x="6119" y="384752"/>
                  </a:lnTo>
                  <a:lnTo>
                    <a:pt x="7620" y="386951"/>
                  </a:lnTo>
                  <a:lnTo>
                    <a:pt x="7620" y="384442"/>
                  </a:lnTo>
                  <a:close/>
                </a:path>
                <a:path w="914400" h="431800">
                  <a:moveTo>
                    <a:pt x="6096" y="381394"/>
                  </a:moveTo>
                  <a:lnTo>
                    <a:pt x="5417" y="381394"/>
                  </a:lnTo>
                  <a:lnTo>
                    <a:pt x="6055" y="384442"/>
                  </a:lnTo>
                  <a:lnTo>
                    <a:pt x="6096" y="381394"/>
                  </a:lnTo>
                  <a:close/>
                </a:path>
                <a:path w="914400" h="431800">
                  <a:moveTo>
                    <a:pt x="4572" y="376822"/>
                  </a:moveTo>
                  <a:lnTo>
                    <a:pt x="4572" y="377350"/>
                  </a:lnTo>
                  <a:lnTo>
                    <a:pt x="4572" y="376822"/>
                  </a:lnTo>
                  <a:close/>
                </a:path>
                <a:path w="914400" h="431800">
                  <a:moveTo>
                    <a:pt x="1524" y="355486"/>
                  </a:moveTo>
                  <a:lnTo>
                    <a:pt x="0" y="355486"/>
                  </a:lnTo>
                  <a:lnTo>
                    <a:pt x="1524" y="362774"/>
                  </a:lnTo>
                  <a:lnTo>
                    <a:pt x="1524" y="355486"/>
                  </a:lnTo>
                  <a:close/>
                </a:path>
                <a:path w="914400" h="431800">
                  <a:moveTo>
                    <a:pt x="894588" y="0"/>
                  </a:moveTo>
                  <a:lnTo>
                    <a:pt x="894588" y="394"/>
                  </a:lnTo>
                  <a:lnTo>
                    <a:pt x="894852" y="394"/>
                  </a:lnTo>
                  <a:lnTo>
                    <a:pt x="894588" y="0"/>
                  </a:lnTo>
                  <a:close/>
                </a:path>
                <a:path w="914400" h="431800">
                  <a:moveTo>
                    <a:pt x="914332" y="50343"/>
                  </a:moveTo>
                  <a:lnTo>
                    <a:pt x="912911" y="362861"/>
                  </a:lnTo>
                  <a:lnTo>
                    <a:pt x="914400" y="355486"/>
                  </a:lnTo>
                  <a:lnTo>
                    <a:pt x="914332" y="50343"/>
                  </a:lnTo>
                  <a:close/>
                </a:path>
                <a:path w="914400" h="431800">
                  <a:moveTo>
                    <a:pt x="908728" y="383594"/>
                  </a:moveTo>
                  <a:lnTo>
                    <a:pt x="907117" y="386815"/>
                  </a:lnTo>
                  <a:lnTo>
                    <a:pt x="908494" y="384752"/>
                  </a:lnTo>
                  <a:lnTo>
                    <a:pt x="908728" y="383594"/>
                  </a:lnTo>
                  <a:close/>
                </a:path>
                <a:path w="914400" h="431800">
                  <a:moveTo>
                    <a:pt x="894212" y="406153"/>
                  </a:moveTo>
                  <a:lnTo>
                    <a:pt x="893063" y="407302"/>
                  </a:lnTo>
                  <a:lnTo>
                    <a:pt x="893063" y="407875"/>
                  </a:lnTo>
                  <a:lnTo>
                    <a:pt x="894212" y="406153"/>
                  </a:lnTo>
                  <a:close/>
                </a:path>
                <a:path w="914400" h="431800">
                  <a:moveTo>
                    <a:pt x="890352" y="410350"/>
                  </a:moveTo>
                  <a:lnTo>
                    <a:pt x="890015" y="410350"/>
                  </a:lnTo>
                  <a:lnTo>
                    <a:pt x="889287" y="411079"/>
                  </a:lnTo>
                  <a:lnTo>
                    <a:pt x="890352" y="410350"/>
                  </a:lnTo>
                  <a:close/>
                </a:path>
                <a:path w="914400" h="431800">
                  <a:moveTo>
                    <a:pt x="870566" y="423885"/>
                  </a:moveTo>
                  <a:lnTo>
                    <a:pt x="870203" y="424066"/>
                  </a:lnTo>
                  <a:lnTo>
                    <a:pt x="865632" y="425590"/>
                  </a:lnTo>
                  <a:lnTo>
                    <a:pt x="863997" y="426407"/>
                  </a:lnTo>
                  <a:lnTo>
                    <a:pt x="868108" y="425566"/>
                  </a:lnTo>
                  <a:lnTo>
                    <a:pt x="870566" y="423885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4607" y="4117848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5" h="481964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3048"/>
                  </a:lnTo>
                  <a:lnTo>
                    <a:pt x="53339" y="6096"/>
                  </a:lnTo>
                  <a:lnTo>
                    <a:pt x="45719" y="10667"/>
                  </a:lnTo>
                  <a:lnTo>
                    <a:pt x="39624" y="13715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1" y="24384"/>
                  </a:lnTo>
                  <a:lnTo>
                    <a:pt x="25907" y="24384"/>
                  </a:lnTo>
                  <a:lnTo>
                    <a:pt x="25907" y="25907"/>
                  </a:lnTo>
                  <a:lnTo>
                    <a:pt x="16763" y="38100"/>
                  </a:lnTo>
                  <a:lnTo>
                    <a:pt x="15239" y="38100"/>
                  </a:lnTo>
                  <a:lnTo>
                    <a:pt x="15239" y="39624"/>
                  </a:lnTo>
                  <a:lnTo>
                    <a:pt x="10667" y="45719"/>
                  </a:lnTo>
                  <a:lnTo>
                    <a:pt x="7619" y="54863"/>
                  </a:lnTo>
                  <a:lnTo>
                    <a:pt x="4571" y="62484"/>
                  </a:lnTo>
                  <a:lnTo>
                    <a:pt x="1524" y="71627"/>
                  </a:lnTo>
                  <a:lnTo>
                    <a:pt x="0" y="79248"/>
                  </a:lnTo>
                  <a:lnTo>
                    <a:pt x="0" y="402336"/>
                  </a:lnTo>
                  <a:lnTo>
                    <a:pt x="1524" y="411479"/>
                  </a:lnTo>
                  <a:lnTo>
                    <a:pt x="4571" y="420624"/>
                  </a:lnTo>
                  <a:lnTo>
                    <a:pt x="10667" y="435863"/>
                  </a:lnTo>
                  <a:lnTo>
                    <a:pt x="15239" y="441959"/>
                  </a:lnTo>
                  <a:lnTo>
                    <a:pt x="15239" y="443483"/>
                  </a:lnTo>
                  <a:lnTo>
                    <a:pt x="16763" y="443483"/>
                  </a:lnTo>
                  <a:lnTo>
                    <a:pt x="25907" y="455675"/>
                  </a:lnTo>
                  <a:lnTo>
                    <a:pt x="27431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54863" y="475488"/>
                  </a:lnTo>
                  <a:lnTo>
                    <a:pt x="62483" y="478535"/>
                  </a:lnTo>
                  <a:lnTo>
                    <a:pt x="80771" y="481583"/>
                  </a:lnTo>
                  <a:lnTo>
                    <a:pt x="861059" y="481583"/>
                  </a:lnTo>
                  <a:lnTo>
                    <a:pt x="870203" y="480059"/>
                  </a:lnTo>
                  <a:lnTo>
                    <a:pt x="877824" y="477012"/>
                  </a:lnTo>
                  <a:lnTo>
                    <a:pt x="886967" y="473963"/>
                  </a:lnTo>
                  <a:lnTo>
                    <a:pt x="894588" y="470915"/>
                  </a:lnTo>
                  <a:lnTo>
                    <a:pt x="897127" y="469391"/>
                  </a:lnTo>
                  <a:lnTo>
                    <a:pt x="859536" y="469391"/>
                  </a:lnTo>
                  <a:lnTo>
                    <a:pt x="80771" y="467868"/>
                  </a:lnTo>
                  <a:lnTo>
                    <a:pt x="71627" y="466344"/>
                  </a:lnTo>
                  <a:lnTo>
                    <a:pt x="65531" y="464819"/>
                  </a:lnTo>
                  <a:lnTo>
                    <a:pt x="62483" y="463295"/>
                  </a:lnTo>
                  <a:lnTo>
                    <a:pt x="57912" y="461771"/>
                  </a:lnTo>
                  <a:lnTo>
                    <a:pt x="51815" y="458724"/>
                  </a:lnTo>
                  <a:lnTo>
                    <a:pt x="50291" y="457200"/>
                  </a:lnTo>
                  <a:lnTo>
                    <a:pt x="47243" y="455675"/>
                  </a:lnTo>
                  <a:lnTo>
                    <a:pt x="45719" y="454151"/>
                  </a:lnTo>
                  <a:lnTo>
                    <a:pt x="42671" y="452627"/>
                  </a:lnTo>
                  <a:lnTo>
                    <a:pt x="38100" y="448056"/>
                  </a:lnTo>
                  <a:lnTo>
                    <a:pt x="35051" y="448056"/>
                  </a:lnTo>
                  <a:lnTo>
                    <a:pt x="35051" y="445007"/>
                  </a:lnTo>
                  <a:lnTo>
                    <a:pt x="28955" y="438912"/>
                  </a:lnTo>
                  <a:lnTo>
                    <a:pt x="27431" y="438912"/>
                  </a:lnTo>
                  <a:lnTo>
                    <a:pt x="27431" y="435863"/>
                  </a:lnTo>
                  <a:lnTo>
                    <a:pt x="25907" y="434339"/>
                  </a:lnTo>
                  <a:lnTo>
                    <a:pt x="24383" y="434339"/>
                  </a:lnTo>
                  <a:lnTo>
                    <a:pt x="24383" y="431291"/>
                  </a:lnTo>
                  <a:lnTo>
                    <a:pt x="22859" y="429768"/>
                  </a:lnTo>
                  <a:lnTo>
                    <a:pt x="21336" y="429768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2147"/>
                  </a:lnTo>
                  <a:lnTo>
                    <a:pt x="18287" y="422147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8431"/>
                  </a:lnTo>
                  <a:lnTo>
                    <a:pt x="13715" y="408431"/>
                  </a:lnTo>
                  <a:lnTo>
                    <a:pt x="13715" y="393191"/>
                  </a:lnTo>
                  <a:lnTo>
                    <a:pt x="12191" y="393191"/>
                  </a:lnTo>
                  <a:lnTo>
                    <a:pt x="12191" y="88391"/>
                  </a:lnTo>
                  <a:lnTo>
                    <a:pt x="22859" y="50291"/>
                  </a:lnTo>
                  <a:lnTo>
                    <a:pt x="25907" y="44196"/>
                  </a:lnTo>
                  <a:lnTo>
                    <a:pt x="32003" y="38100"/>
                  </a:lnTo>
                  <a:lnTo>
                    <a:pt x="33527" y="35051"/>
                  </a:lnTo>
                  <a:lnTo>
                    <a:pt x="36575" y="32003"/>
                  </a:lnTo>
                  <a:lnTo>
                    <a:pt x="39624" y="30479"/>
                  </a:lnTo>
                  <a:lnTo>
                    <a:pt x="45719" y="24384"/>
                  </a:lnTo>
                  <a:lnTo>
                    <a:pt x="60959" y="16763"/>
                  </a:lnTo>
                  <a:lnTo>
                    <a:pt x="70103" y="13715"/>
                  </a:lnTo>
                  <a:lnTo>
                    <a:pt x="77724" y="12191"/>
                  </a:lnTo>
                  <a:lnTo>
                    <a:pt x="898143" y="12191"/>
                  </a:lnTo>
                  <a:lnTo>
                    <a:pt x="893063" y="9143"/>
                  </a:lnTo>
                  <a:lnTo>
                    <a:pt x="885443" y="6096"/>
                  </a:lnTo>
                  <a:lnTo>
                    <a:pt x="876300" y="3048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1964">
                  <a:moveTo>
                    <a:pt x="925067" y="38100"/>
                  </a:moveTo>
                  <a:lnTo>
                    <a:pt x="908303" y="38100"/>
                  </a:lnTo>
                  <a:lnTo>
                    <a:pt x="914400" y="44196"/>
                  </a:lnTo>
                  <a:lnTo>
                    <a:pt x="914400" y="47243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8971" y="51815"/>
                  </a:lnTo>
                  <a:lnTo>
                    <a:pt x="918971" y="54863"/>
                  </a:lnTo>
                  <a:lnTo>
                    <a:pt x="920495" y="54863"/>
                  </a:lnTo>
                  <a:lnTo>
                    <a:pt x="920495" y="57912"/>
                  </a:lnTo>
                  <a:lnTo>
                    <a:pt x="922019" y="57912"/>
                  </a:lnTo>
                  <a:lnTo>
                    <a:pt x="922019" y="62484"/>
                  </a:lnTo>
                  <a:lnTo>
                    <a:pt x="923543" y="62484"/>
                  </a:lnTo>
                  <a:lnTo>
                    <a:pt x="923543" y="67055"/>
                  </a:lnTo>
                  <a:lnTo>
                    <a:pt x="925067" y="67055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8431"/>
                  </a:lnTo>
                  <a:lnTo>
                    <a:pt x="923543" y="414527"/>
                  </a:lnTo>
                  <a:lnTo>
                    <a:pt x="922019" y="419100"/>
                  </a:lnTo>
                  <a:lnTo>
                    <a:pt x="918971" y="425195"/>
                  </a:lnTo>
                  <a:lnTo>
                    <a:pt x="917447" y="429768"/>
                  </a:lnTo>
                  <a:lnTo>
                    <a:pt x="915924" y="431291"/>
                  </a:lnTo>
                  <a:lnTo>
                    <a:pt x="914400" y="434339"/>
                  </a:lnTo>
                  <a:lnTo>
                    <a:pt x="912876" y="435863"/>
                  </a:lnTo>
                  <a:lnTo>
                    <a:pt x="911351" y="438912"/>
                  </a:lnTo>
                  <a:lnTo>
                    <a:pt x="905255" y="445007"/>
                  </a:lnTo>
                  <a:lnTo>
                    <a:pt x="905255" y="448056"/>
                  </a:lnTo>
                  <a:lnTo>
                    <a:pt x="902207" y="448056"/>
                  </a:lnTo>
                  <a:lnTo>
                    <a:pt x="897636" y="452627"/>
                  </a:lnTo>
                  <a:lnTo>
                    <a:pt x="894588" y="454151"/>
                  </a:lnTo>
                  <a:lnTo>
                    <a:pt x="893063" y="455675"/>
                  </a:lnTo>
                  <a:lnTo>
                    <a:pt x="890015" y="457200"/>
                  </a:lnTo>
                  <a:lnTo>
                    <a:pt x="888491" y="458724"/>
                  </a:lnTo>
                  <a:lnTo>
                    <a:pt x="882395" y="461771"/>
                  </a:lnTo>
                  <a:lnTo>
                    <a:pt x="877824" y="463295"/>
                  </a:lnTo>
                  <a:lnTo>
                    <a:pt x="874776" y="464819"/>
                  </a:lnTo>
                  <a:lnTo>
                    <a:pt x="868679" y="466344"/>
                  </a:lnTo>
                  <a:lnTo>
                    <a:pt x="859536" y="467868"/>
                  </a:lnTo>
                  <a:lnTo>
                    <a:pt x="859536" y="469391"/>
                  </a:lnTo>
                  <a:lnTo>
                    <a:pt x="897127" y="469391"/>
                  </a:lnTo>
                  <a:lnTo>
                    <a:pt x="902207" y="466344"/>
                  </a:lnTo>
                  <a:lnTo>
                    <a:pt x="912876" y="457200"/>
                  </a:lnTo>
                  <a:lnTo>
                    <a:pt x="914400" y="455675"/>
                  </a:lnTo>
                  <a:lnTo>
                    <a:pt x="914400" y="454151"/>
                  </a:lnTo>
                  <a:lnTo>
                    <a:pt x="925067" y="441959"/>
                  </a:lnTo>
                  <a:lnTo>
                    <a:pt x="929639" y="434339"/>
                  </a:lnTo>
                  <a:lnTo>
                    <a:pt x="935736" y="419100"/>
                  </a:lnTo>
                  <a:lnTo>
                    <a:pt x="938783" y="409956"/>
                  </a:lnTo>
                  <a:lnTo>
                    <a:pt x="940307" y="400812"/>
                  </a:lnTo>
                  <a:lnTo>
                    <a:pt x="940307" y="86867"/>
                  </a:lnTo>
                  <a:lnTo>
                    <a:pt x="938783" y="77724"/>
                  </a:lnTo>
                  <a:lnTo>
                    <a:pt x="938783" y="70103"/>
                  </a:lnTo>
                  <a:lnTo>
                    <a:pt x="935736" y="60960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5067" y="38100"/>
                  </a:lnTo>
                  <a:close/>
                </a:path>
                <a:path w="940435" h="481964">
                  <a:moveTo>
                    <a:pt x="898143" y="12191"/>
                  </a:moveTo>
                  <a:lnTo>
                    <a:pt x="862583" y="12191"/>
                  </a:lnTo>
                  <a:lnTo>
                    <a:pt x="870203" y="13715"/>
                  </a:lnTo>
                  <a:lnTo>
                    <a:pt x="879347" y="16763"/>
                  </a:lnTo>
                  <a:lnTo>
                    <a:pt x="894588" y="24384"/>
                  </a:lnTo>
                  <a:lnTo>
                    <a:pt x="900683" y="30479"/>
                  </a:lnTo>
                  <a:lnTo>
                    <a:pt x="903731" y="32003"/>
                  </a:lnTo>
                  <a:lnTo>
                    <a:pt x="906779" y="35051"/>
                  </a:lnTo>
                  <a:lnTo>
                    <a:pt x="906779" y="38100"/>
                  </a:lnTo>
                  <a:lnTo>
                    <a:pt x="923543" y="38100"/>
                  </a:lnTo>
                  <a:lnTo>
                    <a:pt x="914400" y="25907"/>
                  </a:lnTo>
                  <a:lnTo>
                    <a:pt x="914400" y="24384"/>
                  </a:lnTo>
                  <a:lnTo>
                    <a:pt x="912876" y="24384"/>
                  </a:lnTo>
                  <a:lnTo>
                    <a:pt x="902207" y="15239"/>
                  </a:lnTo>
                  <a:lnTo>
                    <a:pt x="900683" y="15239"/>
                  </a:lnTo>
                  <a:lnTo>
                    <a:pt x="900683" y="13715"/>
                  </a:lnTo>
                  <a:lnTo>
                    <a:pt x="89814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13004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265"/>
                  </a:lnTo>
                  <a:lnTo>
                    <a:pt x="22669" y="434530"/>
                  </a:lnTo>
                  <a:lnTo>
                    <a:pt x="46934" y="451080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080"/>
                  </a:lnTo>
                  <a:lnTo>
                    <a:pt x="892302" y="434530"/>
                  </a:lnTo>
                  <a:lnTo>
                    <a:pt x="908494" y="410265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2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64607" y="4117848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5" h="481964">
                  <a:moveTo>
                    <a:pt x="83819" y="24384"/>
                  </a:moveTo>
                  <a:lnTo>
                    <a:pt x="25907" y="24384"/>
                  </a:lnTo>
                  <a:lnTo>
                    <a:pt x="25907" y="25907"/>
                  </a:lnTo>
                  <a:lnTo>
                    <a:pt x="16763" y="38100"/>
                  </a:lnTo>
                  <a:lnTo>
                    <a:pt x="15239" y="38100"/>
                  </a:lnTo>
                  <a:lnTo>
                    <a:pt x="15239" y="39624"/>
                  </a:lnTo>
                  <a:lnTo>
                    <a:pt x="10667" y="45719"/>
                  </a:lnTo>
                  <a:lnTo>
                    <a:pt x="7619" y="54863"/>
                  </a:lnTo>
                  <a:lnTo>
                    <a:pt x="4571" y="62484"/>
                  </a:lnTo>
                  <a:lnTo>
                    <a:pt x="1524" y="71627"/>
                  </a:lnTo>
                  <a:lnTo>
                    <a:pt x="0" y="79248"/>
                  </a:lnTo>
                  <a:lnTo>
                    <a:pt x="0" y="402336"/>
                  </a:lnTo>
                  <a:lnTo>
                    <a:pt x="1524" y="411479"/>
                  </a:lnTo>
                  <a:lnTo>
                    <a:pt x="4571" y="420624"/>
                  </a:lnTo>
                  <a:lnTo>
                    <a:pt x="10667" y="435863"/>
                  </a:lnTo>
                  <a:lnTo>
                    <a:pt x="15239" y="441959"/>
                  </a:lnTo>
                  <a:lnTo>
                    <a:pt x="15239" y="443483"/>
                  </a:lnTo>
                  <a:lnTo>
                    <a:pt x="16763" y="443483"/>
                  </a:lnTo>
                  <a:lnTo>
                    <a:pt x="25907" y="455675"/>
                  </a:lnTo>
                  <a:lnTo>
                    <a:pt x="27431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54863" y="475488"/>
                  </a:lnTo>
                  <a:lnTo>
                    <a:pt x="62483" y="478535"/>
                  </a:lnTo>
                  <a:lnTo>
                    <a:pt x="80771" y="481583"/>
                  </a:lnTo>
                  <a:lnTo>
                    <a:pt x="861059" y="481583"/>
                  </a:lnTo>
                  <a:lnTo>
                    <a:pt x="870203" y="480059"/>
                  </a:lnTo>
                  <a:lnTo>
                    <a:pt x="877824" y="477012"/>
                  </a:lnTo>
                  <a:lnTo>
                    <a:pt x="886967" y="473963"/>
                  </a:lnTo>
                  <a:lnTo>
                    <a:pt x="894588" y="470915"/>
                  </a:lnTo>
                  <a:lnTo>
                    <a:pt x="902207" y="466344"/>
                  </a:lnTo>
                  <a:lnTo>
                    <a:pt x="912876" y="457200"/>
                  </a:lnTo>
                  <a:lnTo>
                    <a:pt x="88391" y="457200"/>
                  </a:lnTo>
                  <a:lnTo>
                    <a:pt x="82295" y="455675"/>
                  </a:lnTo>
                  <a:lnTo>
                    <a:pt x="76200" y="455675"/>
                  </a:lnTo>
                  <a:lnTo>
                    <a:pt x="70103" y="454151"/>
                  </a:lnTo>
                  <a:lnTo>
                    <a:pt x="57912" y="448056"/>
                  </a:lnTo>
                  <a:lnTo>
                    <a:pt x="55625" y="446531"/>
                  </a:lnTo>
                  <a:lnTo>
                    <a:pt x="54863" y="446531"/>
                  </a:lnTo>
                  <a:lnTo>
                    <a:pt x="42671" y="437388"/>
                  </a:lnTo>
                  <a:lnTo>
                    <a:pt x="44386" y="437388"/>
                  </a:lnTo>
                  <a:lnTo>
                    <a:pt x="35051" y="426719"/>
                  </a:lnTo>
                  <a:lnTo>
                    <a:pt x="35813" y="426719"/>
                  </a:lnTo>
                  <a:lnTo>
                    <a:pt x="33527" y="422147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0772"/>
                  </a:lnTo>
                  <a:lnTo>
                    <a:pt x="30479" y="62484"/>
                  </a:lnTo>
                  <a:lnTo>
                    <a:pt x="33527" y="57912"/>
                  </a:lnTo>
                  <a:lnTo>
                    <a:pt x="35813" y="53339"/>
                  </a:lnTo>
                  <a:lnTo>
                    <a:pt x="35051" y="53339"/>
                  </a:lnTo>
                  <a:lnTo>
                    <a:pt x="44195" y="44196"/>
                  </a:lnTo>
                  <a:lnTo>
                    <a:pt x="42671" y="44196"/>
                  </a:lnTo>
                  <a:lnTo>
                    <a:pt x="54863" y="35051"/>
                  </a:lnTo>
                  <a:lnTo>
                    <a:pt x="55372" y="35051"/>
                  </a:lnTo>
                  <a:lnTo>
                    <a:pt x="59436" y="32003"/>
                  </a:lnTo>
                  <a:lnTo>
                    <a:pt x="65531" y="28955"/>
                  </a:lnTo>
                  <a:lnTo>
                    <a:pt x="70103" y="27431"/>
                  </a:lnTo>
                  <a:lnTo>
                    <a:pt x="77724" y="25907"/>
                  </a:lnTo>
                  <a:lnTo>
                    <a:pt x="83819" y="24384"/>
                  </a:lnTo>
                  <a:close/>
                </a:path>
                <a:path w="940435" h="481964">
                  <a:moveTo>
                    <a:pt x="927811" y="437388"/>
                  </a:moveTo>
                  <a:lnTo>
                    <a:pt x="897636" y="437388"/>
                  </a:ln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1103"/>
                  </a:lnTo>
                  <a:lnTo>
                    <a:pt x="868679" y="454151"/>
                  </a:lnTo>
                  <a:lnTo>
                    <a:pt x="862583" y="455675"/>
                  </a:lnTo>
                  <a:lnTo>
                    <a:pt x="856488" y="455675"/>
                  </a:lnTo>
                  <a:lnTo>
                    <a:pt x="850391" y="457200"/>
                  </a:lnTo>
                  <a:lnTo>
                    <a:pt x="912876" y="457200"/>
                  </a:lnTo>
                  <a:lnTo>
                    <a:pt x="914400" y="455675"/>
                  </a:lnTo>
                  <a:lnTo>
                    <a:pt x="914400" y="454151"/>
                  </a:lnTo>
                  <a:lnTo>
                    <a:pt x="925067" y="441959"/>
                  </a:lnTo>
                  <a:lnTo>
                    <a:pt x="927811" y="437388"/>
                  </a:lnTo>
                  <a:close/>
                </a:path>
                <a:path w="940435" h="481964">
                  <a:moveTo>
                    <a:pt x="53339" y="445007"/>
                  </a:moveTo>
                  <a:lnTo>
                    <a:pt x="54863" y="446531"/>
                  </a:lnTo>
                  <a:lnTo>
                    <a:pt x="55625" y="446531"/>
                  </a:lnTo>
                  <a:lnTo>
                    <a:pt x="53339" y="445007"/>
                  </a:lnTo>
                  <a:close/>
                </a:path>
                <a:path w="940435" h="481964">
                  <a:moveTo>
                    <a:pt x="44386" y="437388"/>
                  </a:moveTo>
                  <a:lnTo>
                    <a:pt x="42671" y="437388"/>
                  </a:lnTo>
                  <a:lnTo>
                    <a:pt x="45719" y="438912"/>
                  </a:lnTo>
                  <a:lnTo>
                    <a:pt x="44386" y="437388"/>
                  </a:lnTo>
                  <a:close/>
                </a:path>
                <a:path w="940435" h="481964">
                  <a:moveTo>
                    <a:pt x="932078" y="51815"/>
                  </a:moveTo>
                  <a:lnTo>
                    <a:pt x="903731" y="51815"/>
                  </a:lnTo>
                  <a:lnTo>
                    <a:pt x="909827" y="64007"/>
                  </a:lnTo>
                  <a:lnTo>
                    <a:pt x="914400" y="82296"/>
                  </a:lnTo>
                  <a:lnTo>
                    <a:pt x="914400" y="400812"/>
                  </a:lnTo>
                  <a:lnTo>
                    <a:pt x="911351" y="413003"/>
                  </a:lnTo>
                  <a:lnTo>
                    <a:pt x="909827" y="417575"/>
                  </a:lnTo>
                  <a:lnTo>
                    <a:pt x="906779" y="423671"/>
                  </a:lnTo>
                  <a:lnTo>
                    <a:pt x="903731" y="428244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7811" y="437388"/>
                  </a:lnTo>
                  <a:lnTo>
                    <a:pt x="929639" y="434339"/>
                  </a:lnTo>
                  <a:lnTo>
                    <a:pt x="935736" y="419100"/>
                  </a:lnTo>
                  <a:lnTo>
                    <a:pt x="938783" y="409956"/>
                  </a:lnTo>
                  <a:lnTo>
                    <a:pt x="940307" y="400812"/>
                  </a:lnTo>
                  <a:lnTo>
                    <a:pt x="940307" y="86867"/>
                  </a:lnTo>
                  <a:lnTo>
                    <a:pt x="938783" y="77724"/>
                  </a:lnTo>
                  <a:lnTo>
                    <a:pt x="938783" y="70103"/>
                  </a:lnTo>
                  <a:lnTo>
                    <a:pt x="935736" y="60960"/>
                  </a:lnTo>
                  <a:lnTo>
                    <a:pt x="932078" y="51815"/>
                  </a:lnTo>
                  <a:close/>
                </a:path>
                <a:path w="940435" h="481964">
                  <a:moveTo>
                    <a:pt x="35813" y="426719"/>
                  </a:moveTo>
                  <a:lnTo>
                    <a:pt x="35051" y="426719"/>
                  </a:lnTo>
                  <a:lnTo>
                    <a:pt x="36575" y="428244"/>
                  </a:lnTo>
                  <a:lnTo>
                    <a:pt x="35813" y="426719"/>
                  </a:lnTo>
                  <a:close/>
                </a:path>
                <a:path w="940435" h="481964">
                  <a:moveTo>
                    <a:pt x="36575" y="51815"/>
                  </a:moveTo>
                  <a:lnTo>
                    <a:pt x="35051" y="53339"/>
                  </a:lnTo>
                  <a:lnTo>
                    <a:pt x="35813" y="53339"/>
                  </a:lnTo>
                  <a:lnTo>
                    <a:pt x="36575" y="51815"/>
                  </a:lnTo>
                  <a:close/>
                </a:path>
                <a:path w="940435" h="481964">
                  <a:moveTo>
                    <a:pt x="894588" y="42672"/>
                  </a:moveTo>
                  <a:lnTo>
                    <a:pt x="903731" y="53339"/>
                  </a:lnTo>
                  <a:lnTo>
                    <a:pt x="903731" y="51815"/>
                  </a:lnTo>
                  <a:lnTo>
                    <a:pt x="932078" y="51815"/>
                  </a:lnTo>
                  <a:lnTo>
                    <a:pt x="929639" y="45719"/>
                  </a:lnTo>
                  <a:lnTo>
                    <a:pt x="928497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5" h="481964">
                  <a:moveTo>
                    <a:pt x="45719" y="42672"/>
                  </a:moveTo>
                  <a:lnTo>
                    <a:pt x="42671" y="44196"/>
                  </a:lnTo>
                  <a:lnTo>
                    <a:pt x="44195" y="44196"/>
                  </a:lnTo>
                  <a:lnTo>
                    <a:pt x="45719" y="42672"/>
                  </a:lnTo>
                  <a:close/>
                </a:path>
                <a:path w="940435" h="481964">
                  <a:moveTo>
                    <a:pt x="914400" y="24384"/>
                  </a:moveTo>
                  <a:lnTo>
                    <a:pt x="858012" y="24384"/>
                  </a:lnTo>
                  <a:lnTo>
                    <a:pt x="870203" y="27431"/>
                  </a:lnTo>
                  <a:lnTo>
                    <a:pt x="876300" y="30479"/>
                  </a:lnTo>
                  <a:lnTo>
                    <a:pt x="882395" y="32003"/>
                  </a:lnTo>
                  <a:lnTo>
                    <a:pt x="885443" y="35051"/>
                  </a:lnTo>
                  <a:lnTo>
                    <a:pt x="897636" y="44196"/>
                  </a:lnTo>
                  <a:lnTo>
                    <a:pt x="928497" y="44196"/>
                  </a:lnTo>
                  <a:lnTo>
                    <a:pt x="925067" y="39624"/>
                  </a:lnTo>
                  <a:lnTo>
                    <a:pt x="925067" y="38100"/>
                  </a:lnTo>
                  <a:lnTo>
                    <a:pt x="923543" y="38100"/>
                  </a:lnTo>
                  <a:lnTo>
                    <a:pt x="914400" y="25907"/>
                  </a:lnTo>
                  <a:lnTo>
                    <a:pt x="914400" y="24384"/>
                  </a:lnTo>
                  <a:close/>
                </a:path>
                <a:path w="940435" h="481964">
                  <a:moveTo>
                    <a:pt x="55372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5372" y="35051"/>
                  </a:lnTo>
                  <a:close/>
                </a:path>
                <a:path w="940435" h="481964">
                  <a:moveTo>
                    <a:pt x="902207" y="15239"/>
                  </a:moveTo>
                  <a:lnTo>
                    <a:pt x="38100" y="15239"/>
                  </a:lnTo>
                  <a:lnTo>
                    <a:pt x="27431" y="24384"/>
                  </a:lnTo>
                  <a:lnTo>
                    <a:pt x="912876" y="24384"/>
                  </a:lnTo>
                  <a:lnTo>
                    <a:pt x="902207" y="15239"/>
                  </a:lnTo>
                  <a:close/>
                </a:path>
                <a:path w="940435" h="481964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3048"/>
                  </a:lnTo>
                  <a:lnTo>
                    <a:pt x="53339" y="6096"/>
                  </a:lnTo>
                  <a:lnTo>
                    <a:pt x="45719" y="10667"/>
                  </a:lnTo>
                  <a:lnTo>
                    <a:pt x="39624" y="13715"/>
                  </a:lnTo>
                  <a:lnTo>
                    <a:pt x="39624" y="15239"/>
                  </a:lnTo>
                  <a:lnTo>
                    <a:pt x="900683" y="15239"/>
                  </a:lnTo>
                  <a:lnTo>
                    <a:pt x="900683" y="13715"/>
                  </a:lnTo>
                  <a:lnTo>
                    <a:pt x="893063" y="9143"/>
                  </a:lnTo>
                  <a:lnTo>
                    <a:pt x="885443" y="6096"/>
                  </a:lnTo>
                  <a:lnTo>
                    <a:pt x="876300" y="3048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48399" y="4199801"/>
              <a:ext cx="914400" cy="381635"/>
            </a:xfrm>
            <a:custGeom>
              <a:avLst/>
              <a:gdLst/>
              <a:ahLst/>
              <a:cxnLst/>
              <a:rect l="l" t="t" r="r" b="b"/>
              <a:pathLst>
                <a:path w="914400" h="381635">
                  <a:moveTo>
                    <a:pt x="68915" y="379819"/>
                  </a:moveTo>
                  <a:lnTo>
                    <a:pt x="76200" y="381342"/>
                  </a:lnTo>
                  <a:lnTo>
                    <a:pt x="838200" y="381342"/>
                  </a:lnTo>
                  <a:lnTo>
                    <a:pt x="68915" y="379819"/>
                  </a:lnTo>
                  <a:close/>
                </a:path>
                <a:path w="914400" h="381635">
                  <a:moveTo>
                    <a:pt x="42029" y="371877"/>
                  </a:moveTo>
                  <a:lnTo>
                    <a:pt x="46934" y="375223"/>
                  </a:lnTo>
                  <a:lnTo>
                    <a:pt x="55752" y="377067"/>
                  </a:lnTo>
                  <a:lnTo>
                    <a:pt x="45720" y="373722"/>
                  </a:lnTo>
                  <a:lnTo>
                    <a:pt x="42029" y="371877"/>
                  </a:lnTo>
                  <a:close/>
                </a:path>
                <a:path w="914400" h="381635">
                  <a:moveTo>
                    <a:pt x="37843" y="369022"/>
                  </a:moveTo>
                  <a:lnTo>
                    <a:pt x="38246" y="369297"/>
                  </a:lnTo>
                  <a:lnTo>
                    <a:pt x="38100" y="369150"/>
                  </a:lnTo>
                  <a:lnTo>
                    <a:pt x="37843" y="369022"/>
                  </a:lnTo>
                  <a:close/>
                </a:path>
                <a:path w="914400" h="381635">
                  <a:moveTo>
                    <a:pt x="29471" y="363312"/>
                  </a:moveTo>
                  <a:lnTo>
                    <a:pt x="33453" y="366028"/>
                  </a:lnTo>
                  <a:lnTo>
                    <a:pt x="32003" y="364578"/>
                  </a:lnTo>
                  <a:lnTo>
                    <a:pt x="29471" y="363312"/>
                  </a:lnTo>
                  <a:close/>
                </a:path>
                <a:path w="914400" h="381635">
                  <a:moveTo>
                    <a:pt x="18583" y="352682"/>
                  </a:moveTo>
                  <a:lnTo>
                    <a:pt x="22669" y="358673"/>
                  </a:lnTo>
                  <a:lnTo>
                    <a:pt x="28660" y="362759"/>
                  </a:lnTo>
                  <a:lnTo>
                    <a:pt x="18583" y="352682"/>
                  </a:lnTo>
                  <a:close/>
                </a:path>
                <a:path w="914400" h="381635">
                  <a:moveTo>
                    <a:pt x="15314" y="347889"/>
                  </a:moveTo>
                  <a:lnTo>
                    <a:pt x="16763" y="350014"/>
                  </a:lnTo>
                  <a:lnTo>
                    <a:pt x="16763" y="349338"/>
                  </a:lnTo>
                  <a:lnTo>
                    <a:pt x="15314" y="347889"/>
                  </a:lnTo>
                  <a:close/>
                </a:path>
                <a:path w="914400" h="381635">
                  <a:moveTo>
                    <a:pt x="12191" y="343242"/>
                  </a:moveTo>
                  <a:close/>
                </a:path>
                <a:path w="914400" h="381635">
                  <a:moveTo>
                    <a:pt x="10667" y="340194"/>
                  </a:moveTo>
                  <a:lnTo>
                    <a:pt x="10066" y="340194"/>
                  </a:lnTo>
                  <a:lnTo>
                    <a:pt x="10667" y="341076"/>
                  </a:lnTo>
                  <a:lnTo>
                    <a:pt x="10667" y="340194"/>
                  </a:lnTo>
                  <a:close/>
                </a:path>
                <a:path w="914400" h="381635">
                  <a:moveTo>
                    <a:pt x="9144" y="337146"/>
                  </a:moveTo>
                  <a:lnTo>
                    <a:pt x="7987" y="337146"/>
                  </a:lnTo>
                  <a:lnTo>
                    <a:pt x="9144" y="338842"/>
                  </a:lnTo>
                  <a:lnTo>
                    <a:pt x="9144" y="337146"/>
                  </a:lnTo>
                  <a:close/>
                </a:path>
                <a:path w="914400" h="381635">
                  <a:moveTo>
                    <a:pt x="7620" y="334098"/>
                  </a:moveTo>
                  <a:lnTo>
                    <a:pt x="6055" y="334098"/>
                  </a:lnTo>
                  <a:lnTo>
                    <a:pt x="6119" y="334408"/>
                  </a:lnTo>
                  <a:lnTo>
                    <a:pt x="7620" y="336608"/>
                  </a:lnTo>
                  <a:lnTo>
                    <a:pt x="7620" y="334098"/>
                  </a:lnTo>
                  <a:close/>
                </a:path>
                <a:path w="914400" h="381635">
                  <a:moveTo>
                    <a:pt x="6096" y="331050"/>
                  </a:moveTo>
                  <a:lnTo>
                    <a:pt x="5417" y="331050"/>
                  </a:lnTo>
                  <a:lnTo>
                    <a:pt x="6055" y="334098"/>
                  </a:lnTo>
                  <a:lnTo>
                    <a:pt x="6096" y="331050"/>
                  </a:lnTo>
                  <a:close/>
                </a:path>
                <a:path w="914400" h="381635">
                  <a:moveTo>
                    <a:pt x="4572" y="326478"/>
                  </a:moveTo>
                  <a:lnTo>
                    <a:pt x="4572" y="327006"/>
                  </a:lnTo>
                  <a:lnTo>
                    <a:pt x="4572" y="326478"/>
                  </a:lnTo>
                  <a:close/>
                </a:path>
                <a:path w="914400" h="381635">
                  <a:moveTo>
                    <a:pt x="1524" y="305142"/>
                  </a:moveTo>
                  <a:lnTo>
                    <a:pt x="0" y="305142"/>
                  </a:lnTo>
                  <a:lnTo>
                    <a:pt x="1524" y="312430"/>
                  </a:lnTo>
                  <a:lnTo>
                    <a:pt x="1524" y="305142"/>
                  </a:lnTo>
                  <a:close/>
                </a:path>
                <a:path w="914400" h="381635">
                  <a:moveTo>
                    <a:pt x="914332" y="0"/>
                  </a:moveTo>
                  <a:lnTo>
                    <a:pt x="912911" y="312518"/>
                  </a:lnTo>
                  <a:lnTo>
                    <a:pt x="914400" y="305142"/>
                  </a:lnTo>
                  <a:lnTo>
                    <a:pt x="914332" y="0"/>
                  </a:lnTo>
                  <a:close/>
                </a:path>
                <a:path w="914400" h="381635">
                  <a:moveTo>
                    <a:pt x="908728" y="333250"/>
                  </a:moveTo>
                  <a:lnTo>
                    <a:pt x="907117" y="336472"/>
                  </a:lnTo>
                  <a:lnTo>
                    <a:pt x="908494" y="334408"/>
                  </a:lnTo>
                  <a:lnTo>
                    <a:pt x="908728" y="333250"/>
                  </a:lnTo>
                  <a:close/>
                </a:path>
                <a:path w="914400" h="381635">
                  <a:moveTo>
                    <a:pt x="894212" y="355810"/>
                  </a:moveTo>
                  <a:lnTo>
                    <a:pt x="889287" y="360735"/>
                  </a:lnTo>
                  <a:lnTo>
                    <a:pt x="892301" y="358673"/>
                  </a:lnTo>
                  <a:lnTo>
                    <a:pt x="894212" y="355810"/>
                  </a:lnTo>
                  <a:close/>
                </a:path>
                <a:path w="914400" h="381635">
                  <a:moveTo>
                    <a:pt x="870566" y="373541"/>
                  </a:moveTo>
                  <a:lnTo>
                    <a:pt x="870203" y="373722"/>
                  </a:lnTo>
                  <a:lnTo>
                    <a:pt x="861880" y="376497"/>
                  </a:lnTo>
                  <a:lnTo>
                    <a:pt x="868108" y="375223"/>
                  </a:lnTo>
                  <a:lnTo>
                    <a:pt x="870566" y="373541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36207" y="411022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850391" y="0"/>
                  </a:moveTo>
                  <a:lnTo>
                    <a:pt x="88391" y="0"/>
                  </a:lnTo>
                  <a:lnTo>
                    <a:pt x="70103" y="3048"/>
                  </a:lnTo>
                  <a:lnTo>
                    <a:pt x="62483" y="4572"/>
                  </a:lnTo>
                  <a:lnTo>
                    <a:pt x="53339" y="7620"/>
                  </a:lnTo>
                  <a:lnTo>
                    <a:pt x="45719" y="12192"/>
                  </a:lnTo>
                  <a:lnTo>
                    <a:pt x="39624" y="15239"/>
                  </a:lnTo>
                  <a:lnTo>
                    <a:pt x="39624" y="16763"/>
                  </a:lnTo>
                  <a:lnTo>
                    <a:pt x="38100" y="16763"/>
                  </a:lnTo>
                  <a:lnTo>
                    <a:pt x="27431" y="25908"/>
                  </a:lnTo>
                  <a:lnTo>
                    <a:pt x="25907" y="25908"/>
                  </a:lnTo>
                  <a:lnTo>
                    <a:pt x="25907" y="27432"/>
                  </a:lnTo>
                  <a:lnTo>
                    <a:pt x="16763" y="38100"/>
                  </a:lnTo>
                  <a:lnTo>
                    <a:pt x="15239" y="39624"/>
                  </a:lnTo>
                  <a:lnTo>
                    <a:pt x="10667" y="47244"/>
                  </a:lnTo>
                  <a:lnTo>
                    <a:pt x="7619" y="54863"/>
                  </a:lnTo>
                  <a:lnTo>
                    <a:pt x="4571" y="64008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4"/>
                  </a:lnTo>
                  <a:lnTo>
                    <a:pt x="4571" y="420624"/>
                  </a:lnTo>
                  <a:lnTo>
                    <a:pt x="7619" y="429768"/>
                  </a:lnTo>
                  <a:lnTo>
                    <a:pt x="10667" y="437388"/>
                  </a:lnTo>
                  <a:lnTo>
                    <a:pt x="15239" y="443484"/>
                  </a:lnTo>
                  <a:lnTo>
                    <a:pt x="15239" y="445008"/>
                  </a:lnTo>
                  <a:lnTo>
                    <a:pt x="16763" y="445008"/>
                  </a:lnTo>
                  <a:lnTo>
                    <a:pt x="25907" y="455676"/>
                  </a:lnTo>
                  <a:lnTo>
                    <a:pt x="25907" y="457200"/>
                  </a:lnTo>
                  <a:lnTo>
                    <a:pt x="27431" y="458724"/>
                  </a:lnTo>
                  <a:lnTo>
                    <a:pt x="38100" y="467868"/>
                  </a:lnTo>
                  <a:lnTo>
                    <a:pt x="39624" y="467868"/>
                  </a:lnTo>
                  <a:lnTo>
                    <a:pt x="54863" y="477012"/>
                  </a:lnTo>
                  <a:lnTo>
                    <a:pt x="62483" y="480060"/>
                  </a:lnTo>
                  <a:lnTo>
                    <a:pt x="80771" y="483108"/>
                  </a:lnTo>
                  <a:lnTo>
                    <a:pt x="861060" y="483108"/>
                  </a:lnTo>
                  <a:lnTo>
                    <a:pt x="870203" y="481584"/>
                  </a:lnTo>
                  <a:lnTo>
                    <a:pt x="877823" y="478536"/>
                  </a:lnTo>
                  <a:lnTo>
                    <a:pt x="886967" y="475488"/>
                  </a:lnTo>
                  <a:lnTo>
                    <a:pt x="894588" y="472440"/>
                  </a:lnTo>
                  <a:lnTo>
                    <a:pt x="897128" y="470916"/>
                  </a:lnTo>
                  <a:lnTo>
                    <a:pt x="859536" y="470916"/>
                  </a:lnTo>
                  <a:lnTo>
                    <a:pt x="80771" y="469392"/>
                  </a:lnTo>
                  <a:lnTo>
                    <a:pt x="71627" y="467868"/>
                  </a:lnTo>
                  <a:lnTo>
                    <a:pt x="57912" y="463296"/>
                  </a:lnTo>
                  <a:lnTo>
                    <a:pt x="51815" y="460248"/>
                  </a:lnTo>
                  <a:lnTo>
                    <a:pt x="50291" y="458724"/>
                  </a:lnTo>
                  <a:lnTo>
                    <a:pt x="47243" y="457200"/>
                  </a:lnTo>
                  <a:lnTo>
                    <a:pt x="44195" y="454152"/>
                  </a:lnTo>
                  <a:lnTo>
                    <a:pt x="41147" y="452628"/>
                  </a:lnTo>
                  <a:lnTo>
                    <a:pt x="30479" y="441960"/>
                  </a:lnTo>
                  <a:lnTo>
                    <a:pt x="28955" y="441960"/>
                  </a:lnTo>
                  <a:lnTo>
                    <a:pt x="28955" y="438912"/>
                  </a:lnTo>
                  <a:lnTo>
                    <a:pt x="25907" y="435864"/>
                  </a:lnTo>
                  <a:lnTo>
                    <a:pt x="24383" y="435864"/>
                  </a:lnTo>
                  <a:lnTo>
                    <a:pt x="24383" y="432816"/>
                  </a:lnTo>
                  <a:lnTo>
                    <a:pt x="22859" y="432816"/>
                  </a:lnTo>
                  <a:lnTo>
                    <a:pt x="22859" y="429768"/>
                  </a:lnTo>
                  <a:lnTo>
                    <a:pt x="21336" y="429768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7" y="423672"/>
                  </a:lnTo>
                  <a:lnTo>
                    <a:pt x="18287" y="420624"/>
                  </a:lnTo>
                  <a:lnTo>
                    <a:pt x="16763" y="420624"/>
                  </a:lnTo>
                  <a:lnTo>
                    <a:pt x="16763" y="416052"/>
                  </a:lnTo>
                  <a:lnTo>
                    <a:pt x="15239" y="416052"/>
                  </a:lnTo>
                  <a:lnTo>
                    <a:pt x="15239" y="409956"/>
                  </a:lnTo>
                  <a:lnTo>
                    <a:pt x="13715" y="409956"/>
                  </a:lnTo>
                  <a:lnTo>
                    <a:pt x="13715" y="394716"/>
                  </a:lnTo>
                  <a:lnTo>
                    <a:pt x="12191" y="394716"/>
                  </a:lnTo>
                  <a:lnTo>
                    <a:pt x="12191" y="89916"/>
                  </a:lnTo>
                  <a:lnTo>
                    <a:pt x="22859" y="50292"/>
                  </a:lnTo>
                  <a:lnTo>
                    <a:pt x="24383" y="48768"/>
                  </a:lnTo>
                  <a:lnTo>
                    <a:pt x="25907" y="45720"/>
                  </a:lnTo>
                  <a:lnTo>
                    <a:pt x="30479" y="41148"/>
                  </a:lnTo>
                  <a:lnTo>
                    <a:pt x="32003" y="38100"/>
                  </a:lnTo>
                  <a:lnTo>
                    <a:pt x="38100" y="32004"/>
                  </a:lnTo>
                  <a:lnTo>
                    <a:pt x="41147" y="30480"/>
                  </a:lnTo>
                  <a:lnTo>
                    <a:pt x="45719" y="25908"/>
                  </a:lnTo>
                  <a:lnTo>
                    <a:pt x="51815" y="22860"/>
                  </a:lnTo>
                  <a:lnTo>
                    <a:pt x="53339" y="21336"/>
                  </a:lnTo>
                  <a:lnTo>
                    <a:pt x="56387" y="19812"/>
                  </a:lnTo>
                  <a:lnTo>
                    <a:pt x="60959" y="18287"/>
                  </a:lnTo>
                  <a:lnTo>
                    <a:pt x="64007" y="16763"/>
                  </a:lnTo>
                  <a:lnTo>
                    <a:pt x="76200" y="13716"/>
                  </a:lnTo>
                  <a:lnTo>
                    <a:pt x="898144" y="13716"/>
                  </a:lnTo>
                  <a:lnTo>
                    <a:pt x="893063" y="10668"/>
                  </a:lnTo>
                  <a:lnTo>
                    <a:pt x="885443" y="7620"/>
                  </a:lnTo>
                  <a:lnTo>
                    <a:pt x="876299" y="4572"/>
                  </a:lnTo>
                  <a:lnTo>
                    <a:pt x="868680" y="1524"/>
                  </a:lnTo>
                  <a:lnTo>
                    <a:pt x="859536" y="1524"/>
                  </a:lnTo>
                  <a:lnTo>
                    <a:pt x="850391" y="0"/>
                  </a:lnTo>
                  <a:close/>
                </a:path>
                <a:path w="940434" h="483235">
                  <a:moveTo>
                    <a:pt x="898144" y="13716"/>
                  </a:moveTo>
                  <a:lnTo>
                    <a:pt x="864108" y="13716"/>
                  </a:lnTo>
                  <a:lnTo>
                    <a:pt x="876299" y="16763"/>
                  </a:lnTo>
                  <a:lnTo>
                    <a:pt x="879347" y="18287"/>
                  </a:lnTo>
                  <a:lnTo>
                    <a:pt x="883919" y="19812"/>
                  </a:lnTo>
                  <a:lnTo>
                    <a:pt x="886967" y="21336"/>
                  </a:lnTo>
                  <a:lnTo>
                    <a:pt x="888491" y="22860"/>
                  </a:lnTo>
                  <a:lnTo>
                    <a:pt x="894588" y="25908"/>
                  </a:lnTo>
                  <a:lnTo>
                    <a:pt x="899160" y="30480"/>
                  </a:lnTo>
                  <a:lnTo>
                    <a:pt x="902208" y="32004"/>
                  </a:lnTo>
                  <a:lnTo>
                    <a:pt x="908303" y="38100"/>
                  </a:lnTo>
                  <a:lnTo>
                    <a:pt x="908303" y="41148"/>
                  </a:lnTo>
                  <a:lnTo>
                    <a:pt x="909827" y="41148"/>
                  </a:lnTo>
                  <a:lnTo>
                    <a:pt x="914399" y="45720"/>
                  </a:lnTo>
                  <a:lnTo>
                    <a:pt x="914399" y="48768"/>
                  </a:lnTo>
                  <a:lnTo>
                    <a:pt x="915923" y="48768"/>
                  </a:lnTo>
                  <a:lnTo>
                    <a:pt x="917447" y="50292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8"/>
                  </a:lnTo>
                  <a:lnTo>
                    <a:pt x="923543" y="64008"/>
                  </a:lnTo>
                  <a:lnTo>
                    <a:pt x="923543" y="68580"/>
                  </a:lnTo>
                  <a:lnTo>
                    <a:pt x="925067" y="68580"/>
                  </a:lnTo>
                  <a:lnTo>
                    <a:pt x="925067" y="74675"/>
                  </a:lnTo>
                  <a:lnTo>
                    <a:pt x="926591" y="74675"/>
                  </a:lnTo>
                  <a:lnTo>
                    <a:pt x="925067" y="409956"/>
                  </a:lnTo>
                  <a:lnTo>
                    <a:pt x="911351" y="438912"/>
                  </a:lnTo>
                  <a:lnTo>
                    <a:pt x="909827" y="441960"/>
                  </a:lnTo>
                  <a:lnTo>
                    <a:pt x="897636" y="454152"/>
                  </a:lnTo>
                  <a:lnTo>
                    <a:pt x="894588" y="455676"/>
                  </a:lnTo>
                  <a:lnTo>
                    <a:pt x="893063" y="457200"/>
                  </a:lnTo>
                  <a:lnTo>
                    <a:pt x="890015" y="458724"/>
                  </a:lnTo>
                  <a:lnTo>
                    <a:pt x="888491" y="460248"/>
                  </a:lnTo>
                  <a:lnTo>
                    <a:pt x="882395" y="463296"/>
                  </a:lnTo>
                  <a:lnTo>
                    <a:pt x="868680" y="467868"/>
                  </a:lnTo>
                  <a:lnTo>
                    <a:pt x="859536" y="469392"/>
                  </a:lnTo>
                  <a:lnTo>
                    <a:pt x="859536" y="470916"/>
                  </a:lnTo>
                  <a:lnTo>
                    <a:pt x="897128" y="470916"/>
                  </a:lnTo>
                  <a:lnTo>
                    <a:pt x="902208" y="467868"/>
                  </a:lnTo>
                  <a:lnTo>
                    <a:pt x="912875" y="458724"/>
                  </a:lnTo>
                  <a:lnTo>
                    <a:pt x="914399" y="457200"/>
                  </a:lnTo>
                  <a:lnTo>
                    <a:pt x="914399" y="455676"/>
                  </a:lnTo>
                  <a:lnTo>
                    <a:pt x="925067" y="443484"/>
                  </a:lnTo>
                  <a:lnTo>
                    <a:pt x="929639" y="435864"/>
                  </a:lnTo>
                  <a:lnTo>
                    <a:pt x="935736" y="420624"/>
                  </a:lnTo>
                  <a:lnTo>
                    <a:pt x="938784" y="411480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1627"/>
                  </a:lnTo>
                  <a:lnTo>
                    <a:pt x="935736" y="62484"/>
                  </a:lnTo>
                  <a:lnTo>
                    <a:pt x="929639" y="47244"/>
                  </a:lnTo>
                  <a:lnTo>
                    <a:pt x="923543" y="39624"/>
                  </a:lnTo>
                  <a:lnTo>
                    <a:pt x="914399" y="27432"/>
                  </a:lnTo>
                  <a:lnTo>
                    <a:pt x="914399" y="25908"/>
                  </a:lnTo>
                  <a:lnTo>
                    <a:pt x="912875" y="25908"/>
                  </a:lnTo>
                  <a:lnTo>
                    <a:pt x="900684" y="15239"/>
                  </a:lnTo>
                  <a:lnTo>
                    <a:pt x="898144" y="1371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399" y="4123944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265"/>
                  </a:lnTo>
                  <a:lnTo>
                    <a:pt x="22669" y="434530"/>
                  </a:lnTo>
                  <a:lnTo>
                    <a:pt x="46934" y="451080"/>
                  </a:lnTo>
                  <a:lnTo>
                    <a:pt x="76200" y="457199"/>
                  </a:lnTo>
                  <a:lnTo>
                    <a:pt x="838200" y="457199"/>
                  </a:lnTo>
                  <a:lnTo>
                    <a:pt x="868108" y="451080"/>
                  </a:lnTo>
                  <a:lnTo>
                    <a:pt x="892301" y="434530"/>
                  </a:lnTo>
                  <a:lnTo>
                    <a:pt x="908494" y="410265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1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36207" y="411022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83819" y="25908"/>
                  </a:moveTo>
                  <a:lnTo>
                    <a:pt x="25907" y="25908"/>
                  </a:lnTo>
                  <a:lnTo>
                    <a:pt x="25907" y="27432"/>
                  </a:lnTo>
                  <a:lnTo>
                    <a:pt x="16763" y="38100"/>
                  </a:lnTo>
                  <a:lnTo>
                    <a:pt x="15239" y="39624"/>
                  </a:lnTo>
                  <a:lnTo>
                    <a:pt x="10667" y="47244"/>
                  </a:lnTo>
                  <a:lnTo>
                    <a:pt x="7619" y="54863"/>
                  </a:lnTo>
                  <a:lnTo>
                    <a:pt x="4571" y="64008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4"/>
                  </a:lnTo>
                  <a:lnTo>
                    <a:pt x="4571" y="420624"/>
                  </a:lnTo>
                  <a:lnTo>
                    <a:pt x="7619" y="429768"/>
                  </a:lnTo>
                  <a:lnTo>
                    <a:pt x="10667" y="437388"/>
                  </a:lnTo>
                  <a:lnTo>
                    <a:pt x="15239" y="443484"/>
                  </a:lnTo>
                  <a:lnTo>
                    <a:pt x="15239" y="445008"/>
                  </a:lnTo>
                  <a:lnTo>
                    <a:pt x="16763" y="445008"/>
                  </a:lnTo>
                  <a:lnTo>
                    <a:pt x="25907" y="455676"/>
                  </a:lnTo>
                  <a:lnTo>
                    <a:pt x="25907" y="457200"/>
                  </a:lnTo>
                  <a:lnTo>
                    <a:pt x="27431" y="458724"/>
                  </a:lnTo>
                  <a:lnTo>
                    <a:pt x="38100" y="467868"/>
                  </a:lnTo>
                  <a:lnTo>
                    <a:pt x="39624" y="467868"/>
                  </a:lnTo>
                  <a:lnTo>
                    <a:pt x="54863" y="477012"/>
                  </a:lnTo>
                  <a:lnTo>
                    <a:pt x="62483" y="480060"/>
                  </a:lnTo>
                  <a:lnTo>
                    <a:pt x="80771" y="483108"/>
                  </a:lnTo>
                  <a:lnTo>
                    <a:pt x="861060" y="483108"/>
                  </a:lnTo>
                  <a:lnTo>
                    <a:pt x="870203" y="481584"/>
                  </a:lnTo>
                  <a:lnTo>
                    <a:pt x="877823" y="478536"/>
                  </a:lnTo>
                  <a:lnTo>
                    <a:pt x="886967" y="475488"/>
                  </a:lnTo>
                  <a:lnTo>
                    <a:pt x="894588" y="472440"/>
                  </a:lnTo>
                  <a:lnTo>
                    <a:pt x="902208" y="467868"/>
                  </a:lnTo>
                  <a:lnTo>
                    <a:pt x="912875" y="458724"/>
                  </a:lnTo>
                  <a:lnTo>
                    <a:pt x="914399" y="457200"/>
                  </a:lnTo>
                  <a:lnTo>
                    <a:pt x="82295" y="457200"/>
                  </a:lnTo>
                  <a:lnTo>
                    <a:pt x="64007" y="452628"/>
                  </a:lnTo>
                  <a:lnTo>
                    <a:pt x="57912" y="449580"/>
                  </a:lnTo>
                  <a:lnTo>
                    <a:pt x="55625" y="448056"/>
                  </a:lnTo>
                  <a:lnTo>
                    <a:pt x="54863" y="448056"/>
                  </a:lnTo>
                  <a:lnTo>
                    <a:pt x="42671" y="438912"/>
                  </a:lnTo>
                  <a:lnTo>
                    <a:pt x="44386" y="438912"/>
                  </a:lnTo>
                  <a:lnTo>
                    <a:pt x="35051" y="428244"/>
                  </a:lnTo>
                  <a:lnTo>
                    <a:pt x="35813" y="428244"/>
                  </a:lnTo>
                  <a:lnTo>
                    <a:pt x="33527" y="423672"/>
                  </a:lnTo>
                  <a:lnTo>
                    <a:pt x="30479" y="419100"/>
                  </a:lnTo>
                  <a:lnTo>
                    <a:pt x="25907" y="400812"/>
                  </a:lnTo>
                  <a:lnTo>
                    <a:pt x="25907" y="82296"/>
                  </a:lnTo>
                  <a:lnTo>
                    <a:pt x="30479" y="64008"/>
                  </a:lnTo>
                  <a:lnTo>
                    <a:pt x="33527" y="59436"/>
                  </a:lnTo>
                  <a:lnTo>
                    <a:pt x="35813" y="54863"/>
                  </a:lnTo>
                  <a:lnTo>
                    <a:pt x="35051" y="54863"/>
                  </a:lnTo>
                  <a:lnTo>
                    <a:pt x="44195" y="45720"/>
                  </a:lnTo>
                  <a:lnTo>
                    <a:pt x="42671" y="45720"/>
                  </a:lnTo>
                  <a:lnTo>
                    <a:pt x="54863" y="36575"/>
                  </a:lnTo>
                  <a:lnTo>
                    <a:pt x="53339" y="36575"/>
                  </a:lnTo>
                  <a:lnTo>
                    <a:pt x="65531" y="30480"/>
                  </a:lnTo>
                  <a:lnTo>
                    <a:pt x="70103" y="28956"/>
                  </a:lnTo>
                  <a:lnTo>
                    <a:pt x="77724" y="27432"/>
                  </a:lnTo>
                  <a:lnTo>
                    <a:pt x="83819" y="25908"/>
                  </a:lnTo>
                  <a:close/>
                </a:path>
                <a:path w="940434" h="483235">
                  <a:moveTo>
                    <a:pt x="927811" y="438912"/>
                  </a:moveTo>
                  <a:lnTo>
                    <a:pt x="897636" y="438912"/>
                  </a:lnTo>
                  <a:lnTo>
                    <a:pt x="885443" y="448056"/>
                  </a:lnTo>
                  <a:lnTo>
                    <a:pt x="880871" y="451104"/>
                  </a:lnTo>
                  <a:lnTo>
                    <a:pt x="874775" y="452628"/>
                  </a:lnTo>
                  <a:lnTo>
                    <a:pt x="868680" y="455676"/>
                  </a:lnTo>
                  <a:lnTo>
                    <a:pt x="862584" y="457200"/>
                  </a:lnTo>
                  <a:lnTo>
                    <a:pt x="914399" y="457200"/>
                  </a:lnTo>
                  <a:lnTo>
                    <a:pt x="914399" y="455676"/>
                  </a:lnTo>
                  <a:lnTo>
                    <a:pt x="925067" y="443484"/>
                  </a:lnTo>
                  <a:lnTo>
                    <a:pt x="927811" y="438912"/>
                  </a:lnTo>
                  <a:close/>
                </a:path>
                <a:path w="940434" h="483235">
                  <a:moveTo>
                    <a:pt x="53339" y="446532"/>
                  </a:moveTo>
                  <a:lnTo>
                    <a:pt x="54863" y="448056"/>
                  </a:lnTo>
                  <a:lnTo>
                    <a:pt x="55625" y="448056"/>
                  </a:lnTo>
                  <a:lnTo>
                    <a:pt x="53339" y="446532"/>
                  </a:lnTo>
                  <a:close/>
                </a:path>
                <a:path w="940434" h="483235">
                  <a:moveTo>
                    <a:pt x="44386" y="438912"/>
                  </a:moveTo>
                  <a:lnTo>
                    <a:pt x="42671" y="438912"/>
                  </a:lnTo>
                  <a:lnTo>
                    <a:pt x="45719" y="440436"/>
                  </a:lnTo>
                  <a:lnTo>
                    <a:pt x="44386" y="438912"/>
                  </a:lnTo>
                  <a:close/>
                </a:path>
                <a:path w="940434" h="483235">
                  <a:moveTo>
                    <a:pt x="894588" y="44196"/>
                  </a:moveTo>
                  <a:lnTo>
                    <a:pt x="903732" y="54863"/>
                  </a:lnTo>
                  <a:lnTo>
                    <a:pt x="906780" y="59436"/>
                  </a:lnTo>
                  <a:lnTo>
                    <a:pt x="909827" y="65532"/>
                  </a:lnTo>
                  <a:lnTo>
                    <a:pt x="914399" y="83820"/>
                  </a:lnTo>
                  <a:lnTo>
                    <a:pt x="914399" y="400812"/>
                  </a:lnTo>
                  <a:lnTo>
                    <a:pt x="912875" y="408432"/>
                  </a:lnTo>
                  <a:lnTo>
                    <a:pt x="911351" y="413004"/>
                  </a:lnTo>
                  <a:lnTo>
                    <a:pt x="909827" y="419100"/>
                  </a:lnTo>
                  <a:lnTo>
                    <a:pt x="906780" y="425196"/>
                  </a:lnTo>
                  <a:lnTo>
                    <a:pt x="903732" y="429768"/>
                  </a:lnTo>
                  <a:lnTo>
                    <a:pt x="894588" y="440436"/>
                  </a:lnTo>
                  <a:lnTo>
                    <a:pt x="897636" y="438912"/>
                  </a:lnTo>
                  <a:lnTo>
                    <a:pt x="927811" y="438912"/>
                  </a:lnTo>
                  <a:lnTo>
                    <a:pt x="929639" y="435864"/>
                  </a:lnTo>
                  <a:lnTo>
                    <a:pt x="935736" y="420624"/>
                  </a:lnTo>
                  <a:lnTo>
                    <a:pt x="938784" y="411480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1627"/>
                  </a:lnTo>
                  <a:lnTo>
                    <a:pt x="935736" y="62484"/>
                  </a:lnTo>
                  <a:lnTo>
                    <a:pt x="929639" y="47244"/>
                  </a:lnTo>
                  <a:lnTo>
                    <a:pt x="928420" y="45720"/>
                  </a:lnTo>
                  <a:lnTo>
                    <a:pt x="897636" y="45720"/>
                  </a:lnTo>
                  <a:lnTo>
                    <a:pt x="894588" y="44196"/>
                  </a:lnTo>
                  <a:close/>
                </a:path>
                <a:path w="940434" h="483235">
                  <a:moveTo>
                    <a:pt x="35813" y="428244"/>
                  </a:moveTo>
                  <a:lnTo>
                    <a:pt x="35051" y="428244"/>
                  </a:lnTo>
                  <a:lnTo>
                    <a:pt x="36575" y="429768"/>
                  </a:lnTo>
                  <a:lnTo>
                    <a:pt x="35813" y="428244"/>
                  </a:lnTo>
                  <a:close/>
                </a:path>
                <a:path w="940434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813" y="54863"/>
                  </a:lnTo>
                  <a:lnTo>
                    <a:pt x="36575" y="53339"/>
                  </a:lnTo>
                  <a:close/>
                </a:path>
                <a:path w="940434" h="483235">
                  <a:moveTo>
                    <a:pt x="45719" y="44196"/>
                  </a:moveTo>
                  <a:lnTo>
                    <a:pt x="42671" y="45720"/>
                  </a:lnTo>
                  <a:lnTo>
                    <a:pt x="44195" y="45720"/>
                  </a:lnTo>
                  <a:lnTo>
                    <a:pt x="45719" y="44196"/>
                  </a:lnTo>
                  <a:close/>
                </a:path>
                <a:path w="940434" h="483235">
                  <a:moveTo>
                    <a:pt x="914399" y="25908"/>
                  </a:moveTo>
                  <a:lnTo>
                    <a:pt x="858012" y="25908"/>
                  </a:lnTo>
                  <a:lnTo>
                    <a:pt x="876299" y="30480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97636" y="45720"/>
                  </a:lnTo>
                  <a:lnTo>
                    <a:pt x="928420" y="45720"/>
                  </a:lnTo>
                  <a:lnTo>
                    <a:pt x="923543" y="39624"/>
                  </a:lnTo>
                  <a:lnTo>
                    <a:pt x="914399" y="27432"/>
                  </a:lnTo>
                  <a:lnTo>
                    <a:pt x="914399" y="25908"/>
                  </a:lnTo>
                  <a:close/>
                </a:path>
                <a:path w="940434" h="483235">
                  <a:moveTo>
                    <a:pt x="850391" y="0"/>
                  </a:moveTo>
                  <a:lnTo>
                    <a:pt x="88391" y="0"/>
                  </a:lnTo>
                  <a:lnTo>
                    <a:pt x="70103" y="3048"/>
                  </a:lnTo>
                  <a:lnTo>
                    <a:pt x="62483" y="4572"/>
                  </a:lnTo>
                  <a:lnTo>
                    <a:pt x="53339" y="7620"/>
                  </a:lnTo>
                  <a:lnTo>
                    <a:pt x="45719" y="12192"/>
                  </a:lnTo>
                  <a:lnTo>
                    <a:pt x="39624" y="15239"/>
                  </a:lnTo>
                  <a:lnTo>
                    <a:pt x="39624" y="16763"/>
                  </a:lnTo>
                  <a:lnTo>
                    <a:pt x="38100" y="16763"/>
                  </a:lnTo>
                  <a:lnTo>
                    <a:pt x="27431" y="25908"/>
                  </a:lnTo>
                  <a:lnTo>
                    <a:pt x="912875" y="25908"/>
                  </a:lnTo>
                  <a:lnTo>
                    <a:pt x="900684" y="15239"/>
                  </a:lnTo>
                  <a:lnTo>
                    <a:pt x="893063" y="10668"/>
                  </a:lnTo>
                  <a:lnTo>
                    <a:pt x="885443" y="7620"/>
                  </a:lnTo>
                  <a:lnTo>
                    <a:pt x="876299" y="4572"/>
                  </a:lnTo>
                  <a:lnTo>
                    <a:pt x="868680" y="1524"/>
                  </a:lnTo>
                  <a:lnTo>
                    <a:pt x="859536" y="1524"/>
                  </a:lnTo>
                  <a:lnTo>
                    <a:pt x="85039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450339" y="3629583"/>
            <a:ext cx="6095365" cy="1851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What</a:t>
            </a:r>
            <a:r>
              <a:rPr sz="18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binary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operators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are</a:t>
            </a: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applicable</a:t>
            </a:r>
            <a:r>
              <a:rPr sz="18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between</a:t>
            </a:r>
            <a:r>
              <a:rPr sz="18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q</a:t>
            </a:r>
            <a:r>
              <a:rPr sz="18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?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60"/>
              </a:spcBef>
            </a:pPr>
            <a:endParaRPr sz="1800" dirty="0">
              <a:latin typeface="Verdana"/>
              <a:cs typeface="Verdana"/>
            </a:endParaRPr>
          </a:p>
          <a:p>
            <a:pPr marL="2527300">
              <a:lnSpc>
                <a:spcPct val="100000"/>
              </a:lnSpc>
              <a:tabLst>
                <a:tab pos="3124200" algn="l"/>
                <a:tab pos="3645535" algn="l"/>
                <a:tab pos="4355465" algn="l"/>
                <a:tab pos="4775835" algn="l"/>
              </a:tabLst>
            </a:pPr>
            <a:endParaRPr lang="en-US" sz="2400" b="1" spc="-5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2527300">
              <a:lnSpc>
                <a:spcPct val="100000"/>
              </a:lnSpc>
              <a:tabLst>
                <a:tab pos="3124200" algn="l"/>
                <a:tab pos="3645535" algn="l"/>
                <a:tab pos="4355465" algn="l"/>
                <a:tab pos="4775835" algn="l"/>
              </a:tabLst>
            </a:pP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%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31607" y="4102608"/>
            <a:ext cx="940435" cy="483234"/>
            <a:chOff x="7531607" y="4102608"/>
            <a:chExt cx="940435" cy="483234"/>
          </a:xfrm>
        </p:grpSpPr>
        <p:sp>
          <p:nvSpPr>
            <p:cNvPr id="28" name="object 28"/>
            <p:cNvSpPr/>
            <p:nvPr/>
          </p:nvSpPr>
          <p:spPr>
            <a:xfrm>
              <a:off x="7544111" y="41207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31607" y="41026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2" y="25907"/>
                  </a:ln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3"/>
                  </a:lnTo>
                  <a:lnTo>
                    <a:pt x="7620" y="429767"/>
                  </a:lnTo>
                  <a:lnTo>
                    <a:pt x="10668" y="437387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199"/>
                  </a:lnTo>
                  <a:lnTo>
                    <a:pt x="27432" y="457199"/>
                  </a:lnTo>
                  <a:lnTo>
                    <a:pt x="38100" y="46634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60" y="481583"/>
                  </a:lnTo>
                  <a:lnTo>
                    <a:pt x="870203" y="481583"/>
                  </a:lnTo>
                  <a:lnTo>
                    <a:pt x="877824" y="478535"/>
                  </a:lnTo>
                  <a:lnTo>
                    <a:pt x="886968" y="475487"/>
                  </a:lnTo>
                  <a:lnTo>
                    <a:pt x="894588" y="472439"/>
                  </a:lnTo>
                  <a:lnTo>
                    <a:pt x="898398" y="469391"/>
                  </a:lnTo>
                  <a:lnTo>
                    <a:pt x="867156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4" y="457199"/>
                  </a:lnTo>
                  <a:lnTo>
                    <a:pt x="42672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80" y="443483"/>
                  </a:lnTo>
                  <a:lnTo>
                    <a:pt x="30480" y="440435"/>
                  </a:lnTo>
                  <a:lnTo>
                    <a:pt x="25908" y="435863"/>
                  </a:lnTo>
                  <a:lnTo>
                    <a:pt x="24384" y="435863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8" y="423671"/>
                  </a:lnTo>
                  <a:lnTo>
                    <a:pt x="18288" y="419099"/>
                  </a:lnTo>
                  <a:lnTo>
                    <a:pt x="16764" y="419099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9955"/>
                  </a:lnTo>
                  <a:lnTo>
                    <a:pt x="13716" y="409955"/>
                  </a:lnTo>
                  <a:lnTo>
                    <a:pt x="13716" y="394715"/>
                  </a:lnTo>
                  <a:lnTo>
                    <a:pt x="12192" y="394715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8288" y="59436"/>
                  </a:lnTo>
                  <a:lnTo>
                    <a:pt x="24384" y="47243"/>
                  </a:lnTo>
                  <a:lnTo>
                    <a:pt x="28956" y="42671"/>
                  </a:lnTo>
                  <a:lnTo>
                    <a:pt x="30480" y="39624"/>
                  </a:lnTo>
                  <a:lnTo>
                    <a:pt x="39624" y="30479"/>
                  </a:lnTo>
                  <a:lnTo>
                    <a:pt x="42672" y="28955"/>
                  </a:lnTo>
                  <a:lnTo>
                    <a:pt x="47244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2" y="12191"/>
                  </a:lnTo>
                  <a:lnTo>
                    <a:pt x="895604" y="12191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3235">
                  <a:moveTo>
                    <a:pt x="895604" y="12191"/>
                  </a:moveTo>
                  <a:lnTo>
                    <a:pt x="850392" y="12191"/>
                  </a:lnTo>
                  <a:lnTo>
                    <a:pt x="867156" y="13715"/>
                  </a:lnTo>
                  <a:lnTo>
                    <a:pt x="880872" y="18287"/>
                  </a:lnTo>
                  <a:lnTo>
                    <a:pt x="893064" y="24383"/>
                  </a:lnTo>
                  <a:lnTo>
                    <a:pt x="897636" y="28955"/>
                  </a:lnTo>
                  <a:lnTo>
                    <a:pt x="900684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8" y="50291"/>
                  </a:lnTo>
                  <a:lnTo>
                    <a:pt x="917448" y="53339"/>
                  </a:lnTo>
                  <a:lnTo>
                    <a:pt x="918972" y="53339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4007"/>
                  </a:lnTo>
                  <a:lnTo>
                    <a:pt x="923544" y="64007"/>
                  </a:lnTo>
                  <a:lnTo>
                    <a:pt x="923544" y="68579"/>
                  </a:lnTo>
                  <a:lnTo>
                    <a:pt x="925068" y="68579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9955"/>
                  </a:lnTo>
                  <a:lnTo>
                    <a:pt x="920496" y="423671"/>
                  </a:lnTo>
                  <a:lnTo>
                    <a:pt x="914400" y="435863"/>
                  </a:lnTo>
                  <a:lnTo>
                    <a:pt x="909827" y="440435"/>
                  </a:lnTo>
                  <a:lnTo>
                    <a:pt x="908303" y="443483"/>
                  </a:lnTo>
                  <a:lnTo>
                    <a:pt x="900684" y="451103"/>
                  </a:lnTo>
                  <a:lnTo>
                    <a:pt x="897636" y="452627"/>
                  </a:lnTo>
                  <a:lnTo>
                    <a:pt x="893064" y="457199"/>
                  </a:lnTo>
                  <a:lnTo>
                    <a:pt x="880872" y="463295"/>
                  </a:lnTo>
                  <a:lnTo>
                    <a:pt x="867156" y="467867"/>
                  </a:lnTo>
                  <a:lnTo>
                    <a:pt x="867156" y="469391"/>
                  </a:lnTo>
                  <a:lnTo>
                    <a:pt x="898398" y="469391"/>
                  </a:lnTo>
                  <a:lnTo>
                    <a:pt x="902208" y="466343"/>
                  </a:lnTo>
                  <a:lnTo>
                    <a:pt x="912876" y="457199"/>
                  </a:lnTo>
                  <a:lnTo>
                    <a:pt x="914400" y="457199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099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7"/>
                  </a:lnTo>
                  <a:lnTo>
                    <a:pt x="938784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8" y="16763"/>
                  </a:lnTo>
                  <a:lnTo>
                    <a:pt x="900684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43799" y="41148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31607" y="41026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912876" y="457199"/>
                  </a:moveTo>
                  <a:lnTo>
                    <a:pt x="27432" y="457199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5"/>
                  </a:lnTo>
                  <a:lnTo>
                    <a:pt x="71627" y="48158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60" y="481583"/>
                  </a:lnTo>
                  <a:lnTo>
                    <a:pt x="870203" y="481583"/>
                  </a:lnTo>
                  <a:lnTo>
                    <a:pt x="877824" y="478535"/>
                  </a:lnTo>
                  <a:lnTo>
                    <a:pt x="886968" y="475487"/>
                  </a:lnTo>
                  <a:lnTo>
                    <a:pt x="894588" y="472439"/>
                  </a:lnTo>
                  <a:lnTo>
                    <a:pt x="902208" y="466343"/>
                  </a:lnTo>
                  <a:lnTo>
                    <a:pt x="912876" y="457199"/>
                  </a:lnTo>
                  <a:close/>
                </a:path>
                <a:path w="940434" h="483235">
                  <a:moveTo>
                    <a:pt x="83820" y="25907"/>
                  </a:move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3"/>
                  </a:lnTo>
                  <a:lnTo>
                    <a:pt x="7620" y="429767"/>
                  </a:lnTo>
                  <a:lnTo>
                    <a:pt x="10668" y="437387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199"/>
                  </a:lnTo>
                  <a:lnTo>
                    <a:pt x="82296" y="457199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1"/>
                  </a:lnTo>
                  <a:lnTo>
                    <a:pt x="54864" y="446531"/>
                  </a:lnTo>
                  <a:lnTo>
                    <a:pt x="46736" y="440435"/>
                  </a:lnTo>
                  <a:lnTo>
                    <a:pt x="45720" y="440435"/>
                  </a:lnTo>
                  <a:lnTo>
                    <a:pt x="42672" y="437387"/>
                  </a:lnTo>
                  <a:lnTo>
                    <a:pt x="43053" y="437387"/>
                  </a:lnTo>
                  <a:lnTo>
                    <a:pt x="35051" y="428243"/>
                  </a:lnTo>
                  <a:lnTo>
                    <a:pt x="35814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5"/>
                  </a:lnTo>
                  <a:lnTo>
                    <a:pt x="30480" y="64007"/>
                  </a:lnTo>
                  <a:lnTo>
                    <a:pt x="33527" y="57912"/>
                  </a:lnTo>
                  <a:lnTo>
                    <a:pt x="35559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2" y="45719"/>
                  </a:lnTo>
                  <a:lnTo>
                    <a:pt x="45720" y="42671"/>
                  </a:lnTo>
                  <a:lnTo>
                    <a:pt x="46155" y="42671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2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20" y="25907"/>
                  </a:lnTo>
                  <a:close/>
                </a:path>
                <a:path w="940434" h="483235">
                  <a:moveTo>
                    <a:pt x="896416" y="438302"/>
                  </a:moveTo>
                  <a:lnTo>
                    <a:pt x="885444" y="446531"/>
                  </a:lnTo>
                  <a:lnTo>
                    <a:pt x="880872" y="449579"/>
                  </a:lnTo>
                  <a:lnTo>
                    <a:pt x="874776" y="452627"/>
                  </a:lnTo>
                  <a:lnTo>
                    <a:pt x="856488" y="457199"/>
                  </a:lnTo>
                  <a:lnTo>
                    <a:pt x="914400" y="457199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6896" y="440435"/>
                  </a:lnTo>
                  <a:lnTo>
                    <a:pt x="894588" y="440435"/>
                  </a:lnTo>
                  <a:lnTo>
                    <a:pt x="896416" y="438302"/>
                  </a:lnTo>
                  <a:close/>
                </a:path>
                <a:path w="940434" h="483235">
                  <a:moveTo>
                    <a:pt x="42672" y="437387"/>
                  </a:moveTo>
                  <a:lnTo>
                    <a:pt x="45720" y="440435"/>
                  </a:lnTo>
                  <a:lnTo>
                    <a:pt x="43780" y="438219"/>
                  </a:lnTo>
                  <a:lnTo>
                    <a:pt x="42672" y="437387"/>
                  </a:lnTo>
                  <a:close/>
                </a:path>
                <a:path w="940434" h="483235">
                  <a:moveTo>
                    <a:pt x="43780" y="438219"/>
                  </a:moveTo>
                  <a:lnTo>
                    <a:pt x="45720" y="440435"/>
                  </a:lnTo>
                  <a:lnTo>
                    <a:pt x="46736" y="440435"/>
                  </a:lnTo>
                  <a:lnTo>
                    <a:pt x="43780" y="438219"/>
                  </a:lnTo>
                  <a:close/>
                </a:path>
                <a:path w="940434" h="483235">
                  <a:moveTo>
                    <a:pt x="897636" y="437387"/>
                  </a:moveTo>
                  <a:lnTo>
                    <a:pt x="896416" y="438302"/>
                  </a:lnTo>
                  <a:lnTo>
                    <a:pt x="894588" y="440435"/>
                  </a:lnTo>
                  <a:lnTo>
                    <a:pt x="897636" y="437387"/>
                  </a:lnTo>
                  <a:close/>
                </a:path>
                <a:path w="940434" h="483235">
                  <a:moveTo>
                    <a:pt x="928725" y="437387"/>
                  </a:moveTo>
                  <a:lnTo>
                    <a:pt x="897636" y="437387"/>
                  </a:lnTo>
                  <a:lnTo>
                    <a:pt x="894588" y="440435"/>
                  </a:lnTo>
                  <a:lnTo>
                    <a:pt x="926896" y="440435"/>
                  </a:lnTo>
                  <a:lnTo>
                    <a:pt x="928725" y="437387"/>
                  </a:lnTo>
                  <a:close/>
                </a:path>
                <a:path w="940434" h="483235">
                  <a:moveTo>
                    <a:pt x="932688" y="53339"/>
                  </a:moveTo>
                  <a:lnTo>
                    <a:pt x="903732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099"/>
                  </a:lnTo>
                  <a:lnTo>
                    <a:pt x="906780" y="425195"/>
                  </a:lnTo>
                  <a:lnTo>
                    <a:pt x="903732" y="429767"/>
                  </a:lnTo>
                  <a:lnTo>
                    <a:pt x="896416" y="438302"/>
                  </a:lnTo>
                  <a:lnTo>
                    <a:pt x="897636" y="437387"/>
                  </a:lnTo>
                  <a:lnTo>
                    <a:pt x="928725" y="437387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099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7"/>
                  </a:lnTo>
                  <a:lnTo>
                    <a:pt x="938784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4" h="483235">
                  <a:moveTo>
                    <a:pt x="43053" y="437387"/>
                  </a:moveTo>
                  <a:lnTo>
                    <a:pt x="42672" y="437387"/>
                  </a:lnTo>
                  <a:lnTo>
                    <a:pt x="43780" y="438219"/>
                  </a:lnTo>
                  <a:lnTo>
                    <a:pt x="43053" y="437387"/>
                  </a:lnTo>
                  <a:close/>
                </a:path>
                <a:path w="940434" h="483235">
                  <a:moveTo>
                    <a:pt x="35814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4" y="428243"/>
                  </a:lnTo>
                  <a:close/>
                </a:path>
                <a:path w="940434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59" y="54863"/>
                  </a:lnTo>
                  <a:lnTo>
                    <a:pt x="36575" y="53339"/>
                  </a:lnTo>
                  <a:close/>
                </a:path>
                <a:path w="940434" h="483235">
                  <a:moveTo>
                    <a:pt x="895419" y="43780"/>
                  </a:moveTo>
                  <a:lnTo>
                    <a:pt x="903732" y="54863"/>
                  </a:lnTo>
                  <a:lnTo>
                    <a:pt x="903732" y="53339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4" h="483235">
                  <a:moveTo>
                    <a:pt x="45720" y="42671"/>
                  </a:moveTo>
                  <a:lnTo>
                    <a:pt x="42672" y="45719"/>
                  </a:lnTo>
                  <a:lnTo>
                    <a:pt x="44297" y="44297"/>
                  </a:lnTo>
                  <a:lnTo>
                    <a:pt x="45720" y="42671"/>
                  </a:lnTo>
                  <a:close/>
                </a:path>
                <a:path w="940434" h="483235">
                  <a:moveTo>
                    <a:pt x="44297" y="44297"/>
                  </a:moveTo>
                  <a:lnTo>
                    <a:pt x="42672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4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4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40" y="45719"/>
                  </a:lnTo>
                  <a:lnTo>
                    <a:pt x="927353" y="42671"/>
                  </a:lnTo>
                  <a:close/>
                </a:path>
                <a:path w="940434" h="483235">
                  <a:moveTo>
                    <a:pt x="46155" y="42671"/>
                  </a:moveTo>
                  <a:lnTo>
                    <a:pt x="45720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4" h="483235">
                  <a:moveTo>
                    <a:pt x="920931" y="35051"/>
                  </a:moveTo>
                  <a:lnTo>
                    <a:pt x="885444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20931" y="35051"/>
                  </a:lnTo>
                  <a:close/>
                </a:path>
                <a:path w="940434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4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6" y="33527"/>
                  </a:lnTo>
                  <a:lnTo>
                    <a:pt x="886968" y="36575"/>
                  </a:lnTo>
                  <a:lnTo>
                    <a:pt x="885444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2" y="25907"/>
                  </a:lnTo>
                  <a:lnTo>
                    <a:pt x="912876" y="25907"/>
                  </a:lnTo>
                  <a:lnTo>
                    <a:pt x="902208" y="16763"/>
                  </a:lnTo>
                  <a:lnTo>
                    <a:pt x="900684" y="15239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846568" y="4191939"/>
            <a:ext cx="30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00000"/>
                </a:solidFill>
                <a:latin typeface="Verdana"/>
                <a:cs typeface="Verdana"/>
              </a:rPr>
              <a:t>??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837544-9661-4562-BF15-E57EB92E976C}"/>
              </a:ext>
            </a:extLst>
          </p:cNvPr>
          <p:cNvSpPr txBox="1"/>
          <p:nvPr/>
        </p:nvSpPr>
        <p:spPr>
          <a:xfrm>
            <a:off x="2003009" y="413621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algn="ctr">
              <a:lnSpc>
                <a:spcPct val="100000"/>
              </a:lnSpc>
              <a:tabLst>
                <a:tab pos="1546860" algn="l"/>
                <a:tab pos="3061970" algn="l"/>
                <a:tab pos="4415155" algn="l"/>
              </a:tabLst>
            </a:pPr>
            <a:r>
              <a:rPr lang="en-US" sz="1800" b="1" spc="-50" dirty="0">
                <a:solidFill>
                  <a:srgbClr val="C00000"/>
                </a:solidFill>
                <a:latin typeface="Verdana"/>
                <a:cs typeface="Verdana"/>
              </a:rPr>
              <a:t>p</a:t>
            </a:r>
            <a:r>
              <a:rPr lang="en-US"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lang="en-US" sz="1800" b="1" spc="-50" dirty="0">
                <a:solidFill>
                  <a:srgbClr val="C00000"/>
                </a:solidFill>
                <a:latin typeface="Verdana"/>
                <a:cs typeface="Verdana"/>
              </a:rPr>
              <a:t>?</a:t>
            </a:r>
            <a:r>
              <a:rPr lang="en-US"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lang="en-US" sz="1800" b="1" spc="-50" dirty="0">
                <a:solidFill>
                  <a:srgbClr val="C00000"/>
                </a:solidFill>
                <a:latin typeface="Verdana"/>
                <a:cs typeface="Verdana"/>
              </a:rPr>
              <a:t>q</a:t>
            </a:r>
            <a:r>
              <a:rPr lang="en-US"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lang="en-US" sz="2700" b="1" spc="-75" baseline="1543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endParaRPr lang="en-US" sz="2700" baseline="1543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38527"/>
            <a:ext cx="9144000" cy="4572000"/>
            <a:chOff x="457200" y="1938527"/>
            <a:chExt cx="9144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938527"/>
              <a:ext cx="9144000" cy="19476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6858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6096" y="82296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82296"/>
                  </a:lnTo>
                  <a:lnTo>
                    <a:pt x="699516" y="8229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13716" y="82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685800" y="82296"/>
                  </a:lnTo>
                  <a:lnTo>
                    <a:pt x="699516" y="82296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3886200"/>
              <a:ext cx="9144000" cy="26243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341375" y="531876"/>
                  </a:moveTo>
                  <a:lnTo>
                    <a:pt x="342900" y="533400"/>
                  </a:lnTo>
                  <a:lnTo>
                    <a:pt x="343411" y="532893"/>
                  </a:lnTo>
                  <a:lnTo>
                    <a:pt x="341375" y="531876"/>
                  </a:lnTo>
                  <a:close/>
                </a:path>
                <a:path w="685800" h="533400">
                  <a:moveTo>
                    <a:pt x="477012" y="400812"/>
                  </a:moveTo>
                  <a:lnTo>
                    <a:pt x="475488" y="400812"/>
                  </a:lnTo>
                  <a:lnTo>
                    <a:pt x="344424" y="531893"/>
                  </a:lnTo>
                  <a:lnTo>
                    <a:pt x="477012" y="400812"/>
                  </a:lnTo>
                  <a:close/>
                </a:path>
                <a:path w="685800" h="533400">
                  <a:moveTo>
                    <a:pt x="426248" y="400812"/>
                  </a:moveTo>
                  <a:lnTo>
                    <a:pt x="210312" y="400812"/>
                  </a:lnTo>
                  <a:lnTo>
                    <a:pt x="341375" y="531876"/>
                  </a:lnTo>
                  <a:lnTo>
                    <a:pt x="426248" y="400812"/>
                  </a:lnTo>
                  <a:close/>
                </a:path>
                <a:path w="685800" h="533400">
                  <a:moveTo>
                    <a:pt x="409955" y="347472"/>
                  </a:moveTo>
                  <a:lnTo>
                    <a:pt x="277367" y="347472"/>
                  </a:lnTo>
                  <a:lnTo>
                    <a:pt x="277367" y="400812"/>
                  </a:lnTo>
                  <a:lnTo>
                    <a:pt x="409955" y="400812"/>
                  </a:lnTo>
                  <a:lnTo>
                    <a:pt x="409955" y="347472"/>
                  </a:lnTo>
                  <a:close/>
                </a:path>
                <a:path w="685800" h="533400">
                  <a:moveTo>
                    <a:pt x="503476" y="347472"/>
                  </a:moveTo>
                  <a:lnTo>
                    <a:pt x="460789" y="347472"/>
                  </a:lnTo>
                  <a:lnTo>
                    <a:pt x="426248" y="400812"/>
                  </a:lnTo>
                  <a:lnTo>
                    <a:pt x="475488" y="400812"/>
                  </a:lnTo>
                  <a:lnTo>
                    <a:pt x="503476" y="347472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460789" y="347472"/>
                  </a:lnTo>
                  <a:lnTo>
                    <a:pt x="685800" y="0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503476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58192" y="539496"/>
                  </a:lnTo>
                  <a:lnTo>
                    <a:pt x="350520" y="539496"/>
                  </a:lnTo>
                  <a:lnTo>
                    <a:pt x="347472" y="537972"/>
                  </a:lnTo>
                  <a:lnTo>
                    <a:pt x="222504" y="413004"/>
                  </a:lnTo>
                  <a:lnTo>
                    <a:pt x="216408" y="413004"/>
                  </a:lnTo>
                  <a:lnTo>
                    <a:pt x="218236" y="408736"/>
                  </a:lnTo>
                  <a:lnTo>
                    <a:pt x="216408" y="406908"/>
                  </a:lnTo>
                  <a:lnTo>
                    <a:pt x="219020" y="406908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52810" y="535681"/>
                  </a:moveTo>
                  <a:lnTo>
                    <a:pt x="350520" y="537972"/>
                  </a:lnTo>
                  <a:lnTo>
                    <a:pt x="350520" y="539496"/>
                  </a:lnTo>
                  <a:lnTo>
                    <a:pt x="358192" y="539496"/>
                  </a:lnTo>
                  <a:lnTo>
                    <a:pt x="361275" y="536448"/>
                  </a:lnTo>
                  <a:lnTo>
                    <a:pt x="353568" y="536448"/>
                  </a:lnTo>
                  <a:lnTo>
                    <a:pt x="352810" y="535681"/>
                  </a:lnTo>
                  <a:close/>
                </a:path>
                <a:path w="699770" h="547370">
                  <a:moveTo>
                    <a:pt x="480822" y="407670"/>
                  </a:moveTo>
                  <a:lnTo>
                    <a:pt x="352810" y="535681"/>
                  </a:lnTo>
                  <a:lnTo>
                    <a:pt x="353568" y="536448"/>
                  </a:lnTo>
                  <a:lnTo>
                    <a:pt x="361275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80822" y="407670"/>
                  </a:lnTo>
                  <a:close/>
                </a:path>
                <a:path w="699770" h="547370">
                  <a:moveTo>
                    <a:pt x="218236" y="408736"/>
                  </a:moveTo>
                  <a:lnTo>
                    <a:pt x="216408" y="413004"/>
                  </a:lnTo>
                  <a:lnTo>
                    <a:pt x="222504" y="413004"/>
                  </a:lnTo>
                  <a:lnTo>
                    <a:pt x="218236" y="408736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0495" y="406908"/>
                  </a:lnTo>
                  <a:lnTo>
                    <a:pt x="481584" y="406908"/>
                  </a:lnTo>
                  <a:lnTo>
                    <a:pt x="480822" y="407670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9020" y="406908"/>
                  </a:lnTo>
                  <a:lnTo>
                    <a:pt x="225500" y="406908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2550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3463" y="400812"/>
                  </a:moveTo>
                  <a:lnTo>
                    <a:pt x="277368" y="406908"/>
                  </a:lnTo>
                  <a:lnTo>
                    <a:pt x="283463" y="406908"/>
                  </a:lnTo>
                  <a:lnTo>
                    <a:pt x="283463" y="400812"/>
                  </a:lnTo>
                  <a:close/>
                </a:path>
                <a:path w="699770" h="547370">
                  <a:moveTo>
                    <a:pt x="416051" y="400812"/>
                  </a:moveTo>
                  <a:lnTo>
                    <a:pt x="416051" y="406908"/>
                  </a:lnTo>
                  <a:lnTo>
                    <a:pt x="422148" y="406908"/>
                  </a:lnTo>
                  <a:lnTo>
                    <a:pt x="416051" y="40081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474015" y="406908"/>
                  </a:lnTo>
                  <a:lnTo>
                    <a:pt x="480495" y="406908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6096" y="353568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3463" y="353568"/>
                  </a:moveTo>
                  <a:lnTo>
                    <a:pt x="277368" y="353568"/>
                  </a:lnTo>
                  <a:lnTo>
                    <a:pt x="283463" y="359663"/>
                  </a:lnTo>
                  <a:lnTo>
                    <a:pt x="283463" y="353568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3568"/>
                  </a:lnTo>
                  <a:lnTo>
                    <a:pt x="416051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277367" y="347472"/>
                  </a:lnTo>
                  <a:lnTo>
                    <a:pt x="277367" y="400812"/>
                  </a:lnTo>
                  <a:lnTo>
                    <a:pt x="210312" y="400812"/>
                  </a:lnTo>
                  <a:lnTo>
                    <a:pt x="342900" y="533400"/>
                  </a:lnTo>
                  <a:lnTo>
                    <a:pt x="477012" y="400812"/>
                  </a:lnTo>
                  <a:lnTo>
                    <a:pt x="409955" y="400812"/>
                  </a:lnTo>
                  <a:lnTo>
                    <a:pt x="409955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61274" y="536448"/>
                  </a:lnTo>
                  <a:lnTo>
                    <a:pt x="345948" y="536448"/>
                  </a:lnTo>
                  <a:lnTo>
                    <a:pt x="349758" y="532594"/>
                  </a:lnTo>
                  <a:lnTo>
                    <a:pt x="231526" y="413004"/>
                  </a:lnTo>
                  <a:lnTo>
                    <a:pt x="216408" y="413004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49758" y="532594"/>
                  </a:moveTo>
                  <a:lnTo>
                    <a:pt x="345948" y="536448"/>
                  </a:lnTo>
                  <a:lnTo>
                    <a:pt x="353568" y="536448"/>
                  </a:lnTo>
                  <a:lnTo>
                    <a:pt x="349758" y="532594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349758" y="532594"/>
                  </a:lnTo>
                  <a:lnTo>
                    <a:pt x="353568" y="536448"/>
                  </a:lnTo>
                  <a:lnTo>
                    <a:pt x="361274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6408" y="413004"/>
                  </a:lnTo>
                  <a:lnTo>
                    <a:pt x="231526" y="413004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31526" y="413004"/>
                  </a:lnTo>
                  <a:lnTo>
                    <a:pt x="286512" y="413004"/>
                  </a:lnTo>
                  <a:lnTo>
                    <a:pt x="289560" y="409956"/>
                  </a:lnTo>
                  <a:lnTo>
                    <a:pt x="28956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685800" y="347472"/>
                  </a:moveTo>
                  <a:lnTo>
                    <a:pt x="413004" y="347472"/>
                  </a:lnTo>
                  <a:lnTo>
                    <a:pt x="409956" y="350520"/>
                  </a:lnTo>
                  <a:lnTo>
                    <a:pt x="409956" y="409956"/>
                  </a:lnTo>
                  <a:lnTo>
                    <a:pt x="413004" y="413004"/>
                  </a:lnTo>
                  <a:lnTo>
                    <a:pt x="467989" y="413004"/>
                  </a:lnTo>
                  <a:lnTo>
                    <a:pt x="474015" y="406908"/>
                  </a:lnTo>
                  <a:lnTo>
                    <a:pt x="422148" y="406908"/>
                  </a:lnTo>
                  <a:lnTo>
                    <a:pt x="416051" y="400812"/>
                  </a:lnTo>
                  <a:lnTo>
                    <a:pt x="422148" y="400812"/>
                  </a:lnTo>
                  <a:lnTo>
                    <a:pt x="422148" y="359663"/>
                  </a:lnTo>
                  <a:lnTo>
                    <a:pt x="416051" y="359663"/>
                  </a:lnTo>
                  <a:lnTo>
                    <a:pt x="422148" y="353568"/>
                  </a:lnTo>
                  <a:lnTo>
                    <a:pt x="685800" y="353568"/>
                  </a:lnTo>
                  <a:lnTo>
                    <a:pt x="685800" y="347472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9560" y="400812"/>
                  </a:lnTo>
                  <a:lnTo>
                    <a:pt x="289560" y="359663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9560" y="400812"/>
                  </a:moveTo>
                  <a:lnTo>
                    <a:pt x="283463" y="400812"/>
                  </a:lnTo>
                  <a:lnTo>
                    <a:pt x="277368" y="406908"/>
                  </a:lnTo>
                  <a:lnTo>
                    <a:pt x="289560" y="406908"/>
                  </a:lnTo>
                  <a:lnTo>
                    <a:pt x="289560" y="400812"/>
                  </a:lnTo>
                  <a:close/>
                </a:path>
                <a:path w="699770" h="547370">
                  <a:moveTo>
                    <a:pt x="422148" y="400812"/>
                  </a:move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400812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13716" y="353568"/>
                  </a:lnTo>
                  <a:lnTo>
                    <a:pt x="6096" y="347472"/>
                  </a:lnTo>
                  <a:lnTo>
                    <a:pt x="13716" y="347472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6512" y="347472"/>
                  </a:moveTo>
                  <a:lnTo>
                    <a:pt x="13716" y="347472"/>
                  </a:lnTo>
                  <a:lnTo>
                    <a:pt x="13716" y="353568"/>
                  </a:lnTo>
                  <a:lnTo>
                    <a:pt x="277368" y="353568"/>
                  </a:lnTo>
                  <a:lnTo>
                    <a:pt x="283463" y="359663"/>
                  </a:lnTo>
                  <a:lnTo>
                    <a:pt x="289560" y="359663"/>
                  </a:lnTo>
                  <a:lnTo>
                    <a:pt x="289560" y="350520"/>
                  </a:lnTo>
                  <a:lnTo>
                    <a:pt x="286512" y="34747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22148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347472"/>
                  </a:moveTo>
                  <a:lnTo>
                    <a:pt x="691896" y="347472"/>
                  </a:lnTo>
                  <a:lnTo>
                    <a:pt x="685800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347472"/>
                  </a:lnTo>
                  <a:close/>
                </a:path>
                <a:path w="699770" h="547370">
                  <a:moveTo>
                    <a:pt x="13716" y="347472"/>
                  </a:moveTo>
                  <a:lnTo>
                    <a:pt x="6096" y="347472"/>
                  </a:lnTo>
                  <a:lnTo>
                    <a:pt x="13716" y="353568"/>
                  </a:lnTo>
                  <a:lnTo>
                    <a:pt x="13716" y="347472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685800" y="353568"/>
                  </a:lnTo>
                  <a:lnTo>
                    <a:pt x="691896" y="347472"/>
                  </a:lnTo>
                  <a:lnTo>
                    <a:pt x="699516" y="347472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93176" y="761288"/>
            <a:ext cx="77012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Lets</a:t>
            </a:r>
            <a:r>
              <a:rPr spc="-30" dirty="0"/>
              <a:t> </a:t>
            </a:r>
            <a:r>
              <a:rPr dirty="0"/>
              <a:t>think</a:t>
            </a:r>
            <a:r>
              <a:rPr spc="-30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real</a:t>
            </a:r>
            <a:r>
              <a:rPr spc="-20" dirty="0"/>
              <a:t> </a:t>
            </a:r>
            <a:r>
              <a:rPr dirty="0"/>
              <a:t>life </a:t>
            </a:r>
            <a:r>
              <a:rPr spc="-10" dirty="0"/>
              <a:t>scenario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2578607" y="1359408"/>
            <a:ext cx="940435" cy="483234"/>
            <a:chOff x="2578607" y="1359408"/>
            <a:chExt cx="940435" cy="483234"/>
          </a:xfrm>
        </p:grpSpPr>
        <p:sp>
          <p:nvSpPr>
            <p:cNvPr id="15" name="object 15"/>
            <p:cNvSpPr/>
            <p:nvPr/>
          </p:nvSpPr>
          <p:spPr>
            <a:xfrm>
              <a:off x="25911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6" y="469391"/>
                  </a:lnTo>
                  <a:lnTo>
                    <a:pt x="73152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2" y="452627"/>
                  </a:lnTo>
                  <a:lnTo>
                    <a:pt x="39624" y="451103"/>
                  </a:lnTo>
                  <a:lnTo>
                    <a:pt x="32004" y="443483"/>
                  </a:lnTo>
                  <a:lnTo>
                    <a:pt x="30480" y="443483"/>
                  </a:lnTo>
                  <a:lnTo>
                    <a:pt x="30480" y="440436"/>
                  </a:lnTo>
                  <a:lnTo>
                    <a:pt x="25908" y="435863"/>
                  </a:lnTo>
                  <a:lnTo>
                    <a:pt x="24384" y="435863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9955"/>
                  </a:lnTo>
                  <a:lnTo>
                    <a:pt x="13716" y="409955"/>
                  </a:lnTo>
                  <a:lnTo>
                    <a:pt x="13716" y="394715"/>
                  </a:lnTo>
                  <a:lnTo>
                    <a:pt x="12192" y="394715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8287" y="59436"/>
                  </a:lnTo>
                  <a:lnTo>
                    <a:pt x="24384" y="47243"/>
                  </a:lnTo>
                  <a:lnTo>
                    <a:pt x="28956" y="42671"/>
                  </a:lnTo>
                  <a:lnTo>
                    <a:pt x="30480" y="39624"/>
                  </a:lnTo>
                  <a:lnTo>
                    <a:pt x="39624" y="30479"/>
                  </a:lnTo>
                  <a:lnTo>
                    <a:pt x="42672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2" y="13715"/>
                  </a:lnTo>
                  <a:lnTo>
                    <a:pt x="88392" y="12191"/>
                  </a:lnTo>
                  <a:lnTo>
                    <a:pt x="895604" y="12191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4" y="12191"/>
                  </a:moveTo>
                  <a:lnTo>
                    <a:pt x="850392" y="12191"/>
                  </a:lnTo>
                  <a:lnTo>
                    <a:pt x="867156" y="13715"/>
                  </a:lnTo>
                  <a:lnTo>
                    <a:pt x="880871" y="18287"/>
                  </a:lnTo>
                  <a:lnTo>
                    <a:pt x="893064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8" y="39624"/>
                  </a:lnTo>
                  <a:lnTo>
                    <a:pt x="909828" y="42671"/>
                  </a:lnTo>
                  <a:lnTo>
                    <a:pt x="911352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4" y="64007"/>
                  </a:lnTo>
                  <a:lnTo>
                    <a:pt x="923544" y="68579"/>
                  </a:lnTo>
                  <a:lnTo>
                    <a:pt x="925068" y="68579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8" y="440436"/>
                  </a:lnTo>
                  <a:lnTo>
                    <a:pt x="908304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4" y="457200"/>
                  </a:lnTo>
                  <a:lnTo>
                    <a:pt x="880871" y="463295"/>
                  </a:lnTo>
                  <a:lnTo>
                    <a:pt x="867156" y="467867"/>
                  </a:lnTo>
                  <a:lnTo>
                    <a:pt x="867156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90799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4" y="478536"/>
                  </a:lnTo>
                  <a:lnTo>
                    <a:pt x="71628" y="48158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1"/>
                  </a:lnTo>
                  <a:lnTo>
                    <a:pt x="54864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2" y="437388"/>
                  </a:lnTo>
                  <a:lnTo>
                    <a:pt x="43053" y="437388"/>
                  </a:lnTo>
                  <a:lnTo>
                    <a:pt x="35052" y="428243"/>
                  </a:lnTo>
                  <a:lnTo>
                    <a:pt x="35813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5"/>
                  </a:lnTo>
                  <a:lnTo>
                    <a:pt x="30480" y="64007"/>
                  </a:lnTo>
                  <a:lnTo>
                    <a:pt x="33528" y="57912"/>
                  </a:lnTo>
                  <a:lnTo>
                    <a:pt x="35560" y="54863"/>
                  </a:lnTo>
                  <a:lnTo>
                    <a:pt x="35052" y="54863"/>
                  </a:lnTo>
                  <a:lnTo>
                    <a:pt x="43052" y="45719"/>
                  </a:lnTo>
                  <a:lnTo>
                    <a:pt x="42672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1" y="30479"/>
                  </a:lnTo>
                  <a:lnTo>
                    <a:pt x="70104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4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2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2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2" y="53339"/>
                  </a:lnTo>
                  <a:lnTo>
                    <a:pt x="909828" y="65531"/>
                  </a:lnTo>
                  <a:lnTo>
                    <a:pt x="911352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8" y="419100"/>
                  </a:lnTo>
                  <a:lnTo>
                    <a:pt x="906780" y="425195"/>
                  </a:lnTo>
                  <a:lnTo>
                    <a:pt x="903732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3" y="437388"/>
                  </a:moveTo>
                  <a:lnTo>
                    <a:pt x="42672" y="437388"/>
                  </a:lnTo>
                  <a:lnTo>
                    <a:pt x="43780" y="438219"/>
                  </a:lnTo>
                  <a:lnTo>
                    <a:pt x="43053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2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2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2" y="54863"/>
                  </a:lnTo>
                  <a:lnTo>
                    <a:pt x="903732" y="53339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2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2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4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40" y="45719"/>
                  </a:lnTo>
                  <a:lnTo>
                    <a:pt x="927354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4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4" y="42671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8" y="36575"/>
                  </a:lnTo>
                  <a:lnTo>
                    <a:pt x="885444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026408" y="1359408"/>
            <a:ext cx="940435" cy="483234"/>
            <a:chOff x="4026408" y="1359408"/>
            <a:chExt cx="940435" cy="483234"/>
          </a:xfrm>
        </p:grpSpPr>
        <p:sp>
          <p:nvSpPr>
            <p:cNvPr id="20" name="object 20"/>
            <p:cNvSpPr/>
            <p:nvPr/>
          </p:nvSpPr>
          <p:spPr>
            <a:xfrm>
              <a:off x="4038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38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550408" y="1359408"/>
            <a:ext cx="940435" cy="483234"/>
            <a:chOff x="5550408" y="1359408"/>
            <a:chExt cx="940435" cy="483234"/>
          </a:xfrm>
        </p:grpSpPr>
        <p:sp>
          <p:nvSpPr>
            <p:cNvPr id="25" name="object 25"/>
            <p:cNvSpPr/>
            <p:nvPr/>
          </p:nvSpPr>
          <p:spPr>
            <a:xfrm>
              <a:off x="5562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62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922007" y="1353311"/>
            <a:ext cx="940435" cy="483234"/>
            <a:chOff x="6922007" y="1353311"/>
            <a:chExt cx="940435" cy="483234"/>
          </a:xfrm>
        </p:grpSpPr>
        <p:sp>
          <p:nvSpPr>
            <p:cNvPr id="30" name="object 30"/>
            <p:cNvSpPr/>
            <p:nvPr/>
          </p:nvSpPr>
          <p:spPr>
            <a:xfrm>
              <a:off x="6934199" y="1371529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610" y="40189"/>
                  </a:moveTo>
                  <a:lnTo>
                    <a:pt x="6119" y="40908"/>
                  </a:lnTo>
                  <a:lnTo>
                    <a:pt x="6025" y="41359"/>
                  </a:lnTo>
                  <a:lnTo>
                    <a:pt x="6610" y="40189"/>
                  </a:lnTo>
                  <a:close/>
                </a:path>
                <a:path w="914400" h="451485">
                  <a:moveTo>
                    <a:pt x="23867" y="15826"/>
                  </a:moveTo>
                  <a:lnTo>
                    <a:pt x="22669" y="16643"/>
                  </a:lnTo>
                  <a:lnTo>
                    <a:pt x="21852" y="17842"/>
                  </a:lnTo>
                  <a:lnTo>
                    <a:pt x="23867" y="15826"/>
                  </a:lnTo>
                  <a:close/>
                </a:path>
                <a:path w="914400" h="451485">
                  <a:moveTo>
                    <a:pt x="47384" y="0"/>
                  </a:moveTo>
                  <a:lnTo>
                    <a:pt x="46934" y="94"/>
                  </a:lnTo>
                  <a:lnTo>
                    <a:pt x="46214" y="584"/>
                  </a:lnTo>
                  <a:lnTo>
                    <a:pt x="47384" y="0"/>
                  </a:lnTo>
                  <a:close/>
                </a:path>
                <a:path w="914400" h="451485">
                  <a:moveTo>
                    <a:pt x="68707" y="449662"/>
                  </a:moveTo>
                  <a:lnTo>
                    <a:pt x="76200" y="451174"/>
                  </a:lnTo>
                  <a:lnTo>
                    <a:pt x="838200" y="451174"/>
                  </a:lnTo>
                  <a:lnTo>
                    <a:pt x="838347" y="451145"/>
                  </a:lnTo>
                  <a:lnTo>
                    <a:pt x="68707" y="449662"/>
                  </a:lnTo>
                  <a:close/>
                </a:path>
                <a:path w="914400" h="451485">
                  <a:moveTo>
                    <a:pt x="44870" y="443891"/>
                  </a:moveTo>
                  <a:lnTo>
                    <a:pt x="46934" y="445268"/>
                  </a:lnTo>
                  <a:lnTo>
                    <a:pt x="49167" y="445719"/>
                  </a:lnTo>
                  <a:lnTo>
                    <a:pt x="47244" y="445078"/>
                  </a:lnTo>
                  <a:lnTo>
                    <a:pt x="44870" y="443891"/>
                  </a:lnTo>
                  <a:close/>
                </a:path>
                <a:path w="914400" h="451485">
                  <a:moveTo>
                    <a:pt x="26654" y="431735"/>
                  </a:moveTo>
                  <a:lnTo>
                    <a:pt x="30113" y="434043"/>
                  </a:lnTo>
                  <a:lnTo>
                    <a:pt x="28955" y="432886"/>
                  </a:lnTo>
                  <a:lnTo>
                    <a:pt x="26654" y="431735"/>
                  </a:lnTo>
                  <a:close/>
                </a:path>
                <a:path w="914400" h="451485">
                  <a:moveTo>
                    <a:pt x="21335" y="426790"/>
                  </a:moveTo>
                  <a:lnTo>
                    <a:pt x="21105" y="426790"/>
                  </a:lnTo>
                  <a:lnTo>
                    <a:pt x="22669" y="429076"/>
                  </a:lnTo>
                  <a:lnTo>
                    <a:pt x="25532" y="430986"/>
                  </a:lnTo>
                  <a:lnTo>
                    <a:pt x="21335" y="426790"/>
                  </a:lnTo>
                  <a:close/>
                </a:path>
                <a:path w="914400" h="451485">
                  <a:moveTo>
                    <a:pt x="17307" y="421237"/>
                  </a:moveTo>
                  <a:lnTo>
                    <a:pt x="19811" y="424899"/>
                  </a:lnTo>
                  <a:lnTo>
                    <a:pt x="19811" y="423742"/>
                  </a:lnTo>
                  <a:lnTo>
                    <a:pt x="17307" y="421237"/>
                  </a:lnTo>
                  <a:close/>
                </a:path>
                <a:path w="914400" h="451485">
                  <a:moveTo>
                    <a:pt x="9144" y="408502"/>
                  </a:moveTo>
                  <a:lnTo>
                    <a:pt x="8595" y="408502"/>
                  </a:lnTo>
                  <a:lnTo>
                    <a:pt x="9144" y="409303"/>
                  </a:lnTo>
                  <a:lnTo>
                    <a:pt x="9144" y="408502"/>
                  </a:lnTo>
                  <a:close/>
                </a:path>
                <a:path w="914400" h="451485">
                  <a:moveTo>
                    <a:pt x="7620" y="405454"/>
                  </a:moveTo>
                  <a:lnTo>
                    <a:pt x="6510" y="405454"/>
                  </a:lnTo>
                  <a:lnTo>
                    <a:pt x="7620" y="407075"/>
                  </a:lnTo>
                  <a:lnTo>
                    <a:pt x="7620" y="405454"/>
                  </a:lnTo>
                  <a:close/>
                </a:path>
                <a:path w="914400" h="451485">
                  <a:moveTo>
                    <a:pt x="6096" y="400882"/>
                  </a:moveTo>
                  <a:lnTo>
                    <a:pt x="5301" y="400882"/>
                  </a:lnTo>
                  <a:lnTo>
                    <a:pt x="6096" y="404766"/>
                  </a:lnTo>
                  <a:lnTo>
                    <a:pt x="6096" y="400882"/>
                  </a:lnTo>
                  <a:close/>
                </a:path>
                <a:path w="914400" h="451485">
                  <a:moveTo>
                    <a:pt x="4572" y="396310"/>
                  </a:moveTo>
                  <a:lnTo>
                    <a:pt x="4365" y="396310"/>
                  </a:lnTo>
                  <a:lnTo>
                    <a:pt x="4572" y="397318"/>
                  </a:lnTo>
                  <a:lnTo>
                    <a:pt x="4572" y="396310"/>
                  </a:lnTo>
                  <a:close/>
                </a:path>
                <a:path w="914400" h="451485">
                  <a:moveTo>
                    <a:pt x="1524" y="374974"/>
                  </a:moveTo>
                  <a:lnTo>
                    <a:pt x="0" y="374974"/>
                  </a:lnTo>
                  <a:lnTo>
                    <a:pt x="1524" y="382422"/>
                  </a:lnTo>
                  <a:lnTo>
                    <a:pt x="1524" y="374974"/>
                  </a:lnTo>
                  <a:close/>
                </a:path>
                <a:path w="914400" h="451485">
                  <a:moveTo>
                    <a:pt x="908303" y="40623"/>
                  </a:moveTo>
                  <a:lnTo>
                    <a:pt x="908303" y="41218"/>
                  </a:lnTo>
                  <a:lnTo>
                    <a:pt x="908556" y="41218"/>
                  </a:lnTo>
                  <a:lnTo>
                    <a:pt x="908494" y="40908"/>
                  </a:lnTo>
                  <a:lnTo>
                    <a:pt x="908303" y="40623"/>
                  </a:lnTo>
                  <a:close/>
                </a:path>
                <a:path w="914400" h="451485">
                  <a:moveTo>
                    <a:pt x="914332" y="69838"/>
                  </a:moveTo>
                  <a:lnTo>
                    <a:pt x="912910" y="382515"/>
                  </a:lnTo>
                  <a:lnTo>
                    <a:pt x="914400" y="374974"/>
                  </a:lnTo>
                  <a:lnTo>
                    <a:pt x="914332" y="69838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1"/>
                  </a:lnTo>
                  <a:lnTo>
                    <a:pt x="865632" y="469391"/>
                  </a:lnTo>
                  <a:lnTo>
                    <a:pt x="74675" y="467867"/>
                  </a:lnTo>
                  <a:lnTo>
                    <a:pt x="68580" y="466343"/>
                  </a:lnTo>
                  <a:lnTo>
                    <a:pt x="59436" y="463296"/>
                  </a:lnTo>
                  <a:lnTo>
                    <a:pt x="50292" y="458724"/>
                  </a:lnTo>
                  <a:lnTo>
                    <a:pt x="48768" y="457200"/>
                  </a:lnTo>
                  <a:lnTo>
                    <a:pt x="45720" y="455675"/>
                  </a:lnTo>
                  <a:lnTo>
                    <a:pt x="41148" y="451103"/>
                  </a:lnTo>
                  <a:lnTo>
                    <a:pt x="38100" y="449579"/>
                  </a:lnTo>
                  <a:lnTo>
                    <a:pt x="33527" y="445008"/>
                  </a:lnTo>
                  <a:lnTo>
                    <a:pt x="32003" y="445008"/>
                  </a:lnTo>
                  <a:lnTo>
                    <a:pt x="32003" y="441960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39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1"/>
                  </a:lnTo>
                  <a:lnTo>
                    <a:pt x="12192" y="393191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5240" y="67055"/>
                  </a:lnTo>
                  <a:lnTo>
                    <a:pt x="16764" y="62484"/>
                  </a:lnTo>
                  <a:lnTo>
                    <a:pt x="24384" y="47243"/>
                  </a:lnTo>
                  <a:lnTo>
                    <a:pt x="27432" y="44196"/>
                  </a:lnTo>
                  <a:lnTo>
                    <a:pt x="28956" y="41148"/>
                  </a:lnTo>
                  <a:lnTo>
                    <a:pt x="41148" y="28955"/>
                  </a:lnTo>
                  <a:lnTo>
                    <a:pt x="44196" y="27432"/>
                  </a:lnTo>
                  <a:lnTo>
                    <a:pt x="47244" y="24384"/>
                  </a:lnTo>
                  <a:lnTo>
                    <a:pt x="62484" y="16763"/>
                  </a:lnTo>
                  <a:lnTo>
                    <a:pt x="67056" y="15239"/>
                  </a:lnTo>
                  <a:lnTo>
                    <a:pt x="73151" y="13715"/>
                  </a:lnTo>
                  <a:lnTo>
                    <a:pt x="85344" y="12191"/>
                  </a:lnTo>
                  <a:lnTo>
                    <a:pt x="895604" y="12191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3235">
                  <a:moveTo>
                    <a:pt x="895604" y="12191"/>
                  </a:moveTo>
                  <a:lnTo>
                    <a:pt x="854964" y="12191"/>
                  </a:lnTo>
                  <a:lnTo>
                    <a:pt x="867156" y="13715"/>
                  </a:lnTo>
                  <a:lnTo>
                    <a:pt x="873251" y="15239"/>
                  </a:lnTo>
                  <a:lnTo>
                    <a:pt x="877824" y="16763"/>
                  </a:lnTo>
                  <a:lnTo>
                    <a:pt x="893064" y="24384"/>
                  </a:lnTo>
                  <a:lnTo>
                    <a:pt x="896112" y="27432"/>
                  </a:lnTo>
                  <a:lnTo>
                    <a:pt x="899160" y="28955"/>
                  </a:lnTo>
                  <a:lnTo>
                    <a:pt x="911351" y="41148"/>
                  </a:lnTo>
                  <a:lnTo>
                    <a:pt x="911351" y="44196"/>
                  </a:lnTo>
                  <a:lnTo>
                    <a:pt x="912876" y="44196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8" y="50291"/>
                  </a:lnTo>
                  <a:lnTo>
                    <a:pt x="917448" y="53339"/>
                  </a:lnTo>
                  <a:lnTo>
                    <a:pt x="918972" y="53339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5"/>
                  </a:lnTo>
                  <a:lnTo>
                    <a:pt x="925068" y="67055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8432"/>
                  </a:lnTo>
                  <a:lnTo>
                    <a:pt x="914400" y="434339"/>
                  </a:lnTo>
                  <a:lnTo>
                    <a:pt x="912876" y="437388"/>
                  </a:lnTo>
                  <a:lnTo>
                    <a:pt x="909827" y="440436"/>
                  </a:lnTo>
                  <a:lnTo>
                    <a:pt x="908303" y="443484"/>
                  </a:lnTo>
                  <a:lnTo>
                    <a:pt x="900684" y="451103"/>
                  </a:lnTo>
                  <a:lnTo>
                    <a:pt x="897636" y="452627"/>
                  </a:lnTo>
                  <a:lnTo>
                    <a:pt x="894588" y="455675"/>
                  </a:lnTo>
                  <a:lnTo>
                    <a:pt x="891540" y="457200"/>
                  </a:lnTo>
                  <a:lnTo>
                    <a:pt x="890016" y="458724"/>
                  </a:lnTo>
                  <a:lnTo>
                    <a:pt x="880872" y="463296"/>
                  </a:lnTo>
                  <a:lnTo>
                    <a:pt x="871727" y="466343"/>
                  </a:lnTo>
                  <a:lnTo>
                    <a:pt x="865632" y="467867"/>
                  </a:lnTo>
                  <a:lnTo>
                    <a:pt x="865632" y="469391"/>
                  </a:lnTo>
                  <a:lnTo>
                    <a:pt x="897128" y="469391"/>
                  </a:lnTo>
                  <a:lnTo>
                    <a:pt x="902208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4199" y="136550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3"/>
                  </a:lnTo>
                  <a:lnTo>
                    <a:pt x="912876" y="457200"/>
                  </a:lnTo>
                  <a:close/>
                </a:path>
                <a:path w="940434" h="483235">
                  <a:moveTo>
                    <a:pt x="77724" y="25908"/>
                  </a:move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2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3"/>
                  </a:lnTo>
                  <a:lnTo>
                    <a:pt x="35814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6"/>
                  </a:lnTo>
                  <a:lnTo>
                    <a:pt x="30480" y="64008"/>
                  </a:lnTo>
                  <a:lnTo>
                    <a:pt x="33527" y="57912"/>
                  </a:lnTo>
                  <a:lnTo>
                    <a:pt x="35559" y="54863"/>
                  </a:lnTo>
                  <a:lnTo>
                    <a:pt x="35051" y="54863"/>
                  </a:lnTo>
                  <a:lnTo>
                    <a:pt x="44386" y="44196"/>
                  </a:lnTo>
                  <a:lnTo>
                    <a:pt x="42672" y="44196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2" y="30479"/>
                  </a:lnTo>
                  <a:lnTo>
                    <a:pt x="70103" y="27432"/>
                  </a:lnTo>
                  <a:lnTo>
                    <a:pt x="77724" y="25908"/>
                  </a:lnTo>
                  <a:close/>
                </a:path>
                <a:path w="940434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8725" y="437388"/>
                  </a:lnTo>
                  <a:close/>
                </a:path>
                <a:path w="940434" h="483235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3235">
                  <a:moveTo>
                    <a:pt x="894588" y="42672"/>
                  </a:move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5196"/>
                  </a:lnTo>
                  <a:lnTo>
                    <a:pt x="903732" y="429767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8420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3235">
                  <a:moveTo>
                    <a:pt x="35814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4" y="428243"/>
                  </a:lnTo>
                  <a:close/>
                </a:path>
                <a:path w="940434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59" y="54863"/>
                  </a:lnTo>
                  <a:lnTo>
                    <a:pt x="36575" y="53339"/>
                  </a:lnTo>
                  <a:close/>
                </a:path>
                <a:path w="940434" h="483235">
                  <a:moveTo>
                    <a:pt x="45720" y="42672"/>
                  </a:moveTo>
                  <a:lnTo>
                    <a:pt x="42672" y="44196"/>
                  </a:lnTo>
                  <a:lnTo>
                    <a:pt x="44386" y="44196"/>
                  </a:lnTo>
                  <a:lnTo>
                    <a:pt x="45720" y="42672"/>
                  </a:lnTo>
                  <a:close/>
                </a:path>
                <a:path w="940434" h="483235">
                  <a:moveTo>
                    <a:pt x="914400" y="25908"/>
                  </a:moveTo>
                  <a:lnTo>
                    <a:pt x="858012" y="25908"/>
                  </a:lnTo>
                  <a:lnTo>
                    <a:pt x="876300" y="30479"/>
                  </a:lnTo>
                  <a:lnTo>
                    <a:pt x="882396" y="33527"/>
                  </a:lnTo>
                  <a:lnTo>
                    <a:pt x="886968" y="36575"/>
                  </a:lnTo>
                  <a:lnTo>
                    <a:pt x="897636" y="44196"/>
                  </a:lnTo>
                  <a:lnTo>
                    <a:pt x="928420" y="44196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close/>
                </a:path>
                <a:path w="940434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8217407" y="1345691"/>
            <a:ext cx="940435" cy="481965"/>
            <a:chOff x="8217407" y="1345691"/>
            <a:chExt cx="940435" cy="481965"/>
          </a:xfrm>
        </p:grpSpPr>
        <p:sp>
          <p:nvSpPr>
            <p:cNvPr id="36" name="object 36"/>
            <p:cNvSpPr/>
            <p:nvPr/>
          </p:nvSpPr>
          <p:spPr>
            <a:xfrm>
              <a:off x="8229599" y="1378071"/>
              <a:ext cx="914400" cy="437515"/>
            </a:xfrm>
            <a:custGeom>
              <a:avLst/>
              <a:gdLst/>
              <a:ahLst/>
              <a:cxnLst/>
              <a:rect l="l" t="t" r="r" b="b"/>
              <a:pathLst>
                <a:path w="914400" h="437514">
                  <a:moveTo>
                    <a:pt x="6692" y="25266"/>
                  </a:moveTo>
                  <a:lnTo>
                    <a:pt x="6119" y="26104"/>
                  </a:lnTo>
                  <a:lnTo>
                    <a:pt x="5806" y="27635"/>
                  </a:lnTo>
                  <a:lnTo>
                    <a:pt x="6096" y="27056"/>
                  </a:lnTo>
                  <a:lnTo>
                    <a:pt x="6692" y="25266"/>
                  </a:lnTo>
                  <a:close/>
                </a:path>
                <a:path w="914400" h="437514">
                  <a:moveTo>
                    <a:pt x="25532" y="0"/>
                  </a:moveTo>
                  <a:lnTo>
                    <a:pt x="22669" y="1910"/>
                  </a:lnTo>
                  <a:lnTo>
                    <a:pt x="20607" y="4925"/>
                  </a:lnTo>
                  <a:lnTo>
                    <a:pt x="25532" y="0"/>
                  </a:lnTo>
                  <a:close/>
                </a:path>
                <a:path w="914400" h="437514">
                  <a:moveTo>
                    <a:pt x="68677" y="435494"/>
                  </a:moveTo>
                  <a:lnTo>
                    <a:pt x="76200" y="437012"/>
                  </a:lnTo>
                  <a:lnTo>
                    <a:pt x="838200" y="437012"/>
                  </a:lnTo>
                  <a:lnTo>
                    <a:pt x="68677" y="435494"/>
                  </a:lnTo>
                  <a:close/>
                </a:path>
                <a:path w="914400" h="437514">
                  <a:moveTo>
                    <a:pt x="40316" y="426690"/>
                  </a:moveTo>
                  <a:lnTo>
                    <a:pt x="46934" y="431107"/>
                  </a:lnTo>
                  <a:lnTo>
                    <a:pt x="53028" y="432336"/>
                  </a:lnTo>
                  <a:lnTo>
                    <a:pt x="48768" y="430916"/>
                  </a:lnTo>
                  <a:lnTo>
                    <a:pt x="40316" y="426690"/>
                  </a:lnTo>
                  <a:close/>
                </a:path>
                <a:path w="914400" h="437514">
                  <a:moveTo>
                    <a:pt x="22859" y="414152"/>
                  </a:moveTo>
                  <a:lnTo>
                    <a:pt x="22148" y="414152"/>
                  </a:lnTo>
                  <a:lnTo>
                    <a:pt x="22669" y="414914"/>
                  </a:lnTo>
                  <a:lnTo>
                    <a:pt x="30113" y="419882"/>
                  </a:lnTo>
                  <a:lnTo>
                    <a:pt x="27431" y="417200"/>
                  </a:lnTo>
                  <a:lnTo>
                    <a:pt x="24383" y="415676"/>
                  </a:lnTo>
                  <a:lnTo>
                    <a:pt x="22859" y="414152"/>
                  </a:lnTo>
                  <a:close/>
                </a:path>
                <a:path w="914400" h="437514">
                  <a:moveTo>
                    <a:pt x="17307" y="407076"/>
                  </a:moveTo>
                  <a:lnTo>
                    <a:pt x="21335" y="412965"/>
                  </a:lnTo>
                  <a:lnTo>
                    <a:pt x="21335" y="411104"/>
                  </a:lnTo>
                  <a:lnTo>
                    <a:pt x="17307" y="407076"/>
                  </a:lnTo>
                  <a:close/>
                </a:path>
                <a:path w="914400" h="437514">
                  <a:moveTo>
                    <a:pt x="10708" y="397428"/>
                  </a:moveTo>
                  <a:lnTo>
                    <a:pt x="12192" y="399597"/>
                  </a:lnTo>
                  <a:lnTo>
                    <a:pt x="12192" y="398912"/>
                  </a:lnTo>
                  <a:lnTo>
                    <a:pt x="10708" y="397428"/>
                  </a:lnTo>
                  <a:close/>
                </a:path>
                <a:path w="914400" h="437514">
                  <a:moveTo>
                    <a:pt x="9144" y="394340"/>
                  </a:moveTo>
                  <a:lnTo>
                    <a:pt x="8595" y="394340"/>
                  </a:lnTo>
                  <a:lnTo>
                    <a:pt x="9144" y="395142"/>
                  </a:lnTo>
                  <a:lnTo>
                    <a:pt x="9144" y="394340"/>
                  </a:lnTo>
                  <a:close/>
                </a:path>
                <a:path w="914400" h="437514">
                  <a:moveTo>
                    <a:pt x="7620" y="391292"/>
                  </a:moveTo>
                  <a:lnTo>
                    <a:pt x="6510" y="391292"/>
                  </a:lnTo>
                  <a:lnTo>
                    <a:pt x="7620" y="392914"/>
                  </a:lnTo>
                  <a:lnTo>
                    <a:pt x="7620" y="391292"/>
                  </a:lnTo>
                  <a:close/>
                </a:path>
                <a:path w="914400" h="437514">
                  <a:moveTo>
                    <a:pt x="6096" y="386720"/>
                  </a:moveTo>
                  <a:lnTo>
                    <a:pt x="5301" y="386720"/>
                  </a:lnTo>
                  <a:lnTo>
                    <a:pt x="6096" y="390604"/>
                  </a:lnTo>
                  <a:lnTo>
                    <a:pt x="6096" y="386720"/>
                  </a:lnTo>
                  <a:close/>
                </a:path>
                <a:path w="914400" h="437514">
                  <a:moveTo>
                    <a:pt x="4572" y="382148"/>
                  </a:moveTo>
                  <a:lnTo>
                    <a:pt x="4365" y="382148"/>
                  </a:lnTo>
                  <a:lnTo>
                    <a:pt x="4572" y="383156"/>
                  </a:lnTo>
                  <a:lnTo>
                    <a:pt x="4572" y="382148"/>
                  </a:lnTo>
                  <a:close/>
                </a:path>
                <a:path w="914400" h="437514">
                  <a:moveTo>
                    <a:pt x="1524" y="360812"/>
                  </a:moveTo>
                  <a:lnTo>
                    <a:pt x="0" y="360812"/>
                  </a:lnTo>
                  <a:lnTo>
                    <a:pt x="1524" y="368260"/>
                  </a:lnTo>
                  <a:lnTo>
                    <a:pt x="1524" y="360812"/>
                  </a:lnTo>
                  <a:close/>
                </a:path>
                <a:path w="914400" h="437514">
                  <a:moveTo>
                    <a:pt x="906779" y="23542"/>
                  </a:moveTo>
                  <a:lnTo>
                    <a:pt x="906779" y="24008"/>
                  </a:lnTo>
                  <a:lnTo>
                    <a:pt x="907091" y="24008"/>
                  </a:lnTo>
                  <a:lnTo>
                    <a:pt x="906779" y="23542"/>
                  </a:lnTo>
                  <a:close/>
                </a:path>
                <a:path w="914400" h="437514">
                  <a:moveTo>
                    <a:pt x="908303" y="25819"/>
                  </a:moveTo>
                  <a:lnTo>
                    <a:pt x="908303" y="27056"/>
                  </a:lnTo>
                  <a:lnTo>
                    <a:pt x="908682" y="27056"/>
                  </a:lnTo>
                  <a:lnTo>
                    <a:pt x="908494" y="26104"/>
                  </a:lnTo>
                  <a:lnTo>
                    <a:pt x="908303" y="25819"/>
                  </a:lnTo>
                  <a:close/>
                </a:path>
                <a:path w="914400" h="437514">
                  <a:moveTo>
                    <a:pt x="914332" y="55669"/>
                  </a:moveTo>
                  <a:lnTo>
                    <a:pt x="912910" y="368353"/>
                  </a:lnTo>
                  <a:lnTo>
                    <a:pt x="914400" y="360812"/>
                  </a:lnTo>
                  <a:lnTo>
                    <a:pt x="914332" y="55669"/>
                  </a:lnTo>
                  <a:close/>
                </a:path>
                <a:path w="914400" h="437514">
                  <a:moveTo>
                    <a:pt x="890051" y="416420"/>
                  </a:moveTo>
                  <a:lnTo>
                    <a:pt x="888492" y="417200"/>
                  </a:lnTo>
                  <a:lnTo>
                    <a:pt x="887693" y="417998"/>
                  </a:lnTo>
                  <a:lnTo>
                    <a:pt x="890051" y="416420"/>
                  </a:lnTo>
                  <a:close/>
                </a:path>
                <a:path w="914400" h="437514">
                  <a:moveTo>
                    <a:pt x="872046" y="428471"/>
                  </a:moveTo>
                  <a:lnTo>
                    <a:pt x="867155" y="430916"/>
                  </a:lnTo>
                  <a:lnTo>
                    <a:pt x="864369" y="431845"/>
                  </a:lnTo>
                  <a:lnTo>
                    <a:pt x="868108" y="431107"/>
                  </a:lnTo>
                  <a:lnTo>
                    <a:pt x="872046" y="428471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2"/>
                  </a:lnTo>
                  <a:lnTo>
                    <a:pt x="862584" y="469392"/>
                  </a:lnTo>
                  <a:lnTo>
                    <a:pt x="77724" y="467868"/>
                  </a:lnTo>
                  <a:lnTo>
                    <a:pt x="70103" y="466344"/>
                  </a:lnTo>
                  <a:lnTo>
                    <a:pt x="60960" y="463296"/>
                  </a:lnTo>
                  <a:lnTo>
                    <a:pt x="45720" y="455675"/>
                  </a:lnTo>
                  <a:lnTo>
                    <a:pt x="39624" y="449580"/>
                  </a:lnTo>
                  <a:lnTo>
                    <a:pt x="36575" y="448056"/>
                  </a:lnTo>
                  <a:lnTo>
                    <a:pt x="35051" y="446532"/>
                  </a:lnTo>
                  <a:lnTo>
                    <a:pt x="33527" y="446532"/>
                  </a:lnTo>
                  <a:lnTo>
                    <a:pt x="33527" y="443484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40"/>
                  </a:lnTo>
                  <a:lnTo>
                    <a:pt x="24384" y="434340"/>
                  </a:lnTo>
                  <a:lnTo>
                    <a:pt x="24384" y="431292"/>
                  </a:lnTo>
                  <a:lnTo>
                    <a:pt x="22860" y="429768"/>
                  </a:lnTo>
                  <a:lnTo>
                    <a:pt x="21336" y="429768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8"/>
                  </a:lnTo>
                  <a:lnTo>
                    <a:pt x="15240" y="414528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2"/>
                  </a:lnTo>
                  <a:lnTo>
                    <a:pt x="12192" y="393192"/>
                  </a:lnTo>
                  <a:lnTo>
                    <a:pt x="12192" y="88392"/>
                  </a:lnTo>
                  <a:lnTo>
                    <a:pt x="13716" y="73152"/>
                  </a:lnTo>
                  <a:lnTo>
                    <a:pt x="15240" y="67056"/>
                  </a:lnTo>
                  <a:lnTo>
                    <a:pt x="16764" y="62484"/>
                  </a:lnTo>
                  <a:lnTo>
                    <a:pt x="18288" y="59436"/>
                  </a:lnTo>
                  <a:lnTo>
                    <a:pt x="19812" y="54863"/>
                  </a:lnTo>
                  <a:lnTo>
                    <a:pt x="21336" y="51816"/>
                  </a:lnTo>
                  <a:lnTo>
                    <a:pt x="22860" y="50292"/>
                  </a:lnTo>
                  <a:lnTo>
                    <a:pt x="24384" y="47244"/>
                  </a:lnTo>
                  <a:lnTo>
                    <a:pt x="25908" y="45720"/>
                  </a:lnTo>
                  <a:lnTo>
                    <a:pt x="27432" y="42672"/>
                  </a:lnTo>
                  <a:lnTo>
                    <a:pt x="42672" y="27432"/>
                  </a:lnTo>
                  <a:lnTo>
                    <a:pt x="45720" y="25908"/>
                  </a:lnTo>
                  <a:lnTo>
                    <a:pt x="47244" y="24384"/>
                  </a:lnTo>
                  <a:lnTo>
                    <a:pt x="50292" y="22860"/>
                  </a:lnTo>
                  <a:lnTo>
                    <a:pt x="51816" y="21336"/>
                  </a:lnTo>
                  <a:lnTo>
                    <a:pt x="57912" y="18287"/>
                  </a:lnTo>
                  <a:lnTo>
                    <a:pt x="62484" y="16763"/>
                  </a:lnTo>
                  <a:lnTo>
                    <a:pt x="65532" y="15240"/>
                  </a:lnTo>
                  <a:lnTo>
                    <a:pt x="71627" y="13716"/>
                  </a:lnTo>
                  <a:lnTo>
                    <a:pt x="80772" y="12192"/>
                  </a:lnTo>
                  <a:lnTo>
                    <a:pt x="895604" y="12192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1964">
                  <a:moveTo>
                    <a:pt x="895604" y="12192"/>
                  </a:moveTo>
                  <a:lnTo>
                    <a:pt x="859536" y="12192"/>
                  </a:lnTo>
                  <a:lnTo>
                    <a:pt x="868680" y="13716"/>
                  </a:lnTo>
                  <a:lnTo>
                    <a:pt x="874776" y="15240"/>
                  </a:lnTo>
                  <a:lnTo>
                    <a:pt x="877824" y="16763"/>
                  </a:lnTo>
                  <a:lnTo>
                    <a:pt x="882396" y="18287"/>
                  </a:lnTo>
                  <a:lnTo>
                    <a:pt x="888492" y="21336"/>
                  </a:lnTo>
                  <a:lnTo>
                    <a:pt x="890016" y="22860"/>
                  </a:lnTo>
                  <a:lnTo>
                    <a:pt x="893064" y="24384"/>
                  </a:lnTo>
                  <a:lnTo>
                    <a:pt x="894588" y="25908"/>
                  </a:lnTo>
                  <a:lnTo>
                    <a:pt x="897636" y="27432"/>
                  </a:lnTo>
                  <a:lnTo>
                    <a:pt x="912876" y="42672"/>
                  </a:lnTo>
                  <a:lnTo>
                    <a:pt x="912876" y="45720"/>
                  </a:lnTo>
                  <a:lnTo>
                    <a:pt x="914400" y="45720"/>
                  </a:lnTo>
                  <a:lnTo>
                    <a:pt x="915924" y="47244"/>
                  </a:lnTo>
                  <a:lnTo>
                    <a:pt x="915924" y="50292"/>
                  </a:lnTo>
                  <a:lnTo>
                    <a:pt x="917448" y="50292"/>
                  </a:lnTo>
                  <a:lnTo>
                    <a:pt x="918972" y="51816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6"/>
                  </a:lnTo>
                  <a:lnTo>
                    <a:pt x="925068" y="67056"/>
                  </a:lnTo>
                  <a:lnTo>
                    <a:pt x="925068" y="73152"/>
                  </a:lnTo>
                  <a:lnTo>
                    <a:pt x="926592" y="73152"/>
                  </a:lnTo>
                  <a:lnTo>
                    <a:pt x="925068" y="408432"/>
                  </a:lnTo>
                  <a:lnTo>
                    <a:pt x="923544" y="414528"/>
                  </a:lnTo>
                  <a:lnTo>
                    <a:pt x="920496" y="423672"/>
                  </a:lnTo>
                  <a:lnTo>
                    <a:pt x="917448" y="429768"/>
                  </a:lnTo>
                  <a:lnTo>
                    <a:pt x="915924" y="431292"/>
                  </a:lnTo>
                  <a:lnTo>
                    <a:pt x="912876" y="437388"/>
                  </a:lnTo>
                  <a:lnTo>
                    <a:pt x="908303" y="441960"/>
                  </a:lnTo>
                  <a:lnTo>
                    <a:pt x="906780" y="445008"/>
                  </a:lnTo>
                  <a:lnTo>
                    <a:pt x="903732" y="448056"/>
                  </a:lnTo>
                  <a:lnTo>
                    <a:pt x="900684" y="449580"/>
                  </a:lnTo>
                  <a:lnTo>
                    <a:pt x="894588" y="455675"/>
                  </a:lnTo>
                  <a:lnTo>
                    <a:pt x="879348" y="463296"/>
                  </a:lnTo>
                  <a:lnTo>
                    <a:pt x="870203" y="466344"/>
                  </a:lnTo>
                  <a:lnTo>
                    <a:pt x="862584" y="467868"/>
                  </a:lnTo>
                  <a:lnTo>
                    <a:pt x="862584" y="469392"/>
                  </a:lnTo>
                  <a:lnTo>
                    <a:pt x="897128" y="469392"/>
                  </a:lnTo>
                  <a:lnTo>
                    <a:pt x="902208" y="466344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29640" y="45720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14400" y="25908"/>
                  </a:lnTo>
                  <a:lnTo>
                    <a:pt x="912876" y="24384"/>
                  </a:lnTo>
                  <a:lnTo>
                    <a:pt x="902208" y="15240"/>
                  </a:lnTo>
                  <a:lnTo>
                    <a:pt x="900684" y="15240"/>
                  </a:lnTo>
                  <a:lnTo>
                    <a:pt x="895604" y="1219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29599" y="135788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1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1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1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4"/>
                  </a:lnTo>
                  <a:lnTo>
                    <a:pt x="912876" y="457200"/>
                  </a:lnTo>
                  <a:close/>
                </a:path>
                <a:path w="940434" h="481964">
                  <a:moveTo>
                    <a:pt x="902208" y="15240"/>
                  </a:move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70103" y="454152"/>
                  </a:lnTo>
                  <a:lnTo>
                    <a:pt x="64008" y="451104"/>
                  </a:lnTo>
                  <a:lnTo>
                    <a:pt x="57912" y="449580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4"/>
                  </a:lnTo>
                  <a:lnTo>
                    <a:pt x="35814" y="428244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0772"/>
                  </a:lnTo>
                  <a:lnTo>
                    <a:pt x="28956" y="68580"/>
                  </a:lnTo>
                  <a:lnTo>
                    <a:pt x="30480" y="64008"/>
                  </a:lnTo>
                  <a:lnTo>
                    <a:pt x="35814" y="53340"/>
                  </a:lnTo>
                  <a:lnTo>
                    <a:pt x="35051" y="53340"/>
                  </a:lnTo>
                  <a:lnTo>
                    <a:pt x="44196" y="44196"/>
                  </a:lnTo>
                  <a:lnTo>
                    <a:pt x="42672" y="44196"/>
                  </a:lnTo>
                  <a:lnTo>
                    <a:pt x="54864" y="35052"/>
                  </a:lnTo>
                  <a:lnTo>
                    <a:pt x="55372" y="35052"/>
                  </a:lnTo>
                  <a:lnTo>
                    <a:pt x="59436" y="32004"/>
                  </a:lnTo>
                  <a:lnTo>
                    <a:pt x="65532" y="30480"/>
                  </a:lnTo>
                  <a:lnTo>
                    <a:pt x="70103" y="27432"/>
                  </a:lnTo>
                  <a:lnTo>
                    <a:pt x="77724" y="25908"/>
                  </a:lnTo>
                  <a:lnTo>
                    <a:pt x="83820" y="25908"/>
                  </a:lnTo>
                  <a:lnTo>
                    <a:pt x="89916" y="24384"/>
                  </a:lnTo>
                  <a:lnTo>
                    <a:pt x="912876" y="24384"/>
                  </a:lnTo>
                  <a:lnTo>
                    <a:pt x="902208" y="15240"/>
                  </a:lnTo>
                  <a:close/>
                </a:path>
                <a:path w="940434" h="481964">
                  <a:moveTo>
                    <a:pt x="928497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80"/>
                  </a:lnTo>
                  <a:lnTo>
                    <a:pt x="874776" y="452628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8497" y="437388"/>
                  </a:lnTo>
                  <a:close/>
                </a:path>
                <a:path w="940434" h="481964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1964">
                  <a:moveTo>
                    <a:pt x="932078" y="51816"/>
                  </a:moveTo>
                  <a:lnTo>
                    <a:pt x="903732" y="51816"/>
                  </a:lnTo>
                  <a:lnTo>
                    <a:pt x="906780" y="59436"/>
                  </a:lnTo>
                  <a:lnTo>
                    <a:pt x="909827" y="64008"/>
                  </a:ln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3672"/>
                  </a:lnTo>
                  <a:lnTo>
                    <a:pt x="903732" y="429768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497" y="437388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32078" y="51816"/>
                  </a:lnTo>
                  <a:close/>
                </a:path>
                <a:path w="940434" h="481964">
                  <a:moveTo>
                    <a:pt x="35814" y="428244"/>
                  </a:moveTo>
                  <a:lnTo>
                    <a:pt x="35051" y="428244"/>
                  </a:lnTo>
                  <a:lnTo>
                    <a:pt x="36575" y="429768"/>
                  </a:lnTo>
                  <a:lnTo>
                    <a:pt x="35814" y="428244"/>
                  </a:lnTo>
                  <a:close/>
                </a:path>
                <a:path w="940434" h="481964">
                  <a:moveTo>
                    <a:pt x="36575" y="51816"/>
                  </a:moveTo>
                  <a:lnTo>
                    <a:pt x="35051" y="53340"/>
                  </a:lnTo>
                  <a:lnTo>
                    <a:pt x="35814" y="53340"/>
                  </a:lnTo>
                  <a:lnTo>
                    <a:pt x="36575" y="51816"/>
                  </a:lnTo>
                  <a:close/>
                </a:path>
                <a:path w="940434" h="481964">
                  <a:moveTo>
                    <a:pt x="894588" y="42672"/>
                  </a:moveTo>
                  <a:lnTo>
                    <a:pt x="903732" y="53340"/>
                  </a:lnTo>
                  <a:lnTo>
                    <a:pt x="903732" y="51816"/>
                  </a:lnTo>
                  <a:lnTo>
                    <a:pt x="932078" y="51816"/>
                  </a:lnTo>
                  <a:lnTo>
                    <a:pt x="929640" y="45720"/>
                  </a:lnTo>
                  <a:lnTo>
                    <a:pt x="928497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1964">
                  <a:moveTo>
                    <a:pt x="45720" y="42672"/>
                  </a:moveTo>
                  <a:lnTo>
                    <a:pt x="42672" y="44196"/>
                  </a:lnTo>
                  <a:lnTo>
                    <a:pt x="44196" y="44196"/>
                  </a:lnTo>
                  <a:lnTo>
                    <a:pt x="45720" y="42672"/>
                  </a:lnTo>
                  <a:close/>
                </a:path>
                <a:path w="940434" h="481964">
                  <a:moveTo>
                    <a:pt x="921258" y="35052"/>
                  </a:moveTo>
                  <a:lnTo>
                    <a:pt x="885444" y="35052"/>
                  </a:lnTo>
                  <a:lnTo>
                    <a:pt x="897636" y="44196"/>
                  </a:lnTo>
                  <a:lnTo>
                    <a:pt x="928497" y="44196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21258" y="35052"/>
                  </a:lnTo>
                  <a:close/>
                </a:path>
                <a:path w="940434" h="481964">
                  <a:moveTo>
                    <a:pt x="55372" y="35052"/>
                  </a:moveTo>
                  <a:lnTo>
                    <a:pt x="54864" y="35052"/>
                  </a:lnTo>
                  <a:lnTo>
                    <a:pt x="53340" y="36575"/>
                  </a:lnTo>
                  <a:lnTo>
                    <a:pt x="55372" y="35052"/>
                  </a:lnTo>
                  <a:close/>
                </a:path>
                <a:path w="940434" h="481964">
                  <a:moveTo>
                    <a:pt x="912876" y="24384"/>
                  </a:moveTo>
                  <a:lnTo>
                    <a:pt x="850392" y="24384"/>
                  </a:lnTo>
                  <a:lnTo>
                    <a:pt x="858012" y="25908"/>
                  </a:lnTo>
                  <a:lnTo>
                    <a:pt x="864108" y="25908"/>
                  </a:lnTo>
                  <a:lnTo>
                    <a:pt x="870203" y="27432"/>
                  </a:lnTo>
                  <a:lnTo>
                    <a:pt x="882396" y="33528"/>
                  </a:lnTo>
                  <a:lnTo>
                    <a:pt x="886968" y="36575"/>
                  </a:lnTo>
                  <a:lnTo>
                    <a:pt x="885444" y="35052"/>
                  </a:lnTo>
                  <a:lnTo>
                    <a:pt x="921258" y="35052"/>
                  </a:lnTo>
                  <a:lnTo>
                    <a:pt x="914400" y="25908"/>
                  </a:lnTo>
                  <a:lnTo>
                    <a:pt x="912876" y="24384"/>
                  </a:lnTo>
                  <a:close/>
                </a:path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900684" y="15240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511108" y="1435023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00000"/>
                </a:solidFill>
                <a:latin typeface="Verdana"/>
                <a:cs typeface="Verdana"/>
              </a:rPr>
              <a:t>15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58180" y="4060952"/>
            <a:ext cx="187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223504" y="3886200"/>
            <a:ext cx="699770" cy="464820"/>
            <a:chOff x="8223504" y="3886200"/>
            <a:chExt cx="699770" cy="464820"/>
          </a:xfrm>
        </p:grpSpPr>
        <p:sp>
          <p:nvSpPr>
            <p:cNvPr id="43" name="object 43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243187" y="324612"/>
                  </a:moveTo>
                  <a:lnTo>
                    <a:pt x="210311" y="324612"/>
                  </a:lnTo>
                  <a:lnTo>
                    <a:pt x="341375" y="455675"/>
                  </a:lnTo>
                  <a:lnTo>
                    <a:pt x="243187" y="324612"/>
                  </a:lnTo>
                  <a:close/>
                </a:path>
                <a:path w="685800" h="457200">
                  <a:moveTo>
                    <a:pt x="277368" y="271272"/>
                  </a:moveTo>
                  <a:lnTo>
                    <a:pt x="203227" y="271272"/>
                  </a:lnTo>
                  <a:lnTo>
                    <a:pt x="243187" y="324612"/>
                  </a:lnTo>
                  <a:lnTo>
                    <a:pt x="277368" y="324612"/>
                  </a:lnTo>
                  <a:lnTo>
                    <a:pt x="277368" y="271272"/>
                  </a:lnTo>
                  <a:close/>
                </a:path>
                <a:path w="685800" h="457200">
                  <a:moveTo>
                    <a:pt x="0" y="0"/>
                  </a:moveTo>
                  <a:lnTo>
                    <a:pt x="0" y="271272"/>
                  </a:lnTo>
                  <a:lnTo>
                    <a:pt x="203227" y="271272"/>
                  </a:lnTo>
                  <a:lnTo>
                    <a:pt x="0" y="0"/>
                  </a:lnTo>
                  <a:close/>
                </a:path>
                <a:path w="685800" h="457200">
                  <a:moveTo>
                    <a:pt x="477011" y="324612"/>
                  </a:moveTo>
                  <a:lnTo>
                    <a:pt x="475488" y="324612"/>
                  </a:lnTo>
                  <a:lnTo>
                    <a:pt x="344424" y="455675"/>
                  </a:lnTo>
                  <a:lnTo>
                    <a:pt x="342392" y="456691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510046" y="271272"/>
                  </a:moveTo>
                  <a:lnTo>
                    <a:pt x="409955" y="271272"/>
                  </a:lnTo>
                  <a:lnTo>
                    <a:pt x="409955" y="324612"/>
                  </a:lnTo>
                  <a:lnTo>
                    <a:pt x="475488" y="324612"/>
                  </a:lnTo>
                  <a:lnTo>
                    <a:pt x="510046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510046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58192" y="457200"/>
                  </a:lnTo>
                  <a:lnTo>
                    <a:pt x="347472" y="457200"/>
                  </a:lnTo>
                  <a:lnTo>
                    <a:pt x="347472" y="455675"/>
                  </a:lnTo>
                  <a:lnTo>
                    <a:pt x="222503" y="330708"/>
                  </a:lnTo>
                  <a:lnTo>
                    <a:pt x="216407" y="330708"/>
                  </a:lnTo>
                  <a:lnTo>
                    <a:pt x="218236" y="326440"/>
                  </a:lnTo>
                  <a:lnTo>
                    <a:pt x="216407" y="324612"/>
                  </a:lnTo>
                  <a:lnTo>
                    <a:pt x="219020" y="324612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52810" y="453385"/>
                  </a:moveTo>
                  <a:lnTo>
                    <a:pt x="350520" y="455675"/>
                  </a:lnTo>
                  <a:lnTo>
                    <a:pt x="347472" y="457200"/>
                  </a:lnTo>
                  <a:lnTo>
                    <a:pt x="358192" y="457200"/>
                  </a:lnTo>
                  <a:lnTo>
                    <a:pt x="361275" y="454151"/>
                  </a:lnTo>
                  <a:lnTo>
                    <a:pt x="353568" y="454151"/>
                  </a:lnTo>
                  <a:lnTo>
                    <a:pt x="352810" y="453385"/>
                  </a:lnTo>
                  <a:close/>
                </a:path>
                <a:path w="699770" h="464820">
                  <a:moveTo>
                    <a:pt x="480822" y="325374"/>
                  </a:moveTo>
                  <a:lnTo>
                    <a:pt x="352810" y="453385"/>
                  </a:lnTo>
                  <a:lnTo>
                    <a:pt x="353568" y="454151"/>
                  </a:lnTo>
                  <a:lnTo>
                    <a:pt x="361275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80822" y="325374"/>
                  </a:lnTo>
                  <a:close/>
                </a:path>
                <a:path w="699770" h="464820">
                  <a:moveTo>
                    <a:pt x="218236" y="326440"/>
                  </a:moveTo>
                  <a:lnTo>
                    <a:pt x="216407" y="330708"/>
                  </a:lnTo>
                  <a:lnTo>
                    <a:pt x="222503" y="330708"/>
                  </a:lnTo>
                  <a:lnTo>
                    <a:pt x="218236" y="326440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0495" y="324612"/>
                  </a:lnTo>
                  <a:lnTo>
                    <a:pt x="481584" y="324612"/>
                  </a:lnTo>
                  <a:lnTo>
                    <a:pt x="480822" y="325374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9020" y="324612"/>
                  </a:lnTo>
                  <a:lnTo>
                    <a:pt x="225500" y="324612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2550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3464" y="318515"/>
                  </a:moveTo>
                  <a:lnTo>
                    <a:pt x="277368" y="324612"/>
                  </a:lnTo>
                  <a:lnTo>
                    <a:pt x="283464" y="324612"/>
                  </a:lnTo>
                  <a:lnTo>
                    <a:pt x="283464" y="318515"/>
                  </a:lnTo>
                  <a:close/>
                </a:path>
                <a:path w="699770" h="464820">
                  <a:moveTo>
                    <a:pt x="416051" y="318515"/>
                  </a:moveTo>
                  <a:lnTo>
                    <a:pt x="416051" y="324612"/>
                  </a:lnTo>
                  <a:lnTo>
                    <a:pt x="422148" y="324612"/>
                  </a:lnTo>
                  <a:lnTo>
                    <a:pt x="416051" y="31851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474015" y="324612"/>
                  </a:lnTo>
                  <a:lnTo>
                    <a:pt x="480495" y="324612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60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6096" y="271272"/>
                  </a:lnTo>
                  <a:lnTo>
                    <a:pt x="6096" y="0"/>
                  </a:lnTo>
                  <a:close/>
                </a:path>
                <a:path w="699770" h="464820">
                  <a:moveTo>
                    <a:pt x="283464" y="271272"/>
                  </a:moveTo>
                  <a:lnTo>
                    <a:pt x="277368" y="271272"/>
                  </a:lnTo>
                  <a:lnTo>
                    <a:pt x="283464" y="277367"/>
                  </a:lnTo>
                  <a:lnTo>
                    <a:pt x="283464" y="271272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1272"/>
                  </a:lnTo>
                  <a:lnTo>
                    <a:pt x="416051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91896" y="0"/>
                  </a:lnTo>
                  <a:lnTo>
                    <a:pt x="691896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477011" y="324612"/>
                  </a:moveTo>
                  <a:lnTo>
                    <a:pt x="210311" y="324612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409955" y="271272"/>
                  </a:moveTo>
                  <a:lnTo>
                    <a:pt x="277368" y="271272"/>
                  </a:lnTo>
                  <a:lnTo>
                    <a:pt x="277368" y="324612"/>
                  </a:lnTo>
                  <a:lnTo>
                    <a:pt x="409955" y="324612"/>
                  </a:lnTo>
                  <a:lnTo>
                    <a:pt x="409955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0" y="0"/>
                  </a:lnTo>
                  <a:lnTo>
                    <a:pt x="0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61274" y="454151"/>
                  </a:lnTo>
                  <a:lnTo>
                    <a:pt x="345948" y="454151"/>
                  </a:lnTo>
                  <a:lnTo>
                    <a:pt x="349757" y="450298"/>
                  </a:lnTo>
                  <a:lnTo>
                    <a:pt x="231526" y="330708"/>
                  </a:lnTo>
                  <a:lnTo>
                    <a:pt x="216407" y="330708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49757" y="450298"/>
                  </a:moveTo>
                  <a:lnTo>
                    <a:pt x="345948" y="454151"/>
                  </a:lnTo>
                  <a:lnTo>
                    <a:pt x="353568" y="454151"/>
                  </a:lnTo>
                  <a:lnTo>
                    <a:pt x="349757" y="450298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349757" y="450298"/>
                  </a:lnTo>
                  <a:lnTo>
                    <a:pt x="353568" y="454151"/>
                  </a:lnTo>
                  <a:lnTo>
                    <a:pt x="361274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6407" y="330708"/>
                  </a:lnTo>
                  <a:lnTo>
                    <a:pt x="231526" y="330708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31526" y="330708"/>
                  </a:lnTo>
                  <a:lnTo>
                    <a:pt x="286512" y="330708"/>
                  </a:lnTo>
                  <a:lnTo>
                    <a:pt x="289560" y="327660"/>
                  </a:lnTo>
                  <a:lnTo>
                    <a:pt x="28956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685800" y="265175"/>
                  </a:moveTo>
                  <a:lnTo>
                    <a:pt x="413003" y="265175"/>
                  </a:lnTo>
                  <a:lnTo>
                    <a:pt x="409955" y="268224"/>
                  </a:lnTo>
                  <a:lnTo>
                    <a:pt x="409955" y="327660"/>
                  </a:lnTo>
                  <a:lnTo>
                    <a:pt x="413003" y="330708"/>
                  </a:lnTo>
                  <a:lnTo>
                    <a:pt x="467989" y="330708"/>
                  </a:lnTo>
                  <a:lnTo>
                    <a:pt x="474015" y="324612"/>
                  </a:lnTo>
                  <a:lnTo>
                    <a:pt x="422148" y="324612"/>
                  </a:lnTo>
                  <a:lnTo>
                    <a:pt x="416051" y="318515"/>
                  </a:lnTo>
                  <a:lnTo>
                    <a:pt x="422148" y="318515"/>
                  </a:lnTo>
                  <a:lnTo>
                    <a:pt x="422148" y="277367"/>
                  </a:lnTo>
                  <a:lnTo>
                    <a:pt x="416051" y="277367"/>
                  </a:lnTo>
                  <a:lnTo>
                    <a:pt x="422148" y="271272"/>
                  </a:lnTo>
                  <a:lnTo>
                    <a:pt x="685800" y="271272"/>
                  </a:lnTo>
                  <a:lnTo>
                    <a:pt x="685800" y="265175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9560" y="318515"/>
                  </a:lnTo>
                  <a:lnTo>
                    <a:pt x="289560" y="277367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9560" y="318515"/>
                  </a:moveTo>
                  <a:lnTo>
                    <a:pt x="283464" y="318515"/>
                  </a:lnTo>
                  <a:lnTo>
                    <a:pt x="277368" y="324612"/>
                  </a:lnTo>
                  <a:lnTo>
                    <a:pt x="289560" y="324612"/>
                  </a:lnTo>
                  <a:lnTo>
                    <a:pt x="289560" y="318515"/>
                  </a:lnTo>
                  <a:close/>
                </a:path>
                <a:path w="699770" h="464820">
                  <a:moveTo>
                    <a:pt x="422148" y="318515"/>
                  </a:move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318515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1371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13716" y="271272"/>
                  </a:lnTo>
                  <a:lnTo>
                    <a:pt x="6096" y="265175"/>
                  </a:lnTo>
                  <a:lnTo>
                    <a:pt x="13716" y="265175"/>
                  </a:lnTo>
                  <a:lnTo>
                    <a:pt x="13716" y="0"/>
                  </a:lnTo>
                  <a:close/>
                </a:path>
                <a:path w="699770" h="464820">
                  <a:moveTo>
                    <a:pt x="286512" y="265175"/>
                  </a:moveTo>
                  <a:lnTo>
                    <a:pt x="13716" y="265175"/>
                  </a:lnTo>
                  <a:lnTo>
                    <a:pt x="13716" y="271272"/>
                  </a:lnTo>
                  <a:lnTo>
                    <a:pt x="277368" y="271272"/>
                  </a:lnTo>
                  <a:lnTo>
                    <a:pt x="283464" y="277367"/>
                  </a:lnTo>
                  <a:lnTo>
                    <a:pt x="289560" y="277367"/>
                  </a:lnTo>
                  <a:lnTo>
                    <a:pt x="289560" y="268224"/>
                  </a:lnTo>
                  <a:lnTo>
                    <a:pt x="286512" y="26517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22148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265175"/>
                  </a:moveTo>
                  <a:lnTo>
                    <a:pt x="691896" y="265175"/>
                  </a:lnTo>
                  <a:lnTo>
                    <a:pt x="685800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265175"/>
                  </a:lnTo>
                  <a:close/>
                </a:path>
                <a:path w="699770" h="464820">
                  <a:moveTo>
                    <a:pt x="13716" y="265175"/>
                  </a:moveTo>
                  <a:lnTo>
                    <a:pt x="6096" y="265175"/>
                  </a:lnTo>
                  <a:lnTo>
                    <a:pt x="13716" y="271272"/>
                  </a:lnTo>
                  <a:lnTo>
                    <a:pt x="13716" y="265175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85800" y="0"/>
                  </a:lnTo>
                  <a:lnTo>
                    <a:pt x="685800" y="271272"/>
                  </a:lnTo>
                  <a:lnTo>
                    <a:pt x="691896" y="265175"/>
                  </a:lnTo>
                  <a:lnTo>
                    <a:pt x="699516" y="265175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395207" y="3832352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Verdana"/>
                <a:cs typeface="Verdana"/>
              </a:rPr>
              <a:t>12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618A3F-6FE1-4DCA-884D-E4FBFCFD3868}"/>
              </a:ext>
            </a:extLst>
          </p:cNvPr>
          <p:cNvSpPr txBox="1"/>
          <p:nvPr/>
        </p:nvSpPr>
        <p:spPr>
          <a:xfrm>
            <a:off x="2819400" y="1416384"/>
            <a:ext cx="339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50" dirty="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FD48E3-6969-41E4-AFA8-0B99CF5539C3}"/>
              </a:ext>
            </a:extLst>
          </p:cNvPr>
          <p:cNvSpPr txBox="1"/>
          <p:nvPr/>
        </p:nvSpPr>
        <p:spPr>
          <a:xfrm>
            <a:off x="4326010" y="1437291"/>
            <a:ext cx="339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50" dirty="0">
                <a:solidFill>
                  <a:srgbClr val="C00000"/>
                </a:solidFill>
                <a:latin typeface="Verdana"/>
                <a:cs typeface="Verdana"/>
              </a:rPr>
              <a:t>+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18A340-37BF-47AD-A200-0FAAF642DF41}"/>
              </a:ext>
            </a:extLst>
          </p:cNvPr>
          <p:cNvSpPr txBox="1"/>
          <p:nvPr/>
        </p:nvSpPr>
        <p:spPr>
          <a:xfrm>
            <a:off x="5750984" y="1437291"/>
            <a:ext cx="615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50" dirty="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A323D7-0285-4797-B5AD-109269B1BD45}"/>
              </a:ext>
            </a:extLst>
          </p:cNvPr>
          <p:cNvSpPr txBox="1"/>
          <p:nvPr/>
        </p:nvSpPr>
        <p:spPr>
          <a:xfrm>
            <a:off x="7184336" y="1402088"/>
            <a:ext cx="339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50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1" grpId="0"/>
      <p:bldP spid="52" grpId="0"/>
      <p:bldP spid="53" grpId="0"/>
      <p:bldP spid="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38527"/>
            <a:ext cx="9144000" cy="4572000"/>
            <a:chOff x="457200" y="1938527"/>
            <a:chExt cx="9144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938527"/>
              <a:ext cx="9144000" cy="19476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6858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6096" y="82296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82296"/>
                  </a:lnTo>
                  <a:lnTo>
                    <a:pt x="699516" y="8229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13716" y="82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685800" y="82296"/>
                  </a:lnTo>
                  <a:lnTo>
                    <a:pt x="699516" y="82296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3886200"/>
              <a:ext cx="9144000" cy="26243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341375" y="531876"/>
                  </a:moveTo>
                  <a:lnTo>
                    <a:pt x="342900" y="533400"/>
                  </a:lnTo>
                  <a:lnTo>
                    <a:pt x="343411" y="532893"/>
                  </a:lnTo>
                  <a:lnTo>
                    <a:pt x="341375" y="531876"/>
                  </a:lnTo>
                  <a:close/>
                </a:path>
                <a:path w="685800" h="533400">
                  <a:moveTo>
                    <a:pt x="477012" y="400812"/>
                  </a:moveTo>
                  <a:lnTo>
                    <a:pt x="475488" y="400812"/>
                  </a:lnTo>
                  <a:lnTo>
                    <a:pt x="344424" y="531893"/>
                  </a:lnTo>
                  <a:lnTo>
                    <a:pt x="477012" y="400812"/>
                  </a:lnTo>
                  <a:close/>
                </a:path>
                <a:path w="685800" h="533400">
                  <a:moveTo>
                    <a:pt x="426248" y="400812"/>
                  </a:moveTo>
                  <a:lnTo>
                    <a:pt x="210312" y="400812"/>
                  </a:lnTo>
                  <a:lnTo>
                    <a:pt x="341375" y="531876"/>
                  </a:lnTo>
                  <a:lnTo>
                    <a:pt x="426248" y="400812"/>
                  </a:lnTo>
                  <a:close/>
                </a:path>
                <a:path w="685800" h="533400">
                  <a:moveTo>
                    <a:pt x="409955" y="347472"/>
                  </a:moveTo>
                  <a:lnTo>
                    <a:pt x="277367" y="347472"/>
                  </a:lnTo>
                  <a:lnTo>
                    <a:pt x="277367" y="400812"/>
                  </a:lnTo>
                  <a:lnTo>
                    <a:pt x="409955" y="400812"/>
                  </a:lnTo>
                  <a:lnTo>
                    <a:pt x="409955" y="347472"/>
                  </a:lnTo>
                  <a:close/>
                </a:path>
                <a:path w="685800" h="533400">
                  <a:moveTo>
                    <a:pt x="503476" y="347472"/>
                  </a:moveTo>
                  <a:lnTo>
                    <a:pt x="460789" y="347472"/>
                  </a:lnTo>
                  <a:lnTo>
                    <a:pt x="426248" y="400812"/>
                  </a:lnTo>
                  <a:lnTo>
                    <a:pt x="475488" y="400812"/>
                  </a:lnTo>
                  <a:lnTo>
                    <a:pt x="503476" y="347472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460789" y="347472"/>
                  </a:lnTo>
                  <a:lnTo>
                    <a:pt x="685800" y="0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503476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58192" y="539496"/>
                  </a:lnTo>
                  <a:lnTo>
                    <a:pt x="350520" y="539496"/>
                  </a:lnTo>
                  <a:lnTo>
                    <a:pt x="347472" y="537972"/>
                  </a:lnTo>
                  <a:lnTo>
                    <a:pt x="222504" y="413004"/>
                  </a:lnTo>
                  <a:lnTo>
                    <a:pt x="216408" y="413004"/>
                  </a:lnTo>
                  <a:lnTo>
                    <a:pt x="218236" y="408736"/>
                  </a:lnTo>
                  <a:lnTo>
                    <a:pt x="216408" y="406908"/>
                  </a:lnTo>
                  <a:lnTo>
                    <a:pt x="219020" y="406908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52810" y="535681"/>
                  </a:moveTo>
                  <a:lnTo>
                    <a:pt x="350520" y="537972"/>
                  </a:lnTo>
                  <a:lnTo>
                    <a:pt x="350520" y="539496"/>
                  </a:lnTo>
                  <a:lnTo>
                    <a:pt x="358192" y="539496"/>
                  </a:lnTo>
                  <a:lnTo>
                    <a:pt x="361275" y="536448"/>
                  </a:lnTo>
                  <a:lnTo>
                    <a:pt x="353568" y="536448"/>
                  </a:lnTo>
                  <a:lnTo>
                    <a:pt x="352810" y="535681"/>
                  </a:lnTo>
                  <a:close/>
                </a:path>
                <a:path w="699770" h="547370">
                  <a:moveTo>
                    <a:pt x="480822" y="407670"/>
                  </a:moveTo>
                  <a:lnTo>
                    <a:pt x="352810" y="535681"/>
                  </a:lnTo>
                  <a:lnTo>
                    <a:pt x="353568" y="536448"/>
                  </a:lnTo>
                  <a:lnTo>
                    <a:pt x="361275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80822" y="407670"/>
                  </a:lnTo>
                  <a:close/>
                </a:path>
                <a:path w="699770" h="547370">
                  <a:moveTo>
                    <a:pt x="218236" y="408736"/>
                  </a:moveTo>
                  <a:lnTo>
                    <a:pt x="216408" y="413004"/>
                  </a:lnTo>
                  <a:lnTo>
                    <a:pt x="222504" y="413004"/>
                  </a:lnTo>
                  <a:lnTo>
                    <a:pt x="218236" y="408736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0495" y="406908"/>
                  </a:lnTo>
                  <a:lnTo>
                    <a:pt x="481584" y="406908"/>
                  </a:lnTo>
                  <a:lnTo>
                    <a:pt x="480822" y="407670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9020" y="406908"/>
                  </a:lnTo>
                  <a:lnTo>
                    <a:pt x="225500" y="406908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2550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3463" y="400812"/>
                  </a:moveTo>
                  <a:lnTo>
                    <a:pt x="277368" y="406908"/>
                  </a:lnTo>
                  <a:lnTo>
                    <a:pt x="283463" y="406908"/>
                  </a:lnTo>
                  <a:lnTo>
                    <a:pt x="283463" y="400812"/>
                  </a:lnTo>
                  <a:close/>
                </a:path>
                <a:path w="699770" h="547370">
                  <a:moveTo>
                    <a:pt x="416051" y="400812"/>
                  </a:moveTo>
                  <a:lnTo>
                    <a:pt x="416051" y="406908"/>
                  </a:lnTo>
                  <a:lnTo>
                    <a:pt x="422148" y="406908"/>
                  </a:lnTo>
                  <a:lnTo>
                    <a:pt x="416051" y="40081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474015" y="406908"/>
                  </a:lnTo>
                  <a:lnTo>
                    <a:pt x="480495" y="406908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6096" y="353568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3463" y="353568"/>
                  </a:moveTo>
                  <a:lnTo>
                    <a:pt x="277368" y="353568"/>
                  </a:lnTo>
                  <a:lnTo>
                    <a:pt x="283463" y="359663"/>
                  </a:lnTo>
                  <a:lnTo>
                    <a:pt x="283463" y="353568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3568"/>
                  </a:lnTo>
                  <a:lnTo>
                    <a:pt x="416051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277367" y="347472"/>
                  </a:lnTo>
                  <a:lnTo>
                    <a:pt x="277367" y="400812"/>
                  </a:lnTo>
                  <a:lnTo>
                    <a:pt x="210312" y="400812"/>
                  </a:lnTo>
                  <a:lnTo>
                    <a:pt x="342900" y="533400"/>
                  </a:lnTo>
                  <a:lnTo>
                    <a:pt x="477012" y="400812"/>
                  </a:lnTo>
                  <a:lnTo>
                    <a:pt x="409955" y="400812"/>
                  </a:lnTo>
                  <a:lnTo>
                    <a:pt x="409955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61274" y="536448"/>
                  </a:lnTo>
                  <a:lnTo>
                    <a:pt x="345948" y="536448"/>
                  </a:lnTo>
                  <a:lnTo>
                    <a:pt x="349758" y="532594"/>
                  </a:lnTo>
                  <a:lnTo>
                    <a:pt x="231526" y="413004"/>
                  </a:lnTo>
                  <a:lnTo>
                    <a:pt x="216408" y="413004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49758" y="532594"/>
                  </a:moveTo>
                  <a:lnTo>
                    <a:pt x="345948" y="536448"/>
                  </a:lnTo>
                  <a:lnTo>
                    <a:pt x="353568" y="536448"/>
                  </a:lnTo>
                  <a:lnTo>
                    <a:pt x="349758" y="532594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349758" y="532594"/>
                  </a:lnTo>
                  <a:lnTo>
                    <a:pt x="353568" y="536448"/>
                  </a:lnTo>
                  <a:lnTo>
                    <a:pt x="361274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6408" y="413004"/>
                  </a:lnTo>
                  <a:lnTo>
                    <a:pt x="231526" y="413004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31526" y="413004"/>
                  </a:lnTo>
                  <a:lnTo>
                    <a:pt x="286512" y="413004"/>
                  </a:lnTo>
                  <a:lnTo>
                    <a:pt x="289560" y="409956"/>
                  </a:lnTo>
                  <a:lnTo>
                    <a:pt x="28956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685800" y="347472"/>
                  </a:moveTo>
                  <a:lnTo>
                    <a:pt x="413004" y="347472"/>
                  </a:lnTo>
                  <a:lnTo>
                    <a:pt x="409956" y="350520"/>
                  </a:lnTo>
                  <a:lnTo>
                    <a:pt x="409956" y="409956"/>
                  </a:lnTo>
                  <a:lnTo>
                    <a:pt x="413004" y="413004"/>
                  </a:lnTo>
                  <a:lnTo>
                    <a:pt x="467989" y="413004"/>
                  </a:lnTo>
                  <a:lnTo>
                    <a:pt x="474015" y="406908"/>
                  </a:lnTo>
                  <a:lnTo>
                    <a:pt x="422148" y="406908"/>
                  </a:lnTo>
                  <a:lnTo>
                    <a:pt x="416051" y="400812"/>
                  </a:lnTo>
                  <a:lnTo>
                    <a:pt x="422148" y="400812"/>
                  </a:lnTo>
                  <a:lnTo>
                    <a:pt x="422148" y="359663"/>
                  </a:lnTo>
                  <a:lnTo>
                    <a:pt x="416051" y="359663"/>
                  </a:lnTo>
                  <a:lnTo>
                    <a:pt x="422148" y="353568"/>
                  </a:lnTo>
                  <a:lnTo>
                    <a:pt x="685800" y="353568"/>
                  </a:lnTo>
                  <a:lnTo>
                    <a:pt x="685800" y="347472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9560" y="400812"/>
                  </a:lnTo>
                  <a:lnTo>
                    <a:pt x="289560" y="359663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9560" y="400812"/>
                  </a:moveTo>
                  <a:lnTo>
                    <a:pt x="283463" y="400812"/>
                  </a:lnTo>
                  <a:lnTo>
                    <a:pt x="277368" y="406908"/>
                  </a:lnTo>
                  <a:lnTo>
                    <a:pt x="289560" y="406908"/>
                  </a:lnTo>
                  <a:lnTo>
                    <a:pt x="289560" y="400812"/>
                  </a:lnTo>
                  <a:close/>
                </a:path>
                <a:path w="699770" h="547370">
                  <a:moveTo>
                    <a:pt x="422148" y="400812"/>
                  </a:move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400812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13716" y="353568"/>
                  </a:lnTo>
                  <a:lnTo>
                    <a:pt x="6096" y="347472"/>
                  </a:lnTo>
                  <a:lnTo>
                    <a:pt x="13716" y="347472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6512" y="347472"/>
                  </a:moveTo>
                  <a:lnTo>
                    <a:pt x="13716" y="347472"/>
                  </a:lnTo>
                  <a:lnTo>
                    <a:pt x="13716" y="353568"/>
                  </a:lnTo>
                  <a:lnTo>
                    <a:pt x="277368" y="353568"/>
                  </a:lnTo>
                  <a:lnTo>
                    <a:pt x="283463" y="359663"/>
                  </a:lnTo>
                  <a:lnTo>
                    <a:pt x="289560" y="359663"/>
                  </a:lnTo>
                  <a:lnTo>
                    <a:pt x="289560" y="350520"/>
                  </a:lnTo>
                  <a:lnTo>
                    <a:pt x="286512" y="34747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22148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347472"/>
                  </a:moveTo>
                  <a:lnTo>
                    <a:pt x="691896" y="347472"/>
                  </a:lnTo>
                  <a:lnTo>
                    <a:pt x="685800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347472"/>
                  </a:lnTo>
                  <a:close/>
                </a:path>
                <a:path w="699770" h="547370">
                  <a:moveTo>
                    <a:pt x="13716" y="347472"/>
                  </a:moveTo>
                  <a:lnTo>
                    <a:pt x="6096" y="347472"/>
                  </a:lnTo>
                  <a:lnTo>
                    <a:pt x="13716" y="353568"/>
                  </a:lnTo>
                  <a:lnTo>
                    <a:pt x="13716" y="347472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685800" y="353568"/>
                  </a:lnTo>
                  <a:lnTo>
                    <a:pt x="691896" y="347472"/>
                  </a:lnTo>
                  <a:lnTo>
                    <a:pt x="699516" y="347472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93176" y="761288"/>
            <a:ext cx="77012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Lets</a:t>
            </a:r>
            <a:r>
              <a:rPr spc="-30" dirty="0"/>
              <a:t> </a:t>
            </a:r>
            <a:r>
              <a:rPr dirty="0"/>
              <a:t>think</a:t>
            </a:r>
            <a:r>
              <a:rPr spc="-30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real</a:t>
            </a:r>
            <a:r>
              <a:rPr spc="-20" dirty="0"/>
              <a:t> </a:t>
            </a:r>
            <a:r>
              <a:rPr dirty="0"/>
              <a:t>life </a:t>
            </a:r>
            <a:r>
              <a:rPr spc="-10" dirty="0"/>
              <a:t>scenario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2578607" y="1359408"/>
            <a:ext cx="940435" cy="483234"/>
            <a:chOff x="2578607" y="1359408"/>
            <a:chExt cx="940435" cy="483234"/>
          </a:xfrm>
        </p:grpSpPr>
        <p:sp>
          <p:nvSpPr>
            <p:cNvPr id="15" name="object 15"/>
            <p:cNvSpPr/>
            <p:nvPr/>
          </p:nvSpPr>
          <p:spPr>
            <a:xfrm>
              <a:off x="25911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6" y="469391"/>
                  </a:lnTo>
                  <a:lnTo>
                    <a:pt x="73152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2" y="452627"/>
                  </a:lnTo>
                  <a:lnTo>
                    <a:pt x="39624" y="451103"/>
                  </a:lnTo>
                  <a:lnTo>
                    <a:pt x="32004" y="443483"/>
                  </a:lnTo>
                  <a:lnTo>
                    <a:pt x="30480" y="443483"/>
                  </a:lnTo>
                  <a:lnTo>
                    <a:pt x="30480" y="440436"/>
                  </a:lnTo>
                  <a:lnTo>
                    <a:pt x="25908" y="435863"/>
                  </a:lnTo>
                  <a:lnTo>
                    <a:pt x="24384" y="435863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9955"/>
                  </a:lnTo>
                  <a:lnTo>
                    <a:pt x="13716" y="409955"/>
                  </a:lnTo>
                  <a:lnTo>
                    <a:pt x="13716" y="394715"/>
                  </a:lnTo>
                  <a:lnTo>
                    <a:pt x="12192" y="394715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8287" y="59436"/>
                  </a:lnTo>
                  <a:lnTo>
                    <a:pt x="24384" y="47243"/>
                  </a:lnTo>
                  <a:lnTo>
                    <a:pt x="28956" y="42671"/>
                  </a:lnTo>
                  <a:lnTo>
                    <a:pt x="30480" y="39624"/>
                  </a:lnTo>
                  <a:lnTo>
                    <a:pt x="39624" y="30479"/>
                  </a:lnTo>
                  <a:lnTo>
                    <a:pt x="42672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2" y="13715"/>
                  </a:lnTo>
                  <a:lnTo>
                    <a:pt x="88392" y="12191"/>
                  </a:lnTo>
                  <a:lnTo>
                    <a:pt x="895604" y="12191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4" y="12191"/>
                  </a:moveTo>
                  <a:lnTo>
                    <a:pt x="850392" y="12191"/>
                  </a:lnTo>
                  <a:lnTo>
                    <a:pt x="867156" y="13715"/>
                  </a:lnTo>
                  <a:lnTo>
                    <a:pt x="880871" y="18287"/>
                  </a:lnTo>
                  <a:lnTo>
                    <a:pt x="893064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8" y="39624"/>
                  </a:lnTo>
                  <a:lnTo>
                    <a:pt x="909828" y="42671"/>
                  </a:lnTo>
                  <a:lnTo>
                    <a:pt x="911352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4" y="64007"/>
                  </a:lnTo>
                  <a:lnTo>
                    <a:pt x="923544" y="68579"/>
                  </a:lnTo>
                  <a:lnTo>
                    <a:pt x="925068" y="68579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8" y="440436"/>
                  </a:lnTo>
                  <a:lnTo>
                    <a:pt x="908304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4" y="457200"/>
                  </a:lnTo>
                  <a:lnTo>
                    <a:pt x="880871" y="463295"/>
                  </a:lnTo>
                  <a:lnTo>
                    <a:pt x="867156" y="467867"/>
                  </a:lnTo>
                  <a:lnTo>
                    <a:pt x="867156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90799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4" y="478536"/>
                  </a:lnTo>
                  <a:lnTo>
                    <a:pt x="71628" y="48158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1"/>
                  </a:lnTo>
                  <a:lnTo>
                    <a:pt x="54864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2" y="437388"/>
                  </a:lnTo>
                  <a:lnTo>
                    <a:pt x="43053" y="437388"/>
                  </a:lnTo>
                  <a:lnTo>
                    <a:pt x="35052" y="428243"/>
                  </a:lnTo>
                  <a:lnTo>
                    <a:pt x="35813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5"/>
                  </a:lnTo>
                  <a:lnTo>
                    <a:pt x="30480" y="64007"/>
                  </a:lnTo>
                  <a:lnTo>
                    <a:pt x="33528" y="57912"/>
                  </a:lnTo>
                  <a:lnTo>
                    <a:pt x="35560" y="54863"/>
                  </a:lnTo>
                  <a:lnTo>
                    <a:pt x="35052" y="54863"/>
                  </a:lnTo>
                  <a:lnTo>
                    <a:pt x="43052" y="45719"/>
                  </a:lnTo>
                  <a:lnTo>
                    <a:pt x="42672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1" y="30479"/>
                  </a:lnTo>
                  <a:lnTo>
                    <a:pt x="70104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4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2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2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2" y="53339"/>
                  </a:lnTo>
                  <a:lnTo>
                    <a:pt x="909828" y="65531"/>
                  </a:lnTo>
                  <a:lnTo>
                    <a:pt x="911352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8" y="419100"/>
                  </a:lnTo>
                  <a:lnTo>
                    <a:pt x="906780" y="425195"/>
                  </a:lnTo>
                  <a:lnTo>
                    <a:pt x="903732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3" y="437388"/>
                  </a:moveTo>
                  <a:lnTo>
                    <a:pt x="42672" y="437388"/>
                  </a:lnTo>
                  <a:lnTo>
                    <a:pt x="43780" y="438219"/>
                  </a:lnTo>
                  <a:lnTo>
                    <a:pt x="43053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2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2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2" y="54863"/>
                  </a:lnTo>
                  <a:lnTo>
                    <a:pt x="903732" y="53339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2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2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4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40" y="45719"/>
                  </a:lnTo>
                  <a:lnTo>
                    <a:pt x="927354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4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4" y="42671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8" y="36575"/>
                  </a:lnTo>
                  <a:lnTo>
                    <a:pt x="885444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026408" y="1359408"/>
            <a:ext cx="940435" cy="483234"/>
            <a:chOff x="4026408" y="1359408"/>
            <a:chExt cx="940435" cy="483234"/>
          </a:xfrm>
        </p:grpSpPr>
        <p:sp>
          <p:nvSpPr>
            <p:cNvPr id="20" name="object 20"/>
            <p:cNvSpPr/>
            <p:nvPr/>
          </p:nvSpPr>
          <p:spPr>
            <a:xfrm>
              <a:off x="4038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38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550408" y="1359408"/>
            <a:ext cx="940435" cy="483234"/>
            <a:chOff x="5550408" y="1359408"/>
            <a:chExt cx="940435" cy="483234"/>
          </a:xfrm>
        </p:grpSpPr>
        <p:sp>
          <p:nvSpPr>
            <p:cNvPr id="25" name="object 25"/>
            <p:cNvSpPr/>
            <p:nvPr/>
          </p:nvSpPr>
          <p:spPr>
            <a:xfrm>
              <a:off x="5562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62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922007" y="1353311"/>
            <a:ext cx="940435" cy="483234"/>
            <a:chOff x="6922007" y="1353311"/>
            <a:chExt cx="940435" cy="483234"/>
          </a:xfrm>
        </p:grpSpPr>
        <p:sp>
          <p:nvSpPr>
            <p:cNvPr id="30" name="object 30"/>
            <p:cNvSpPr/>
            <p:nvPr/>
          </p:nvSpPr>
          <p:spPr>
            <a:xfrm>
              <a:off x="6934199" y="1371529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610" y="40189"/>
                  </a:moveTo>
                  <a:lnTo>
                    <a:pt x="6119" y="40908"/>
                  </a:lnTo>
                  <a:lnTo>
                    <a:pt x="6025" y="41359"/>
                  </a:lnTo>
                  <a:lnTo>
                    <a:pt x="6610" y="40189"/>
                  </a:lnTo>
                  <a:close/>
                </a:path>
                <a:path w="914400" h="451485">
                  <a:moveTo>
                    <a:pt x="23867" y="15826"/>
                  </a:moveTo>
                  <a:lnTo>
                    <a:pt x="22669" y="16643"/>
                  </a:lnTo>
                  <a:lnTo>
                    <a:pt x="21852" y="17842"/>
                  </a:lnTo>
                  <a:lnTo>
                    <a:pt x="23867" y="15826"/>
                  </a:lnTo>
                  <a:close/>
                </a:path>
                <a:path w="914400" h="451485">
                  <a:moveTo>
                    <a:pt x="47384" y="0"/>
                  </a:moveTo>
                  <a:lnTo>
                    <a:pt x="46934" y="94"/>
                  </a:lnTo>
                  <a:lnTo>
                    <a:pt x="46214" y="584"/>
                  </a:lnTo>
                  <a:lnTo>
                    <a:pt x="47384" y="0"/>
                  </a:lnTo>
                  <a:close/>
                </a:path>
                <a:path w="914400" h="451485">
                  <a:moveTo>
                    <a:pt x="68707" y="449662"/>
                  </a:moveTo>
                  <a:lnTo>
                    <a:pt x="76200" y="451174"/>
                  </a:lnTo>
                  <a:lnTo>
                    <a:pt x="838200" y="451174"/>
                  </a:lnTo>
                  <a:lnTo>
                    <a:pt x="838347" y="451145"/>
                  </a:lnTo>
                  <a:lnTo>
                    <a:pt x="68707" y="449662"/>
                  </a:lnTo>
                  <a:close/>
                </a:path>
                <a:path w="914400" h="451485">
                  <a:moveTo>
                    <a:pt x="44870" y="443891"/>
                  </a:moveTo>
                  <a:lnTo>
                    <a:pt x="46934" y="445268"/>
                  </a:lnTo>
                  <a:lnTo>
                    <a:pt x="49167" y="445719"/>
                  </a:lnTo>
                  <a:lnTo>
                    <a:pt x="47244" y="445078"/>
                  </a:lnTo>
                  <a:lnTo>
                    <a:pt x="44870" y="443891"/>
                  </a:lnTo>
                  <a:close/>
                </a:path>
                <a:path w="914400" h="451485">
                  <a:moveTo>
                    <a:pt x="26654" y="431735"/>
                  </a:moveTo>
                  <a:lnTo>
                    <a:pt x="30113" y="434043"/>
                  </a:lnTo>
                  <a:lnTo>
                    <a:pt x="28955" y="432886"/>
                  </a:lnTo>
                  <a:lnTo>
                    <a:pt x="26654" y="431735"/>
                  </a:lnTo>
                  <a:close/>
                </a:path>
                <a:path w="914400" h="451485">
                  <a:moveTo>
                    <a:pt x="21335" y="426790"/>
                  </a:moveTo>
                  <a:lnTo>
                    <a:pt x="21105" y="426790"/>
                  </a:lnTo>
                  <a:lnTo>
                    <a:pt x="22669" y="429076"/>
                  </a:lnTo>
                  <a:lnTo>
                    <a:pt x="25532" y="430986"/>
                  </a:lnTo>
                  <a:lnTo>
                    <a:pt x="21335" y="426790"/>
                  </a:lnTo>
                  <a:close/>
                </a:path>
                <a:path w="914400" h="451485">
                  <a:moveTo>
                    <a:pt x="17307" y="421237"/>
                  </a:moveTo>
                  <a:lnTo>
                    <a:pt x="19811" y="424899"/>
                  </a:lnTo>
                  <a:lnTo>
                    <a:pt x="19811" y="423742"/>
                  </a:lnTo>
                  <a:lnTo>
                    <a:pt x="17307" y="421237"/>
                  </a:lnTo>
                  <a:close/>
                </a:path>
                <a:path w="914400" h="451485">
                  <a:moveTo>
                    <a:pt x="9144" y="408502"/>
                  </a:moveTo>
                  <a:lnTo>
                    <a:pt x="8595" y="408502"/>
                  </a:lnTo>
                  <a:lnTo>
                    <a:pt x="9144" y="409303"/>
                  </a:lnTo>
                  <a:lnTo>
                    <a:pt x="9144" y="408502"/>
                  </a:lnTo>
                  <a:close/>
                </a:path>
                <a:path w="914400" h="451485">
                  <a:moveTo>
                    <a:pt x="7620" y="405454"/>
                  </a:moveTo>
                  <a:lnTo>
                    <a:pt x="6510" y="405454"/>
                  </a:lnTo>
                  <a:lnTo>
                    <a:pt x="7620" y="407075"/>
                  </a:lnTo>
                  <a:lnTo>
                    <a:pt x="7620" y="405454"/>
                  </a:lnTo>
                  <a:close/>
                </a:path>
                <a:path w="914400" h="451485">
                  <a:moveTo>
                    <a:pt x="6096" y="400882"/>
                  </a:moveTo>
                  <a:lnTo>
                    <a:pt x="5301" y="400882"/>
                  </a:lnTo>
                  <a:lnTo>
                    <a:pt x="6096" y="404766"/>
                  </a:lnTo>
                  <a:lnTo>
                    <a:pt x="6096" y="400882"/>
                  </a:lnTo>
                  <a:close/>
                </a:path>
                <a:path w="914400" h="451485">
                  <a:moveTo>
                    <a:pt x="4572" y="396310"/>
                  </a:moveTo>
                  <a:lnTo>
                    <a:pt x="4365" y="396310"/>
                  </a:lnTo>
                  <a:lnTo>
                    <a:pt x="4572" y="397318"/>
                  </a:lnTo>
                  <a:lnTo>
                    <a:pt x="4572" y="396310"/>
                  </a:lnTo>
                  <a:close/>
                </a:path>
                <a:path w="914400" h="451485">
                  <a:moveTo>
                    <a:pt x="1524" y="374974"/>
                  </a:moveTo>
                  <a:lnTo>
                    <a:pt x="0" y="374974"/>
                  </a:lnTo>
                  <a:lnTo>
                    <a:pt x="1524" y="382422"/>
                  </a:lnTo>
                  <a:lnTo>
                    <a:pt x="1524" y="374974"/>
                  </a:lnTo>
                  <a:close/>
                </a:path>
                <a:path w="914400" h="451485">
                  <a:moveTo>
                    <a:pt x="908303" y="40623"/>
                  </a:moveTo>
                  <a:lnTo>
                    <a:pt x="908303" y="41218"/>
                  </a:lnTo>
                  <a:lnTo>
                    <a:pt x="908556" y="41218"/>
                  </a:lnTo>
                  <a:lnTo>
                    <a:pt x="908494" y="40908"/>
                  </a:lnTo>
                  <a:lnTo>
                    <a:pt x="908303" y="40623"/>
                  </a:lnTo>
                  <a:close/>
                </a:path>
                <a:path w="914400" h="451485">
                  <a:moveTo>
                    <a:pt x="914332" y="69838"/>
                  </a:moveTo>
                  <a:lnTo>
                    <a:pt x="912910" y="382515"/>
                  </a:lnTo>
                  <a:lnTo>
                    <a:pt x="914400" y="374974"/>
                  </a:lnTo>
                  <a:lnTo>
                    <a:pt x="914332" y="69838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1"/>
                  </a:lnTo>
                  <a:lnTo>
                    <a:pt x="865632" y="469391"/>
                  </a:lnTo>
                  <a:lnTo>
                    <a:pt x="74675" y="467867"/>
                  </a:lnTo>
                  <a:lnTo>
                    <a:pt x="68580" y="466343"/>
                  </a:lnTo>
                  <a:lnTo>
                    <a:pt x="59436" y="463296"/>
                  </a:lnTo>
                  <a:lnTo>
                    <a:pt x="50292" y="458724"/>
                  </a:lnTo>
                  <a:lnTo>
                    <a:pt x="48768" y="457200"/>
                  </a:lnTo>
                  <a:lnTo>
                    <a:pt x="45720" y="455675"/>
                  </a:lnTo>
                  <a:lnTo>
                    <a:pt x="41148" y="451103"/>
                  </a:lnTo>
                  <a:lnTo>
                    <a:pt x="38100" y="449579"/>
                  </a:lnTo>
                  <a:lnTo>
                    <a:pt x="33527" y="445008"/>
                  </a:lnTo>
                  <a:lnTo>
                    <a:pt x="32003" y="445008"/>
                  </a:lnTo>
                  <a:lnTo>
                    <a:pt x="32003" y="441960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39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1"/>
                  </a:lnTo>
                  <a:lnTo>
                    <a:pt x="12192" y="393191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5240" y="67055"/>
                  </a:lnTo>
                  <a:lnTo>
                    <a:pt x="16764" y="62484"/>
                  </a:lnTo>
                  <a:lnTo>
                    <a:pt x="24384" y="47243"/>
                  </a:lnTo>
                  <a:lnTo>
                    <a:pt x="27432" y="44196"/>
                  </a:lnTo>
                  <a:lnTo>
                    <a:pt x="28956" y="41148"/>
                  </a:lnTo>
                  <a:lnTo>
                    <a:pt x="41148" y="28955"/>
                  </a:lnTo>
                  <a:lnTo>
                    <a:pt x="44196" y="27432"/>
                  </a:lnTo>
                  <a:lnTo>
                    <a:pt x="47244" y="24384"/>
                  </a:lnTo>
                  <a:lnTo>
                    <a:pt x="62484" y="16763"/>
                  </a:lnTo>
                  <a:lnTo>
                    <a:pt x="67056" y="15239"/>
                  </a:lnTo>
                  <a:lnTo>
                    <a:pt x="73151" y="13715"/>
                  </a:lnTo>
                  <a:lnTo>
                    <a:pt x="85344" y="12191"/>
                  </a:lnTo>
                  <a:lnTo>
                    <a:pt x="895604" y="12191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3235">
                  <a:moveTo>
                    <a:pt x="895604" y="12191"/>
                  </a:moveTo>
                  <a:lnTo>
                    <a:pt x="854964" y="12191"/>
                  </a:lnTo>
                  <a:lnTo>
                    <a:pt x="867156" y="13715"/>
                  </a:lnTo>
                  <a:lnTo>
                    <a:pt x="873251" y="15239"/>
                  </a:lnTo>
                  <a:lnTo>
                    <a:pt x="877824" y="16763"/>
                  </a:lnTo>
                  <a:lnTo>
                    <a:pt x="893064" y="24384"/>
                  </a:lnTo>
                  <a:lnTo>
                    <a:pt x="896112" y="27432"/>
                  </a:lnTo>
                  <a:lnTo>
                    <a:pt x="899160" y="28955"/>
                  </a:lnTo>
                  <a:lnTo>
                    <a:pt x="911351" y="41148"/>
                  </a:lnTo>
                  <a:lnTo>
                    <a:pt x="911351" y="44196"/>
                  </a:lnTo>
                  <a:lnTo>
                    <a:pt x="912876" y="44196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8" y="50291"/>
                  </a:lnTo>
                  <a:lnTo>
                    <a:pt x="917448" y="53339"/>
                  </a:lnTo>
                  <a:lnTo>
                    <a:pt x="918972" y="53339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5"/>
                  </a:lnTo>
                  <a:lnTo>
                    <a:pt x="925068" y="67055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8432"/>
                  </a:lnTo>
                  <a:lnTo>
                    <a:pt x="914400" y="434339"/>
                  </a:lnTo>
                  <a:lnTo>
                    <a:pt x="912876" y="437388"/>
                  </a:lnTo>
                  <a:lnTo>
                    <a:pt x="909827" y="440436"/>
                  </a:lnTo>
                  <a:lnTo>
                    <a:pt x="908303" y="443484"/>
                  </a:lnTo>
                  <a:lnTo>
                    <a:pt x="900684" y="451103"/>
                  </a:lnTo>
                  <a:lnTo>
                    <a:pt x="897636" y="452627"/>
                  </a:lnTo>
                  <a:lnTo>
                    <a:pt x="894588" y="455675"/>
                  </a:lnTo>
                  <a:lnTo>
                    <a:pt x="891540" y="457200"/>
                  </a:lnTo>
                  <a:lnTo>
                    <a:pt x="890016" y="458724"/>
                  </a:lnTo>
                  <a:lnTo>
                    <a:pt x="880872" y="463296"/>
                  </a:lnTo>
                  <a:lnTo>
                    <a:pt x="871727" y="466343"/>
                  </a:lnTo>
                  <a:lnTo>
                    <a:pt x="865632" y="467867"/>
                  </a:lnTo>
                  <a:lnTo>
                    <a:pt x="865632" y="469391"/>
                  </a:lnTo>
                  <a:lnTo>
                    <a:pt x="897128" y="469391"/>
                  </a:lnTo>
                  <a:lnTo>
                    <a:pt x="902208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4199" y="136550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3"/>
                  </a:lnTo>
                  <a:lnTo>
                    <a:pt x="912876" y="457200"/>
                  </a:lnTo>
                  <a:close/>
                </a:path>
                <a:path w="940434" h="483235">
                  <a:moveTo>
                    <a:pt x="77724" y="25908"/>
                  </a:move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2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3"/>
                  </a:lnTo>
                  <a:lnTo>
                    <a:pt x="35814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6"/>
                  </a:lnTo>
                  <a:lnTo>
                    <a:pt x="30480" y="64008"/>
                  </a:lnTo>
                  <a:lnTo>
                    <a:pt x="33527" y="57912"/>
                  </a:lnTo>
                  <a:lnTo>
                    <a:pt x="35559" y="54863"/>
                  </a:lnTo>
                  <a:lnTo>
                    <a:pt x="35051" y="54863"/>
                  </a:lnTo>
                  <a:lnTo>
                    <a:pt x="44386" y="44196"/>
                  </a:lnTo>
                  <a:lnTo>
                    <a:pt x="42672" y="44196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2" y="30479"/>
                  </a:lnTo>
                  <a:lnTo>
                    <a:pt x="70103" y="27432"/>
                  </a:lnTo>
                  <a:lnTo>
                    <a:pt x="77724" y="25908"/>
                  </a:lnTo>
                  <a:close/>
                </a:path>
                <a:path w="940434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8725" y="437388"/>
                  </a:lnTo>
                  <a:close/>
                </a:path>
                <a:path w="940434" h="483235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3235">
                  <a:moveTo>
                    <a:pt x="894588" y="42672"/>
                  </a:move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5196"/>
                  </a:lnTo>
                  <a:lnTo>
                    <a:pt x="903732" y="429767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8420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3235">
                  <a:moveTo>
                    <a:pt x="35814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4" y="428243"/>
                  </a:lnTo>
                  <a:close/>
                </a:path>
                <a:path w="940434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59" y="54863"/>
                  </a:lnTo>
                  <a:lnTo>
                    <a:pt x="36575" y="53339"/>
                  </a:lnTo>
                  <a:close/>
                </a:path>
                <a:path w="940434" h="483235">
                  <a:moveTo>
                    <a:pt x="45720" y="42672"/>
                  </a:moveTo>
                  <a:lnTo>
                    <a:pt x="42672" y="44196"/>
                  </a:lnTo>
                  <a:lnTo>
                    <a:pt x="44386" y="44196"/>
                  </a:lnTo>
                  <a:lnTo>
                    <a:pt x="45720" y="42672"/>
                  </a:lnTo>
                  <a:close/>
                </a:path>
                <a:path w="940434" h="483235">
                  <a:moveTo>
                    <a:pt x="914400" y="25908"/>
                  </a:moveTo>
                  <a:lnTo>
                    <a:pt x="858012" y="25908"/>
                  </a:lnTo>
                  <a:lnTo>
                    <a:pt x="876300" y="30479"/>
                  </a:lnTo>
                  <a:lnTo>
                    <a:pt x="882396" y="33527"/>
                  </a:lnTo>
                  <a:lnTo>
                    <a:pt x="886968" y="36575"/>
                  </a:lnTo>
                  <a:lnTo>
                    <a:pt x="897636" y="44196"/>
                  </a:lnTo>
                  <a:lnTo>
                    <a:pt x="928420" y="44196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close/>
                </a:path>
                <a:path w="940434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952927" y="1448739"/>
            <a:ext cx="4550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0500" algn="l"/>
                <a:tab pos="2903220" algn="l"/>
                <a:tab pos="4338955" algn="l"/>
              </a:tabLst>
            </a:pP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*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800" b="1" spc="-25" dirty="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2700" b="1" spc="-75" baseline="1543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endParaRPr sz="2700" baseline="1543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17407" y="1345691"/>
            <a:ext cx="940435" cy="481965"/>
            <a:chOff x="8217407" y="1345691"/>
            <a:chExt cx="940435" cy="481965"/>
          </a:xfrm>
        </p:grpSpPr>
        <p:sp>
          <p:nvSpPr>
            <p:cNvPr id="36" name="object 36"/>
            <p:cNvSpPr/>
            <p:nvPr/>
          </p:nvSpPr>
          <p:spPr>
            <a:xfrm>
              <a:off x="8229599" y="1378071"/>
              <a:ext cx="914400" cy="437515"/>
            </a:xfrm>
            <a:custGeom>
              <a:avLst/>
              <a:gdLst/>
              <a:ahLst/>
              <a:cxnLst/>
              <a:rect l="l" t="t" r="r" b="b"/>
              <a:pathLst>
                <a:path w="914400" h="437514">
                  <a:moveTo>
                    <a:pt x="6692" y="25266"/>
                  </a:moveTo>
                  <a:lnTo>
                    <a:pt x="6119" y="26104"/>
                  </a:lnTo>
                  <a:lnTo>
                    <a:pt x="5806" y="27635"/>
                  </a:lnTo>
                  <a:lnTo>
                    <a:pt x="6096" y="27056"/>
                  </a:lnTo>
                  <a:lnTo>
                    <a:pt x="6692" y="25266"/>
                  </a:lnTo>
                  <a:close/>
                </a:path>
                <a:path w="914400" h="437514">
                  <a:moveTo>
                    <a:pt x="25532" y="0"/>
                  </a:moveTo>
                  <a:lnTo>
                    <a:pt x="22669" y="1910"/>
                  </a:lnTo>
                  <a:lnTo>
                    <a:pt x="20607" y="4925"/>
                  </a:lnTo>
                  <a:lnTo>
                    <a:pt x="25532" y="0"/>
                  </a:lnTo>
                  <a:close/>
                </a:path>
                <a:path w="914400" h="437514">
                  <a:moveTo>
                    <a:pt x="68677" y="435494"/>
                  </a:moveTo>
                  <a:lnTo>
                    <a:pt x="76200" y="437012"/>
                  </a:lnTo>
                  <a:lnTo>
                    <a:pt x="838200" y="437012"/>
                  </a:lnTo>
                  <a:lnTo>
                    <a:pt x="68677" y="435494"/>
                  </a:lnTo>
                  <a:close/>
                </a:path>
                <a:path w="914400" h="437514">
                  <a:moveTo>
                    <a:pt x="40316" y="426690"/>
                  </a:moveTo>
                  <a:lnTo>
                    <a:pt x="46934" y="431107"/>
                  </a:lnTo>
                  <a:lnTo>
                    <a:pt x="53028" y="432336"/>
                  </a:lnTo>
                  <a:lnTo>
                    <a:pt x="48768" y="430916"/>
                  </a:lnTo>
                  <a:lnTo>
                    <a:pt x="40316" y="426690"/>
                  </a:lnTo>
                  <a:close/>
                </a:path>
                <a:path w="914400" h="437514">
                  <a:moveTo>
                    <a:pt x="22859" y="414152"/>
                  </a:moveTo>
                  <a:lnTo>
                    <a:pt x="22148" y="414152"/>
                  </a:lnTo>
                  <a:lnTo>
                    <a:pt x="22669" y="414914"/>
                  </a:lnTo>
                  <a:lnTo>
                    <a:pt x="30113" y="419882"/>
                  </a:lnTo>
                  <a:lnTo>
                    <a:pt x="27431" y="417200"/>
                  </a:lnTo>
                  <a:lnTo>
                    <a:pt x="24383" y="415676"/>
                  </a:lnTo>
                  <a:lnTo>
                    <a:pt x="22859" y="414152"/>
                  </a:lnTo>
                  <a:close/>
                </a:path>
                <a:path w="914400" h="437514">
                  <a:moveTo>
                    <a:pt x="17307" y="407076"/>
                  </a:moveTo>
                  <a:lnTo>
                    <a:pt x="21335" y="412965"/>
                  </a:lnTo>
                  <a:lnTo>
                    <a:pt x="21335" y="411104"/>
                  </a:lnTo>
                  <a:lnTo>
                    <a:pt x="17307" y="407076"/>
                  </a:lnTo>
                  <a:close/>
                </a:path>
                <a:path w="914400" h="437514">
                  <a:moveTo>
                    <a:pt x="10708" y="397428"/>
                  </a:moveTo>
                  <a:lnTo>
                    <a:pt x="12192" y="399597"/>
                  </a:lnTo>
                  <a:lnTo>
                    <a:pt x="12192" y="398912"/>
                  </a:lnTo>
                  <a:lnTo>
                    <a:pt x="10708" y="397428"/>
                  </a:lnTo>
                  <a:close/>
                </a:path>
                <a:path w="914400" h="437514">
                  <a:moveTo>
                    <a:pt x="9144" y="394340"/>
                  </a:moveTo>
                  <a:lnTo>
                    <a:pt x="8595" y="394340"/>
                  </a:lnTo>
                  <a:lnTo>
                    <a:pt x="9144" y="395142"/>
                  </a:lnTo>
                  <a:lnTo>
                    <a:pt x="9144" y="394340"/>
                  </a:lnTo>
                  <a:close/>
                </a:path>
                <a:path w="914400" h="437514">
                  <a:moveTo>
                    <a:pt x="7620" y="391292"/>
                  </a:moveTo>
                  <a:lnTo>
                    <a:pt x="6510" y="391292"/>
                  </a:lnTo>
                  <a:lnTo>
                    <a:pt x="7620" y="392914"/>
                  </a:lnTo>
                  <a:lnTo>
                    <a:pt x="7620" y="391292"/>
                  </a:lnTo>
                  <a:close/>
                </a:path>
                <a:path w="914400" h="437514">
                  <a:moveTo>
                    <a:pt x="6096" y="386720"/>
                  </a:moveTo>
                  <a:lnTo>
                    <a:pt x="5301" y="386720"/>
                  </a:lnTo>
                  <a:lnTo>
                    <a:pt x="6096" y="390604"/>
                  </a:lnTo>
                  <a:lnTo>
                    <a:pt x="6096" y="386720"/>
                  </a:lnTo>
                  <a:close/>
                </a:path>
                <a:path w="914400" h="437514">
                  <a:moveTo>
                    <a:pt x="4572" y="382148"/>
                  </a:moveTo>
                  <a:lnTo>
                    <a:pt x="4365" y="382148"/>
                  </a:lnTo>
                  <a:lnTo>
                    <a:pt x="4572" y="383156"/>
                  </a:lnTo>
                  <a:lnTo>
                    <a:pt x="4572" y="382148"/>
                  </a:lnTo>
                  <a:close/>
                </a:path>
                <a:path w="914400" h="437514">
                  <a:moveTo>
                    <a:pt x="1524" y="360812"/>
                  </a:moveTo>
                  <a:lnTo>
                    <a:pt x="0" y="360812"/>
                  </a:lnTo>
                  <a:lnTo>
                    <a:pt x="1524" y="368260"/>
                  </a:lnTo>
                  <a:lnTo>
                    <a:pt x="1524" y="360812"/>
                  </a:lnTo>
                  <a:close/>
                </a:path>
                <a:path w="914400" h="437514">
                  <a:moveTo>
                    <a:pt x="906779" y="23542"/>
                  </a:moveTo>
                  <a:lnTo>
                    <a:pt x="906779" y="24008"/>
                  </a:lnTo>
                  <a:lnTo>
                    <a:pt x="907091" y="24008"/>
                  </a:lnTo>
                  <a:lnTo>
                    <a:pt x="906779" y="23542"/>
                  </a:lnTo>
                  <a:close/>
                </a:path>
                <a:path w="914400" h="437514">
                  <a:moveTo>
                    <a:pt x="908303" y="25819"/>
                  </a:moveTo>
                  <a:lnTo>
                    <a:pt x="908303" y="27056"/>
                  </a:lnTo>
                  <a:lnTo>
                    <a:pt x="908682" y="27056"/>
                  </a:lnTo>
                  <a:lnTo>
                    <a:pt x="908494" y="26104"/>
                  </a:lnTo>
                  <a:lnTo>
                    <a:pt x="908303" y="25819"/>
                  </a:lnTo>
                  <a:close/>
                </a:path>
                <a:path w="914400" h="437514">
                  <a:moveTo>
                    <a:pt x="914332" y="55669"/>
                  </a:moveTo>
                  <a:lnTo>
                    <a:pt x="912910" y="368353"/>
                  </a:lnTo>
                  <a:lnTo>
                    <a:pt x="914400" y="360812"/>
                  </a:lnTo>
                  <a:lnTo>
                    <a:pt x="914332" y="55669"/>
                  </a:lnTo>
                  <a:close/>
                </a:path>
                <a:path w="914400" h="437514">
                  <a:moveTo>
                    <a:pt x="890051" y="416420"/>
                  </a:moveTo>
                  <a:lnTo>
                    <a:pt x="888492" y="417200"/>
                  </a:lnTo>
                  <a:lnTo>
                    <a:pt x="887693" y="417998"/>
                  </a:lnTo>
                  <a:lnTo>
                    <a:pt x="890051" y="416420"/>
                  </a:lnTo>
                  <a:close/>
                </a:path>
                <a:path w="914400" h="437514">
                  <a:moveTo>
                    <a:pt x="872046" y="428471"/>
                  </a:moveTo>
                  <a:lnTo>
                    <a:pt x="867155" y="430916"/>
                  </a:lnTo>
                  <a:lnTo>
                    <a:pt x="864369" y="431845"/>
                  </a:lnTo>
                  <a:lnTo>
                    <a:pt x="868108" y="431107"/>
                  </a:lnTo>
                  <a:lnTo>
                    <a:pt x="872046" y="428471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2"/>
                  </a:lnTo>
                  <a:lnTo>
                    <a:pt x="862584" y="469392"/>
                  </a:lnTo>
                  <a:lnTo>
                    <a:pt x="77724" y="467868"/>
                  </a:lnTo>
                  <a:lnTo>
                    <a:pt x="70103" y="466344"/>
                  </a:lnTo>
                  <a:lnTo>
                    <a:pt x="60960" y="463296"/>
                  </a:lnTo>
                  <a:lnTo>
                    <a:pt x="45720" y="455675"/>
                  </a:lnTo>
                  <a:lnTo>
                    <a:pt x="39624" y="449580"/>
                  </a:lnTo>
                  <a:lnTo>
                    <a:pt x="36575" y="448056"/>
                  </a:lnTo>
                  <a:lnTo>
                    <a:pt x="35051" y="446532"/>
                  </a:lnTo>
                  <a:lnTo>
                    <a:pt x="33527" y="446532"/>
                  </a:lnTo>
                  <a:lnTo>
                    <a:pt x="33527" y="443484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40"/>
                  </a:lnTo>
                  <a:lnTo>
                    <a:pt x="24384" y="434340"/>
                  </a:lnTo>
                  <a:lnTo>
                    <a:pt x="24384" y="431292"/>
                  </a:lnTo>
                  <a:lnTo>
                    <a:pt x="22860" y="429768"/>
                  </a:lnTo>
                  <a:lnTo>
                    <a:pt x="21336" y="429768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8"/>
                  </a:lnTo>
                  <a:lnTo>
                    <a:pt x="15240" y="414528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2"/>
                  </a:lnTo>
                  <a:lnTo>
                    <a:pt x="12192" y="393192"/>
                  </a:lnTo>
                  <a:lnTo>
                    <a:pt x="12192" y="88392"/>
                  </a:lnTo>
                  <a:lnTo>
                    <a:pt x="13716" y="73152"/>
                  </a:lnTo>
                  <a:lnTo>
                    <a:pt x="15240" y="67056"/>
                  </a:lnTo>
                  <a:lnTo>
                    <a:pt x="16764" y="62484"/>
                  </a:lnTo>
                  <a:lnTo>
                    <a:pt x="18288" y="59436"/>
                  </a:lnTo>
                  <a:lnTo>
                    <a:pt x="19812" y="54863"/>
                  </a:lnTo>
                  <a:lnTo>
                    <a:pt x="21336" y="51816"/>
                  </a:lnTo>
                  <a:lnTo>
                    <a:pt x="22860" y="50292"/>
                  </a:lnTo>
                  <a:lnTo>
                    <a:pt x="24384" y="47244"/>
                  </a:lnTo>
                  <a:lnTo>
                    <a:pt x="25908" y="45720"/>
                  </a:lnTo>
                  <a:lnTo>
                    <a:pt x="27432" y="42672"/>
                  </a:lnTo>
                  <a:lnTo>
                    <a:pt x="42672" y="27432"/>
                  </a:lnTo>
                  <a:lnTo>
                    <a:pt x="45720" y="25908"/>
                  </a:lnTo>
                  <a:lnTo>
                    <a:pt x="47244" y="24384"/>
                  </a:lnTo>
                  <a:lnTo>
                    <a:pt x="50292" y="22860"/>
                  </a:lnTo>
                  <a:lnTo>
                    <a:pt x="51816" y="21336"/>
                  </a:lnTo>
                  <a:lnTo>
                    <a:pt x="57912" y="18287"/>
                  </a:lnTo>
                  <a:lnTo>
                    <a:pt x="62484" y="16763"/>
                  </a:lnTo>
                  <a:lnTo>
                    <a:pt x="65532" y="15240"/>
                  </a:lnTo>
                  <a:lnTo>
                    <a:pt x="71627" y="13716"/>
                  </a:lnTo>
                  <a:lnTo>
                    <a:pt x="80772" y="12192"/>
                  </a:lnTo>
                  <a:lnTo>
                    <a:pt x="895604" y="12192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1964">
                  <a:moveTo>
                    <a:pt x="895604" y="12192"/>
                  </a:moveTo>
                  <a:lnTo>
                    <a:pt x="859536" y="12192"/>
                  </a:lnTo>
                  <a:lnTo>
                    <a:pt x="868680" y="13716"/>
                  </a:lnTo>
                  <a:lnTo>
                    <a:pt x="874776" y="15240"/>
                  </a:lnTo>
                  <a:lnTo>
                    <a:pt x="877824" y="16763"/>
                  </a:lnTo>
                  <a:lnTo>
                    <a:pt x="882396" y="18287"/>
                  </a:lnTo>
                  <a:lnTo>
                    <a:pt x="888492" y="21336"/>
                  </a:lnTo>
                  <a:lnTo>
                    <a:pt x="890016" y="22860"/>
                  </a:lnTo>
                  <a:lnTo>
                    <a:pt x="893064" y="24384"/>
                  </a:lnTo>
                  <a:lnTo>
                    <a:pt x="894588" y="25908"/>
                  </a:lnTo>
                  <a:lnTo>
                    <a:pt x="897636" y="27432"/>
                  </a:lnTo>
                  <a:lnTo>
                    <a:pt x="912876" y="42672"/>
                  </a:lnTo>
                  <a:lnTo>
                    <a:pt x="912876" y="45720"/>
                  </a:lnTo>
                  <a:lnTo>
                    <a:pt x="914400" y="45720"/>
                  </a:lnTo>
                  <a:lnTo>
                    <a:pt x="915924" y="47244"/>
                  </a:lnTo>
                  <a:lnTo>
                    <a:pt x="915924" y="50292"/>
                  </a:lnTo>
                  <a:lnTo>
                    <a:pt x="917448" y="50292"/>
                  </a:lnTo>
                  <a:lnTo>
                    <a:pt x="918972" y="51816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6"/>
                  </a:lnTo>
                  <a:lnTo>
                    <a:pt x="925068" y="67056"/>
                  </a:lnTo>
                  <a:lnTo>
                    <a:pt x="925068" y="73152"/>
                  </a:lnTo>
                  <a:lnTo>
                    <a:pt x="926592" y="73152"/>
                  </a:lnTo>
                  <a:lnTo>
                    <a:pt x="925068" y="408432"/>
                  </a:lnTo>
                  <a:lnTo>
                    <a:pt x="923544" y="414528"/>
                  </a:lnTo>
                  <a:lnTo>
                    <a:pt x="920496" y="423672"/>
                  </a:lnTo>
                  <a:lnTo>
                    <a:pt x="917448" y="429768"/>
                  </a:lnTo>
                  <a:lnTo>
                    <a:pt x="915924" y="431292"/>
                  </a:lnTo>
                  <a:lnTo>
                    <a:pt x="912876" y="437388"/>
                  </a:lnTo>
                  <a:lnTo>
                    <a:pt x="908303" y="441960"/>
                  </a:lnTo>
                  <a:lnTo>
                    <a:pt x="906780" y="445008"/>
                  </a:lnTo>
                  <a:lnTo>
                    <a:pt x="903732" y="448056"/>
                  </a:lnTo>
                  <a:lnTo>
                    <a:pt x="900684" y="449580"/>
                  </a:lnTo>
                  <a:lnTo>
                    <a:pt x="894588" y="455675"/>
                  </a:lnTo>
                  <a:lnTo>
                    <a:pt x="879348" y="463296"/>
                  </a:lnTo>
                  <a:lnTo>
                    <a:pt x="870203" y="466344"/>
                  </a:lnTo>
                  <a:lnTo>
                    <a:pt x="862584" y="467868"/>
                  </a:lnTo>
                  <a:lnTo>
                    <a:pt x="862584" y="469392"/>
                  </a:lnTo>
                  <a:lnTo>
                    <a:pt x="897128" y="469392"/>
                  </a:lnTo>
                  <a:lnTo>
                    <a:pt x="902208" y="466344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29640" y="45720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14400" y="25908"/>
                  </a:lnTo>
                  <a:lnTo>
                    <a:pt x="912876" y="24384"/>
                  </a:lnTo>
                  <a:lnTo>
                    <a:pt x="902208" y="15240"/>
                  </a:lnTo>
                  <a:lnTo>
                    <a:pt x="900684" y="15240"/>
                  </a:lnTo>
                  <a:lnTo>
                    <a:pt x="895604" y="1219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29599" y="135788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1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1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1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4"/>
                  </a:lnTo>
                  <a:lnTo>
                    <a:pt x="912876" y="457200"/>
                  </a:lnTo>
                  <a:close/>
                </a:path>
                <a:path w="940434" h="481964">
                  <a:moveTo>
                    <a:pt x="902208" y="15240"/>
                  </a:move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70103" y="454152"/>
                  </a:lnTo>
                  <a:lnTo>
                    <a:pt x="64008" y="451104"/>
                  </a:lnTo>
                  <a:lnTo>
                    <a:pt x="57912" y="449580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4"/>
                  </a:lnTo>
                  <a:lnTo>
                    <a:pt x="35814" y="428244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0772"/>
                  </a:lnTo>
                  <a:lnTo>
                    <a:pt x="28956" y="68580"/>
                  </a:lnTo>
                  <a:lnTo>
                    <a:pt x="30480" y="64008"/>
                  </a:lnTo>
                  <a:lnTo>
                    <a:pt x="35814" y="53340"/>
                  </a:lnTo>
                  <a:lnTo>
                    <a:pt x="35051" y="53340"/>
                  </a:lnTo>
                  <a:lnTo>
                    <a:pt x="44196" y="44196"/>
                  </a:lnTo>
                  <a:lnTo>
                    <a:pt x="42672" y="44196"/>
                  </a:lnTo>
                  <a:lnTo>
                    <a:pt x="54864" y="35052"/>
                  </a:lnTo>
                  <a:lnTo>
                    <a:pt x="55372" y="35052"/>
                  </a:lnTo>
                  <a:lnTo>
                    <a:pt x="59436" y="32004"/>
                  </a:lnTo>
                  <a:lnTo>
                    <a:pt x="65532" y="30480"/>
                  </a:lnTo>
                  <a:lnTo>
                    <a:pt x="70103" y="27432"/>
                  </a:lnTo>
                  <a:lnTo>
                    <a:pt x="77724" y="25908"/>
                  </a:lnTo>
                  <a:lnTo>
                    <a:pt x="83820" y="25908"/>
                  </a:lnTo>
                  <a:lnTo>
                    <a:pt x="89916" y="24384"/>
                  </a:lnTo>
                  <a:lnTo>
                    <a:pt x="912876" y="24384"/>
                  </a:lnTo>
                  <a:lnTo>
                    <a:pt x="902208" y="15240"/>
                  </a:lnTo>
                  <a:close/>
                </a:path>
                <a:path w="940434" h="481964">
                  <a:moveTo>
                    <a:pt x="928497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80"/>
                  </a:lnTo>
                  <a:lnTo>
                    <a:pt x="874776" y="452628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8497" y="437388"/>
                  </a:lnTo>
                  <a:close/>
                </a:path>
                <a:path w="940434" h="481964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1964">
                  <a:moveTo>
                    <a:pt x="932078" y="51816"/>
                  </a:moveTo>
                  <a:lnTo>
                    <a:pt x="903732" y="51816"/>
                  </a:lnTo>
                  <a:lnTo>
                    <a:pt x="906780" y="59436"/>
                  </a:lnTo>
                  <a:lnTo>
                    <a:pt x="909827" y="64008"/>
                  </a:ln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3672"/>
                  </a:lnTo>
                  <a:lnTo>
                    <a:pt x="903732" y="429768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497" y="437388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32078" y="51816"/>
                  </a:lnTo>
                  <a:close/>
                </a:path>
                <a:path w="940434" h="481964">
                  <a:moveTo>
                    <a:pt x="35814" y="428244"/>
                  </a:moveTo>
                  <a:lnTo>
                    <a:pt x="35051" y="428244"/>
                  </a:lnTo>
                  <a:lnTo>
                    <a:pt x="36575" y="429768"/>
                  </a:lnTo>
                  <a:lnTo>
                    <a:pt x="35814" y="428244"/>
                  </a:lnTo>
                  <a:close/>
                </a:path>
                <a:path w="940434" h="481964">
                  <a:moveTo>
                    <a:pt x="36575" y="51816"/>
                  </a:moveTo>
                  <a:lnTo>
                    <a:pt x="35051" y="53340"/>
                  </a:lnTo>
                  <a:lnTo>
                    <a:pt x="35814" y="53340"/>
                  </a:lnTo>
                  <a:lnTo>
                    <a:pt x="36575" y="51816"/>
                  </a:lnTo>
                  <a:close/>
                </a:path>
                <a:path w="940434" h="481964">
                  <a:moveTo>
                    <a:pt x="894588" y="42672"/>
                  </a:moveTo>
                  <a:lnTo>
                    <a:pt x="903732" y="53340"/>
                  </a:lnTo>
                  <a:lnTo>
                    <a:pt x="903732" y="51816"/>
                  </a:lnTo>
                  <a:lnTo>
                    <a:pt x="932078" y="51816"/>
                  </a:lnTo>
                  <a:lnTo>
                    <a:pt x="929640" y="45720"/>
                  </a:lnTo>
                  <a:lnTo>
                    <a:pt x="928497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1964">
                  <a:moveTo>
                    <a:pt x="45720" y="42672"/>
                  </a:moveTo>
                  <a:lnTo>
                    <a:pt x="42672" y="44196"/>
                  </a:lnTo>
                  <a:lnTo>
                    <a:pt x="44196" y="44196"/>
                  </a:lnTo>
                  <a:lnTo>
                    <a:pt x="45720" y="42672"/>
                  </a:lnTo>
                  <a:close/>
                </a:path>
                <a:path w="940434" h="481964">
                  <a:moveTo>
                    <a:pt x="921258" y="35052"/>
                  </a:moveTo>
                  <a:lnTo>
                    <a:pt x="885444" y="35052"/>
                  </a:lnTo>
                  <a:lnTo>
                    <a:pt x="897636" y="44196"/>
                  </a:lnTo>
                  <a:lnTo>
                    <a:pt x="928497" y="44196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21258" y="35052"/>
                  </a:lnTo>
                  <a:close/>
                </a:path>
                <a:path w="940434" h="481964">
                  <a:moveTo>
                    <a:pt x="55372" y="35052"/>
                  </a:moveTo>
                  <a:lnTo>
                    <a:pt x="54864" y="35052"/>
                  </a:lnTo>
                  <a:lnTo>
                    <a:pt x="53340" y="36575"/>
                  </a:lnTo>
                  <a:lnTo>
                    <a:pt x="55372" y="35052"/>
                  </a:lnTo>
                  <a:close/>
                </a:path>
                <a:path w="940434" h="481964">
                  <a:moveTo>
                    <a:pt x="912876" y="24384"/>
                  </a:moveTo>
                  <a:lnTo>
                    <a:pt x="850392" y="24384"/>
                  </a:lnTo>
                  <a:lnTo>
                    <a:pt x="858012" y="25908"/>
                  </a:lnTo>
                  <a:lnTo>
                    <a:pt x="864108" y="25908"/>
                  </a:lnTo>
                  <a:lnTo>
                    <a:pt x="870203" y="27432"/>
                  </a:lnTo>
                  <a:lnTo>
                    <a:pt x="882396" y="33528"/>
                  </a:lnTo>
                  <a:lnTo>
                    <a:pt x="886968" y="36575"/>
                  </a:lnTo>
                  <a:lnTo>
                    <a:pt x="885444" y="35052"/>
                  </a:lnTo>
                  <a:lnTo>
                    <a:pt x="921258" y="35052"/>
                  </a:lnTo>
                  <a:lnTo>
                    <a:pt x="914400" y="25908"/>
                  </a:lnTo>
                  <a:lnTo>
                    <a:pt x="912876" y="24384"/>
                  </a:lnTo>
                  <a:close/>
                </a:path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900684" y="15240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511108" y="1435023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00000"/>
                </a:solidFill>
                <a:latin typeface="Verdana"/>
                <a:cs typeface="Verdana"/>
              </a:rPr>
              <a:t>36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58180" y="4060952"/>
            <a:ext cx="187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223504" y="3886200"/>
            <a:ext cx="699770" cy="464820"/>
            <a:chOff x="8223504" y="3886200"/>
            <a:chExt cx="699770" cy="464820"/>
          </a:xfrm>
        </p:grpSpPr>
        <p:sp>
          <p:nvSpPr>
            <p:cNvPr id="43" name="object 43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243187" y="324612"/>
                  </a:moveTo>
                  <a:lnTo>
                    <a:pt x="210311" y="324612"/>
                  </a:lnTo>
                  <a:lnTo>
                    <a:pt x="341375" y="455675"/>
                  </a:lnTo>
                  <a:lnTo>
                    <a:pt x="243187" y="324612"/>
                  </a:lnTo>
                  <a:close/>
                </a:path>
                <a:path w="685800" h="457200">
                  <a:moveTo>
                    <a:pt x="277368" y="271272"/>
                  </a:moveTo>
                  <a:lnTo>
                    <a:pt x="203227" y="271272"/>
                  </a:lnTo>
                  <a:lnTo>
                    <a:pt x="243187" y="324612"/>
                  </a:lnTo>
                  <a:lnTo>
                    <a:pt x="277368" y="324612"/>
                  </a:lnTo>
                  <a:lnTo>
                    <a:pt x="277368" y="271272"/>
                  </a:lnTo>
                  <a:close/>
                </a:path>
                <a:path w="685800" h="457200">
                  <a:moveTo>
                    <a:pt x="0" y="0"/>
                  </a:moveTo>
                  <a:lnTo>
                    <a:pt x="0" y="271272"/>
                  </a:lnTo>
                  <a:lnTo>
                    <a:pt x="203227" y="271272"/>
                  </a:lnTo>
                  <a:lnTo>
                    <a:pt x="0" y="0"/>
                  </a:lnTo>
                  <a:close/>
                </a:path>
                <a:path w="685800" h="457200">
                  <a:moveTo>
                    <a:pt x="477011" y="324612"/>
                  </a:moveTo>
                  <a:lnTo>
                    <a:pt x="475488" y="324612"/>
                  </a:lnTo>
                  <a:lnTo>
                    <a:pt x="344424" y="455675"/>
                  </a:lnTo>
                  <a:lnTo>
                    <a:pt x="342392" y="456691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510046" y="271272"/>
                  </a:moveTo>
                  <a:lnTo>
                    <a:pt x="409955" y="271272"/>
                  </a:lnTo>
                  <a:lnTo>
                    <a:pt x="409955" y="324612"/>
                  </a:lnTo>
                  <a:lnTo>
                    <a:pt x="475488" y="324612"/>
                  </a:lnTo>
                  <a:lnTo>
                    <a:pt x="510046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510046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58192" y="457200"/>
                  </a:lnTo>
                  <a:lnTo>
                    <a:pt x="347472" y="457200"/>
                  </a:lnTo>
                  <a:lnTo>
                    <a:pt x="347472" y="455675"/>
                  </a:lnTo>
                  <a:lnTo>
                    <a:pt x="222503" y="330708"/>
                  </a:lnTo>
                  <a:lnTo>
                    <a:pt x="216407" y="330708"/>
                  </a:lnTo>
                  <a:lnTo>
                    <a:pt x="218236" y="326440"/>
                  </a:lnTo>
                  <a:lnTo>
                    <a:pt x="216407" y="324612"/>
                  </a:lnTo>
                  <a:lnTo>
                    <a:pt x="219020" y="324612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52810" y="453385"/>
                  </a:moveTo>
                  <a:lnTo>
                    <a:pt x="350520" y="455675"/>
                  </a:lnTo>
                  <a:lnTo>
                    <a:pt x="347472" y="457200"/>
                  </a:lnTo>
                  <a:lnTo>
                    <a:pt x="358192" y="457200"/>
                  </a:lnTo>
                  <a:lnTo>
                    <a:pt x="361275" y="454151"/>
                  </a:lnTo>
                  <a:lnTo>
                    <a:pt x="353568" y="454151"/>
                  </a:lnTo>
                  <a:lnTo>
                    <a:pt x="352810" y="453385"/>
                  </a:lnTo>
                  <a:close/>
                </a:path>
                <a:path w="699770" h="464820">
                  <a:moveTo>
                    <a:pt x="480822" y="325374"/>
                  </a:moveTo>
                  <a:lnTo>
                    <a:pt x="352810" y="453385"/>
                  </a:lnTo>
                  <a:lnTo>
                    <a:pt x="353568" y="454151"/>
                  </a:lnTo>
                  <a:lnTo>
                    <a:pt x="361275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80822" y="325374"/>
                  </a:lnTo>
                  <a:close/>
                </a:path>
                <a:path w="699770" h="464820">
                  <a:moveTo>
                    <a:pt x="218236" y="326440"/>
                  </a:moveTo>
                  <a:lnTo>
                    <a:pt x="216407" y="330708"/>
                  </a:lnTo>
                  <a:lnTo>
                    <a:pt x="222503" y="330708"/>
                  </a:lnTo>
                  <a:lnTo>
                    <a:pt x="218236" y="326440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0495" y="324612"/>
                  </a:lnTo>
                  <a:lnTo>
                    <a:pt x="481584" y="324612"/>
                  </a:lnTo>
                  <a:lnTo>
                    <a:pt x="480822" y="325374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9020" y="324612"/>
                  </a:lnTo>
                  <a:lnTo>
                    <a:pt x="225500" y="324612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2550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3464" y="318515"/>
                  </a:moveTo>
                  <a:lnTo>
                    <a:pt x="277368" y="324612"/>
                  </a:lnTo>
                  <a:lnTo>
                    <a:pt x="283464" y="324612"/>
                  </a:lnTo>
                  <a:lnTo>
                    <a:pt x="283464" y="318515"/>
                  </a:lnTo>
                  <a:close/>
                </a:path>
                <a:path w="699770" h="464820">
                  <a:moveTo>
                    <a:pt x="416051" y="318515"/>
                  </a:moveTo>
                  <a:lnTo>
                    <a:pt x="416051" y="324612"/>
                  </a:lnTo>
                  <a:lnTo>
                    <a:pt x="422148" y="324612"/>
                  </a:lnTo>
                  <a:lnTo>
                    <a:pt x="416051" y="31851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474015" y="324612"/>
                  </a:lnTo>
                  <a:lnTo>
                    <a:pt x="480495" y="324612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60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6096" y="271272"/>
                  </a:lnTo>
                  <a:lnTo>
                    <a:pt x="6096" y="0"/>
                  </a:lnTo>
                  <a:close/>
                </a:path>
                <a:path w="699770" h="464820">
                  <a:moveTo>
                    <a:pt x="283464" y="271272"/>
                  </a:moveTo>
                  <a:lnTo>
                    <a:pt x="277368" y="271272"/>
                  </a:lnTo>
                  <a:lnTo>
                    <a:pt x="283464" y="277367"/>
                  </a:lnTo>
                  <a:lnTo>
                    <a:pt x="283464" y="271272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1272"/>
                  </a:lnTo>
                  <a:lnTo>
                    <a:pt x="416051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91896" y="0"/>
                  </a:lnTo>
                  <a:lnTo>
                    <a:pt x="691896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477011" y="324612"/>
                  </a:moveTo>
                  <a:lnTo>
                    <a:pt x="210311" y="324612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409955" y="271272"/>
                  </a:moveTo>
                  <a:lnTo>
                    <a:pt x="277368" y="271272"/>
                  </a:lnTo>
                  <a:lnTo>
                    <a:pt x="277368" y="324612"/>
                  </a:lnTo>
                  <a:lnTo>
                    <a:pt x="409955" y="324612"/>
                  </a:lnTo>
                  <a:lnTo>
                    <a:pt x="409955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0" y="0"/>
                  </a:lnTo>
                  <a:lnTo>
                    <a:pt x="0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61274" y="454151"/>
                  </a:lnTo>
                  <a:lnTo>
                    <a:pt x="345948" y="454151"/>
                  </a:lnTo>
                  <a:lnTo>
                    <a:pt x="349757" y="450298"/>
                  </a:lnTo>
                  <a:lnTo>
                    <a:pt x="231526" y="330708"/>
                  </a:lnTo>
                  <a:lnTo>
                    <a:pt x="216407" y="330708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49757" y="450298"/>
                  </a:moveTo>
                  <a:lnTo>
                    <a:pt x="345948" y="454151"/>
                  </a:lnTo>
                  <a:lnTo>
                    <a:pt x="353568" y="454151"/>
                  </a:lnTo>
                  <a:lnTo>
                    <a:pt x="349757" y="450298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349757" y="450298"/>
                  </a:lnTo>
                  <a:lnTo>
                    <a:pt x="353568" y="454151"/>
                  </a:lnTo>
                  <a:lnTo>
                    <a:pt x="361274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6407" y="330708"/>
                  </a:lnTo>
                  <a:lnTo>
                    <a:pt x="231526" y="330708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31526" y="330708"/>
                  </a:lnTo>
                  <a:lnTo>
                    <a:pt x="286512" y="330708"/>
                  </a:lnTo>
                  <a:lnTo>
                    <a:pt x="289560" y="327660"/>
                  </a:lnTo>
                  <a:lnTo>
                    <a:pt x="28956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685800" y="265175"/>
                  </a:moveTo>
                  <a:lnTo>
                    <a:pt x="413003" y="265175"/>
                  </a:lnTo>
                  <a:lnTo>
                    <a:pt x="409955" y="268224"/>
                  </a:lnTo>
                  <a:lnTo>
                    <a:pt x="409955" y="327660"/>
                  </a:lnTo>
                  <a:lnTo>
                    <a:pt x="413003" y="330708"/>
                  </a:lnTo>
                  <a:lnTo>
                    <a:pt x="467989" y="330708"/>
                  </a:lnTo>
                  <a:lnTo>
                    <a:pt x="474015" y="324612"/>
                  </a:lnTo>
                  <a:lnTo>
                    <a:pt x="422148" y="324612"/>
                  </a:lnTo>
                  <a:lnTo>
                    <a:pt x="416051" y="318515"/>
                  </a:lnTo>
                  <a:lnTo>
                    <a:pt x="422148" y="318515"/>
                  </a:lnTo>
                  <a:lnTo>
                    <a:pt x="422148" y="277367"/>
                  </a:lnTo>
                  <a:lnTo>
                    <a:pt x="416051" y="277367"/>
                  </a:lnTo>
                  <a:lnTo>
                    <a:pt x="422148" y="271272"/>
                  </a:lnTo>
                  <a:lnTo>
                    <a:pt x="685800" y="271272"/>
                  </a:lnTo>
                  <a:lnTo>
                    <a:pt x="685800" y="265175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9560" y="318515"/>
                  </a:lnTo>
                  <a:lnTo>
                    <a:pt x="289560" y="277367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9560" y="318515"/>
                  </a:moveTo>
                  <a:lnTo>
                    <a:pt x="283464" y="318515"/>
                  </a:lnTo>
                  <a:lnTo>
                    <a:pt x="277368" y="324612"/>
                  </a:lnTo>
                  <a:lnTo>
                    <a:pt x="289560" y="324612"/>
                  </a:lnTo>
                  <a:lnTo>
                    <a:pt x="289560" y="318515"/>
                  </a:lnTo>
                  <a:close/>
                </a:path>
                <a:path w="699770" h="464820">
                  <a:moveTo>
                    <a:pt x="422148" y="318515"/>
                  </a:move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318515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1371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13716" y="271272"/>
                  </a:lnTo>
                  <a:lnTo>
                    <a:pt x="6096" y="265175"/>
                  </a:lnTo>
                  <a:lnTo>
                    <a:pt x="13716" y="265175"/>
                  </a:lnTo>
                  <a:lnTo>
                    <a:pt x="13716" y="0"/>
                  </a:lnTo>
                  <a:close/>
                </a:path>
                <a:path w="699770" h="464820">
                  <a:moveTo>
                    <a:pt x="286512" y="265175"/>
                  </a:moveTo>
                  <a:lnTo>
                    <a:pt x="13716" y="265175"/>
                  </a:lnTo>
                  <a:lnTo>
                    <a:pt x="13716" y="271272"/>
                  </a:lnTo>
                  <a:lnTo>
                    <a:pt x="277368" y="271272"/>
                  </a:lnTo>
                  <a:lnTo>
                    <a:pt x="283464" y="277367"/>
                  </a:lnTo>
                  <a:lnTo>
                    <a:pt x="289560" y="277367"/>
                  </a:lnTo>
                  <a:lnTo>
                    <a:pt x="289560" y="268224"/>
                  </a:lnTo>
                  <a:lnTo>
                    <a:pt x="286512" y="26517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22148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265175"/>
                  </a:moveTo>
                  <a:lnTo>
                    <a:pt x="691896" y="265175"/>
                  </a:lnTo>
                  <a:lnTo>
                    <a:pt x="685800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265175"/>
                  </a:lnTo>
                  <a:close/>
                </a:path>
                <a:path w="699770" h="464820">
                  <a:moveTo>
                    <a:pt x="13716" y="265175"/>
                  </a:moveTo>
                  <a:lnTo>
                    <a:pt x="6096" y="265175"/>
                  </a:lnTo>
                  <a:lnTo>
                    <a:pt x="13716" y="271272"/>
                  </a:lnTo>
                  <a:lnTo>
                    <a:pt x="13716" y="265175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85800" y="0"/>
                  </a:lnTo>
                  <a:lnTo>
                    <a:pt x="685800" y="271272"/>
                  </a:lnTo>
                  <a:lnTo>
                    <a:pt x="691896" y="265175"/>
                  </a:lnTo>
                  <a:lnTo>
                    <a:pt x="699516" y="265175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395207" y="3832352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Verdana"/>
                <a:cs typeface="Verdana"/>
              </a:rPr>
              <a:t>12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38527"/>
            <a:ext cx="9144000" cy="4572000"/>
            <a:chOff x="457200" y="1938527"/>
            <a:chExt cx="9144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938527"/>
              <a:ext cx="9144000" cy="19476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6858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6096" y="82296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82296"/>
                  </a:lnTo>
                  <a:lnTo>
                    <a:pt x="699516" y="8229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13716" y="82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685800" y="82296"/>
                  </a:lnTo>
                  <a:lnTo>
                    <a:pt x="699516" y="82296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3886200"/>
              <a:ext cx="9144000" cy="26243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341375" y="531876"/>
                  </a:moveTo>
                  <a:lnTo>
                    <a:pt x="342900" y="533400"/>
                  </a:lnTo>
                  <a:lnTo>
                    <a:pt x="343411" y="532893"/>
                  </a:lnTo>
                  <a:lnTo>
                    <a:pt x="341375" y="531876"/>
                  </a:lnTo>
                  <a:close/>
                </a:path>
                <a:path w="685800" h="533400">
                  <a:moveTo>
                    <a:pt x="477012" y="400812"/>
                  </a:moveTo>
                  <a:lnTo>
                    <a:pt x="475488" y="400812"/>
                  </a:lnTo>
                  <a:lnTo>
                    <a:pt x="344424" y="531893"/>
                  </a:lnTo>
                  <a:lnTo>
                    <a:pt x="477012" y="400812"/>
                  </a:lnTo>
                  <a:close/>
                </a:path>
                <a:path w="685800" h="533400">
                  <a:moveTo>
                    <a:pt x="426248" y="400812"/>
                  </a:moveTo>
                  <a:lnTo>
                    <a:pt x="210312" y="400812"/>
                  </a:lnTo>
                  <a:lnTo>
                    <a:pt x="341375" y="531876"/>
                  </a:lnTo>
                  <a:lnTo>
                    <a:pt x="426248" y="400812"/>
                  </a:lnTo>
                  <a:close/>
                </a:path>
                <a:path w="685800" h="533400">
                  <a:moveTo>
                    <a:pt x="409955" y="347472"/>
                  </a:moveTo>
                  <a:lnTo>
                    <a:pt x="277367" y="347472"/>
                  </a:lnTo>
                  <a:lnTo>
                    <a:pt x="277367" y="400812"/>
                  </a:lnTo>
                  <a:lnTo>
                    <a:pt x="409955" y="400812"/>
                  </a:lnTo>
                  <a:lnTo>
                    <a:pt x="409955" y="347472"/>
                  </a:lnTo>
                  <a:close/>
                </a:path>
                <a:path w="685800" h="533400">
                  <a:moveTo>
                    <a:pt x="503476" y="347472"/>
                  </a:moveTo>
                  <a:lnTo>
                    <a:pt x="460789" y="347472"/>
                  </a:lnTo>
                  <a:lnTo>
                    <a:pt x="426248" y="400812"/>
                  </a:lnTo>
                  <a:lnTo>
                    <a:pt x="475488" y="400812"/>
                  </a:lnTo>
                  <a:lnTo>
                    <a:pt x="503476" y="347472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460789" y="347472"/>
                  </a:lnTo>
                  <a:lnTo>
                    <a:pt x="685800" y="0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503476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58192" y="539496"/>
                  </a:lnTo>
                  <a:lnTo>
                    <a:pt x="350520" y="539496"/>
                  </a:lnTo>
                  <a:lnTo>
                    <a:pt x="347472" y="537972"/>
                  </a:lnTo>
                  <a:lnTo>
                    <a:pt x="222504" y="413004"/>
                  </a:lnTo>
                  <a:lnTo>
                    <a:pt x="216408" y="413004"/>
                  </a:lnTo>
                  <a:lnTo>
                    <a:pt x="218236" y="408736"/>
                  </a:lnTo>
                  <a:lnTo>
                    <a:pt x="216408" y="406908"/>
                  </a:lnTo>
                  <a:lnTo>
                    <a:pt x="219020" y="406908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52810" y="535681"/>
                  </a:moveTo>
                  <a:lnTo>
                    <a:pt x="350520" y="537972"/>
                  </a:lnTo>
                  <a:lnTo>
                    <a:pt x="350520" y="539496"/>
                  </a:lnTo>
                  <a:lnTo>
                    <a:pt x="358192" y="539496"/>
                  </a:lnTo>
                  <a:lnTo>
                    <a:pt x="361275" y="536448"/>
                  </a:lnTo>
                  <a:lnTo>
                    <a:pt x="353568" y="536448"/>
                  </a:lnTo>
                  <a:lnTo>
                    <a:pt x="352810" y="535681"/>
                  </a:lnTo>
                  <a:close/>
                </a:path>
                <a:path w="699770" h="547370">
                  <a:moveTo>
                    <a:pt x="480822" y="407670"/>
                  </a:moveTo>
                  <a:lnTo>
                    <a:pt x="352810" y="535681"/>
                  </a:lnTo>
                  <a:lnTo>
                    <a:pt x="353568" y="536448"/>
                  </a:lnTo>
                  <a:lnTo>
                    <a:pt x="361275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80822" y="407670"/>
                  </a:lnTo>
                  <a:close/>
                </a:path>
                <a:path w="699770" h="547370">
                  <a:moveTo>
                    <a:pt x="218236" y="408736"/>
                  </a:moveTo>
                  <a:lnTo>
                    <a:pt x="216408" y="413004"/>
                  </a:lnTo>
                  <a:lnTo>
                    <a:pt x="222504" y="413004"/>
                  </a:lnTo>
                  <a:lnTo>
                    <a:pt x="218236" y="408736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0495" y="406908"/>
                  </a:lnTo>
                  <a:lnTo>
                    <a:pt x="481584" y="406908"/>
                  </a:lnTo>
                  <a:lnTo>
                    <a:pt x="480822" y="407670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9020" y="406908"/>
                  </a:lnTo>
                  <a:lnTo>
                    <a:pt x="225500" y="406908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2550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3463" y="400812"/>
                  </a:moveTo>
                  <a:lnTo>
                    <a:pt x="277368" y="406908"/>
                  </a:lnTo>
                  <a:lnTo>
                    <a:pt x="283463" y="406908"/>
                  </a:lnTo>
                  <a:lnTo>
                    <a:pt x="283463" y="400812"/>
                  </a:lnTo>
                  <a:close/>
                </a:path>
                <a:path w="699770" h="547370">
                  <a:moveTo>
                    <a:pt x="416051" y="400812"/>
                  </a:moveTo>
                  <a:lnTo>
                    <a:pt x="416051" y="406908"/>
                  </a:lnTo>
                  <a:lnTo>
                    <a:pt x="422148" y="406908"/>
                  </a:lnTo>
                  <a:lnTo>
                    <a:pt x="416051" y="40081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474015" y="406908"/>
                  </a:lnTo>
                  <a:lnTo>
                    <a:pt x="480495" y="406908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6096" y="353568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3463" y="353568"/>
                  </a:moveTo>
                  <a:lnTo>
                    <a:pt x="277368" y="353568"/>
                  </a:lnTo>
                  <a:lnTo>
                    <a:pt x="283463" y="359663"/>
                  </a:lnTo>
                  <a:lnTo>
                    <a:pt x="283463" y="353568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3568"/>
                  </a:lnTo>
                  <a:lnTo>
                    <a:pt x="416051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277367" y="347472"/>
                  </a:lnTo>
                  <a:lnTo>
                    <a:pt x="277367" y="400812"/>
                  </a:lnTo>
                  <a:lnTo>
                    <a:pt x="210312" y="400812"/>
                  </a:lnTo>
                  <a:lnTo>
                    <a:pt x="342900" y="533400"/>
                  </a:lnTo>
                  <a:lnTo>
                    <a:pt x="477012" y="400812"/>
                  </a:lnTo>
                  <a:lnTo>
                    <a:pt x="409955" y="400812"/>
                  </a:lnTo>
                  <a:lnTo>
                    <a:pt x="409955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61274" y="536448"/>
                  </a:lnTo>
                  <a:lnTo>
                    <a:pt x="345948" y="536448"/>
                  </a:lnTo>
                  <a:lnTo>
                    <a:pt x="349758" y="532594"/>
                  </a:lnTo>
                  <a:lnTo>
                    <a:pt x="231526" y="413004"/>
                  </a:lnTo>
                  <a:lnTo>
                    <a:pt x="216408" y="413004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49758" y="532594"/>
                  </a:moveTo>
                  <a:lnTo>
                    <a:pt x="345948" y="536448"/>
                  </a:lnTo>
                  <a:lnTo>
                    <a:pt x="353568" y="536448"/>
                  </a:lnTo>
                  <a:lnTo>
                    <a:pt x="349758" y="532594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349758" y="532594"/>
                  </a:lnTo>
                  <a:lnTo>
                    <a:pt x="353568" y="536448"/>
                  </a:lnTo>
                  <a:lnTo>
                    <a:pt x="361274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6408" y="413004"/>
                  </a:lnTo>
                  <a:lnTo>
                    <a:pt x="231526" y="413004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31526" y="413004"/>
                  </a:lnTo>
                  <a:lnTo>
                    <a:pt x="286512" y="413004"/>
                  </a:lnTo>
                  <a:lnTo>
                    <a:pt x="289560" y="409956"/>
                  </a:lnTo>
                  <a:lnTo>
                    <a:pt x="28956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685800" y="347472"/>
                  </a:moveTo>
                  <a:lnTo>
                    <a:pt x="413004" y="347472"/>
                  </a:lnTo>
                  <a:lnTo>
                    <a:pt x="409956" y="350520"/>
                  </a:lnTo>
                  <a:lnTo>
                    <a:pt x="409956" y="409956"/>
                  </a:lnTo>
                  <a:lnTo>
                    <a:pt x="413004" y="413004"/>
                  </a:lnTo>
                  <a:lnTo>
                    <a:pt x="467989" y="413004"/>
                  </a:lnTo>
                  <a:lnTo>
                    <a:pt x="474015" y="406908"/>
                  </a:lnTo>
                  <a:lnTo>
                    <a:pt x="422148" y="406908"/>
                  </a:lnTo>
                  <a:lnTo>
                    <a:pt x="416051" y="400812"/>
                  </a:lnTo>
                  <a:lnTo>
                    <a:pt x="422148" y="400812"/>
                  </a:lnTo>
                  <a:lnTo>
                    <a:pt x="422148" y="359663"/>
                  </a:lnTo>
                  <a:lnTo>
                    <a:pt x="416051" y="359663"/>
                  </a:lnTo>
                  <a:lnTo>
                    <a:pt x="422148" y="353568"/>
                  </a:lnTo>
                  <a:lnTo>
                    <a:pt x="685800" y="353568"/>
                  </a:lnTo>
                  <a:lnTo>
                    <a:pt x="685800" y="347472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9560" y="400812"/>
                  </a:lnTo>
                  <a:lnTo>
                    <a:pt x="289560" y="359663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9560" y="400812"/>
                  </a:moveTo>
                  <a:lnTo>
                    <a:pt x="283463" y="400812"/>
                  </a:lnTo>
                  <a:lnTo>
                    <a:pt x="277368" y="406908"/>
                  </a:lnTo>
                  <a:lnTo>
                    <a:pt x="289560" y="406908"/>
                  </a:lnTo>
                  <a:lnTo>
                    <a:pt x="289560" y="400812"/>
                  </a:lnTo>
                  <a:close/>
                </a:path>
                <a:path w="699770" h="547370">
                  <a:moveTo>
                    <a:pt x="422148" y="400812"/>
                  </a:move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400812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13716" y="353568"/>
                  </a:lnTo>
                  <a:lnTo>
                    <a:pt x="6096" y="347472"/>
                  </a:lnTo>
                  <a:lnTo>
                    <a:pt x="13716" y="347472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6512" y="347472"/>
                  </a:moveTo>
                  <a:lnTo>
                    <a:pt x="13716" y="347472"/>
                  </a:lnTo>
                  <a:lnTo>
                    <a:pt x="13716" y="353568"/>
                  </a:lnTo>
                  <a:lnTo>
                    <a:pt x="277368" y="353568"/>
                  </a:lnTo>
                  <a:lnTo>
                    <a:pt x="283463" y="359663"/>
                  </a:lnTo>
                  <a:lnTo>
                    <a:pt x="289560" y="359663"/>
                  </a:lnTo>
                  <a:lnTo>
                    <a:pt x="289560" y="350520"/>
                  </a:lnTo>
                  <a:lnTo>
                    <a:pt x="286512" y="34747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22148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347472"/>
                  </a:moveTo>
                  <a:lnTo>
                    <a:pt x="691896" y="347472"/>
                  </a:lnTo>
                  <a:lnTo>
                    <a:pt x="685800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347472"/>
                  </a:lnTo>
                  <a:close/>
                </a:path>
                <a:path w="699770" h="547370">
                  <a:moveTo>
                    <a:pt x="13716" y="347472"/>
                  </a:moveTo>
                  <a:lnTo>
                    <a:pt x="6096" y="347472"/>
                  </a:lnTo>
                  <a:lnTo>
                    <a:pt x="13716" y="353568"/>
                  </a:lnTo>
                  <a:lnTo>
                    <a:pt x="13716" y="347472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685800" y="353568"/>
                  </a:lnTo>
                  <a:lnTo>
                    <a:pt x="691896" y="347472"/>
                  </a:lnTo>
                  <a:lnTo>
                    <a:pt x="699516" y="347472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93176" y="761288"/>
            <a:ext cx="77012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Lets</a:t>
            </a:r>
            <a:r>
              <a:rPr spc="-30" dirty="0"/>
              <a:t> </a:t>
            </a:r>
            <a:r>
              <a:rPr dirty="0"/>
              <a:t>think</a:t>
            </a:r>
            <a:r>
              <a:rPr spc="-30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real</a:t>
            </a:r>
            <a:r>
              <a:rPr spc="-20" dirty="0"/>
              <a:t> </a:t>
            </a:r>
            <a:r>
              <a:rPr dirty="0"/>
              <a:t>life </a:t>
            </a:r>
            <a:r>
              <a:rPr spc="-10" dirty="0"/>
              <a:t>scenario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2578607" y="1359408"/>
            <a:ext cx="940435" cy="483234"/>
            <a:chOff x="2578607" y="1359408"/>
            <a:chExt cx="940435" cy="483234"/>
          </a:xfrm>
        </p:grpSpPr>
        <p:sp>
          <p:nvSpPr>
            <p:cNvPr id="15" name="object 15"/>
            <p:cNvSpPr/>
            <p:nvPr/>
          </p:nvSpPr>
          <p:spPr>
            <a:xfrm>
              <a:off x="25911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6" y="469391"/>
                  </a:lnTo>
                  <a:lnTo>
                    <a:pt x="73152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2" y="452627"/>
                  </a:lnTo>
                  <a:lnTo>
                    <a:pt x="39624" y="451103"/>
                  </a:lnTo>
                  <a:lnTo>
                    <a:pt x="32004" y="443483"/>
                  </a:lnTo>
                  <a:lnTo>
                    <a:pt x="30480" y="443483"/>
                  </a:lnTo>
                  <a:lnTo>
                    <a:pt x="30480" y="440436"/>
                  </a:lnTo>
                  <a:lnTo>
                    <a:pt x="25908" y="435863"/>
                  </a:lnTo>
                  <a:lnTo>
                    <a:pt x="24384" y="435863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9955"/>
                  </a:lnTo>
                  <a:lnTo>
                    <a:pt x="13716" y="409955"/>
                  </a:lnTo>
                  <a:lnTo>
                    <a:pt x="13716" y="394715"/>
                  </a:lnTo>
                  <a:lnTo>
                    <a:pt x="12192" y="394715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8287" y="59436"/>
                  </a:lnTo>
                  <a:lnTo>
                    <a:pt x="24384" y="47243"/>
                  </a:lnTo>
                  <a:lnTo>
                    <a:pt x="28956" y="42671"/>
                  </a:lnTo>
                  <a:lnTo>
                    <a:pt x="30480" y="39624"/>
                  </a:lnTo>
                  <a:lnTo>
                    <a:pt x="39624" y="30479"/>
                  </a:lnTo>
                  <a:lnTo>
                    <a:pt x="42672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2" y="13715"/>
                  </a:lnTo>
                  <a:lnTo>
                    <a:pt x="88392" y="12191"/>
                  </a:lnTo>
                  <a:lnTo>
                    <a:pt x="895604" y="12191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4" y="12191"/>
                  </a:moveTo>
                  <a:lnTo>
                    <a:pt x="850392" y="12191"/>
                  </a:lnTo>
                  <a:lnTo>
                    <a:pt x="867156" y="13715"/>
                  </a:lnTo>
                  <a:lnTo>
                    <a:pt x="880871" y="18287"/>
                  </a:lnTo>
                  <a:lnTo>
                    <a:pt x="893064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8" y="39624"/>
                  </a:lnTo>
                  <a:lnTo>
                    <a:pt x="909828" y="42671"/>
                  </a:lnTo>
                  <a:lnTo>
                    <a:pt x="911352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4" y="64007"/>
                  </a:lnTo>
                  <a:lnTo>
                    <a:pt x="923544" y="68579"/>
                  </a:lnTo>
                  <a:lnTo>
                    <a:pt x="925068" y="68579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8" y="440436"/>
                  </a:lnTo>
                  <a:lnTo>
                    <a:pt x="908304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4" y="457200"/>
                  </a:lnTo>
                  <a:lnTo>
                    <a:pt x="880871" y="463295"/>
                  </a:lnTo>
                  <a:lnTo>
                    <a:pt x="867156" y="467867"/>
                  </a:lnTo>
                  <a:lnTo>
                    <a:pt x="867156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90799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4" y="478536"/>
                  </a:lnTo>
                  <a:lnTo>
                    <a:pt x="71628" y="48158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1"/>
                  </a:lnTo>
                  <a:lnTo>
                    <a:pt x="54864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2" y="437388"/>
                  </a:lnTo>
                  <a:lnTo>
                    <a:pt x="43053" y="437388"/>
                  </a:lnTo>
                  <a:lnTo>
                    <a:pt x="35052" y="428243"/>
                  </a:lnTo>
                  <a:lnTo>
                    <a:pt x="35813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5"/>
                  </a:lnTo>
                  <a:lnTo>
                    <a:pt x="30480" y="64007"/>
                  </a:lnTo>
                  <a:lnTo>
                    <a:pt x="33528" y="57912"/>
                  </a:lnTo>
                  <a:lnTo>
                    <a:pt x="35560" y="54863"/>
                  </a:lnTo>
                  <a:lnTo>
                    <a:pt x="35052" y="54863"/>
                  </a:lnTo>
                  <a:lnTo>
                    <a:pt x="43052" y="45719"/>
                  </a:lnTo>
                  <a:lnTo>
                    <a:pt x="42672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1" y="30479"/>
                  </a:lnTo>
                  <a:lnTo>
                    <a:pt x="70104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4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2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2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2" y="53339"/>
                  </a:lnTo>
                  <a:lnTo>
                    <a:pt x="909828" y="65531"/>
                  </a:lnTo>
                  <a:lnTo>
                    <a:pt x="911352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8" y="419100"/>
                  </a:lnTo>
                  <a:lnTo>
                    <a:pt x="906780" y="425195"/>
                  </a:lnTo>
                  <a:lnTo>
                    <a:pt x="903732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3" y="437388"/>
                  </a:moveTo>
                  <a:lnTo>
                    <a:pt x="42672" y="437388"/>
                  </a:lnTo>
                  <a:lnTo>
                    <a:pt x="43780" y="438219"/>
                  </a:lnTo>
                  <a:lnTo>
                    <a:pt x="43053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2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2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2" y="54863"/>
                  </a:lnTo>
                  <a:lnTo>
                    <a:pt x="903732" y="53339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2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2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4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40" y="45719"/>
                  </a:lnTo>
                  <a:lnTo>
                    <a:pt x="927354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4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4" y="42671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8" y="36575"/>
                  </a:lnTo>
                  <a:lnTo>
                    <a:pt x="885444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026408" y="1359408"/>
            <a:ext cx="940435" cy="483234"/>
            <a:chOff x="4026408" y="1359408"/>
            <a:chExt cx="940435" cy="483234"/>
          </a:xfrm>
        </p:grpSpPr>
        <p:sp>
          <p:nvSpPr>
            <p:cNvPr id="20" name="object 20"/>
            <p:cNvSpPr/>
            <p:nvPr/>
          </p:nvSpPr>
          <p:spPr>
            <a:xfrm>
              <a:off x="4038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38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550408" y="1359408"/>
            <a:ext cx="940435" cy="483234"/>
            <a:chOff x="5550408" y="1359408"/>
            <a:chExt cx="940435" cy="483234"/>
          </a:xfrm>
        </p:grpSpPr>
        <p:sp>
          <p:nvSpPr>
            <p:cNvPr id="25" name="object 25"/>
            <p:cNvSpPr/>
            <p:nvPr/>
          </p:nvSpPr>
          <p:spPr>
            <a:xfrm>
              <a:off x="5562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62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922007" y="1353311"/>
            <a:ext cx="940435" cy="483234"/>
            <a:chOff x="6922007" y="1353311"/>
            <a:chExt cx="940435" cy="483234"/>
          </a:xfrm>
        </p:grpSpPr>
        <p:sp>
          <p:nvSpPr>
            <p:cNvPr id="30" name="object 30"/>
            <p:cNvSpPr/>
            <p:nvPr/>
          </p:nvSpPr>
          <p:spPr>
            <a:xfrm>
              <a:off x="6934199" y="1371529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610" y="40189"/>
                  </a:moveTo>
                  <a:lnTo>
                    <a:pt x="6119" y="40908"/>
                  </a:lnTo>
                  <a:lnTo>
                    <a:pt x="6025" y="41359"/>
                  </a:lnTo>
                  <a:lnTo>
                    <a:pt x="6610" y="40189"/>
                  </a:lnTo>
                  <a:close/>
                </a:path>
                <a:path w="914400" h="451485">
                  <a:moveTo>
                    <a:pt x="23867" y="15826"/>
                  </a:moveTo>
                  <a:lnTo>
                    <a:pt x="22669" y="16643"/>
                  </a:lnTo>
                  <a:lnTo>
                    <a:pt x="21852" y="17842"/>
                  </a:lnTo>
                  <a:lnTo>
                    <a:pt x="23867" y="15826"/>
                  </a:lnTo>
                  <a:close/>
                </a:path>
                <a:path w="914400" h="451485">
                  <a:moveTo>
                    <a:pt x="47384" y="0"/>
                  </a:moveTo>
                  <a:lnTo>
                    <a:pt x="46934" y="94"/>
                  </a:lnTo>
                  <a:lnTo>
                    <a:pt x="46214" y="584"/>
                  </a:lnTo>
                  <a:lnTo>
                    <a:pt x="47384" y="0"/>
                  </a:lnTo>
                  <a:close/>
                </a:path>
                <a:path w="914400" h="451485">
                  <a:moveTo>
                    <a:pt x="68707" y="449662"/>
                  </a:moveTo>
                  <a:lnTo>
                    <a:pt x="76200" y="451174"/>
                  </a:lnTo>
                  <a:lnTo>
                    <a:pt x="838200" y="451174"/>
                  </a:lnTo>
                  <a:lnTo>
                    <a:pt x="838347" y="451145"/>
                  </a:lnTo>
                  <a:lnTo>
                    <a:pt x="68707" y="449662"/>
                  </a:lnTo>
                  <a:close/>
                </a:path>
                <a:path w="914400" h="451485">
                  <a:moveTo>
                    <a:pt x="44870" y="443891"/>
                  </a:moveTo>
                  <a:lnTo>
                    <a:pt x="46934" y="445268"/>
                  </a:lnTo>
                  <a:lnTo>
                    <a:pt x="49167" y="445719"/>
                  </a:lnTo>
                  <a:lnTo>
                    <a:pt x="47244" y="445078"/>
                  </a:lnTo>
                  <a:lnTo>
                    <a:pt x="44870" y="443891"/>
                  </a:lnTo>
                  <a:close/>
                </a:path>
                <a:path w="914400" h="451485">
                  <a:moveTo>
                    <a:pt x="26654" y="431735"/>
                  </a:moveTo>
                  <a:lnTo>
                    <a:pt x="30113" y="434043"/>
                  </a:lnTo>
                  <a:lnTo>
                    <a:pt x="28955" y="432886"/>
                  </a:lnTo>
                  <a:lnTo>
                    <a:pt x="26654" y="431735"/>
                  </a:lnTo>
                  <a:close/>
                </a:path>
                <a:path w="914400" h="451485">
                  <a:moveTo>
                    <a:pt x="21335" y="426790"/>
                  </a:moveTo>
                  <a:lnTo>
                    <a:pt x="21105" y="426790"/>
                  </a:lnTo>
                  <a:lnTo>
                    <a:pt x="22669" y="429076"/>
                  </a:lnTo>
                  <a:lnTo>
                    <a:pt x="25532" y="430986"/>
                  </a:lnTo>
                  <a:lnTo>
                    <a:pt x="21335" y="426790"/>
                  </a:lnTo>
                  <a:close/>
                </a:path>
                <a:path w="914400" h="451485">
                  <a:moveTo>
                    <a:pt x="17307" y="421237"/>
                  </a:moveTo>
                  <a:lnTo>
                    <a:pt x="19811" y="424899"/>
                  </a:lnTo>
                  <a:lnTo>
                    <a:pt x="19811" y="423742"/>
                  </a:lnTo>
                  <a:lnTo>
                    <a:pt x="17307" y="421237"/>
                  </a:lnTo>
                  <a:close/>
                </a:path>
                <a:path w="914400" h="451485">
                  <a:moveTo>
                    <a:pt x="9144" y="408502"/>
                  </a:moveTo>
                  <a:lnTo>
                    <a:pt x="8595" y="408502"/>
                  </a:lnTo>
                  <a:lnTo>
                    <a:pt x="9144" y="409303"/>
                  </a:lnTo>
                  <a:lnTo>
                    <a:pt x="9144" y="408502"/>
                  </a:lnTo>
                  <a:close/>
                </a:path>
                <a:path w="914400" h="451485">
                  <a:moveTo>
                    <a:pt x="7620" y="405454"/>
                  </a:moveTo>
                  <a:lnTo>
                    <a:pt x="6510" y="405454"/>
                  </a:lnTo>
                  <a:lnTo>
                    <a:pt x="7620" y="407075"/>
                  </a:lnTo>
                  <a:lnTo>
                    <a:pt x="7620" y="405454"/>
                  </a:lnTo>
                  <a:close/>
                </a:path>
                <a:path w="914400" h="451485">
                  <a:moveTo>
                    <a:pt x="6096" y="400882"/>
                  </a:moveTo>
                  <a:lnTo>
                    <a:pt x="5301" y="400882"/>
                  </a:lnTo>
                  <a:lnTo>
                    <a:pt x="6096" y="404766"/>
                  </a:lnTo>
                  <a:lnTo>
                    <a:pt x="6096" y="400882"/>
                  </a:lnTo>
                  <a:close/>
                </a:path>
                <a:path w="914400" h="451485">
                  <a:moveTo>
                    <a:pt x="4572" y="396310"/>
                  </a:moveTo>
                  <a:lnTo>
                    <a:pt x="4365" y="396310"/>
                  </a:lnTo>
                  <a:lnTo>
                    <a:pt x="4572" y="397318"/>
                  </a:lnTo>
                  <a:lnTo>
                    <a:pt x="4572" y="396310"/>
                  </a:lnTo>
                  <a:close/>
                </a:path>
                <a:path w="914400" h="451485">
                  <a:moveTo>
                    <a:pt x="1524" y="374974"/>
                  </a:moveTo>
                  <a:lnTo>
                    <a:pt x="0" y="374974"/>
                  </a:lnTo>
                  <a:lnTo>
                    <a:pt x="1524" y="382422"/>
                  </a:lnTo>
                  <a:lnTo>
                    <a:pt x="1524" y="374974"/>
                  </a:lnTo>
                  <a:close/>
                </a:path>
                <a:path w="914400" h="451485">
                  <a:moveTo>
                    <a:pt x="908303" y="40623"/>
                  </a:moveTo>
                  <a:lnTo>
                    <a:pt x="908303" y="41218"/>
                  </a:lnTo>
                  <a:lnTo>
                    <a:pt x="908556" y="41218"/>
                  </a:lnTo>
                  <a:lnTo>
                    <a:pt x="908494" y="40908"/>
                  </a:lnTo>
                  <a:lnTo>
                    <a:pt x="908303" y="40623"/>
                  </a:lnTo>
                  <a:close/>
                </a:path>
                <a:path w="914400" h="451485">
                  <a:moveTo>
                    <a:pt x="914332" y="69838"/>
                  </a:moveTo>
                  <a:lnTo>
                    <a:pt x="912910" y="382515"/>
                  </a:lnTo>
                  <a:lnTo>
                    <a:pt x="914400" y="374974"/>
                  </a:lnTo>
                  <a:lnTo>
                    <a:pt x="914332" y="69838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1"/>
                  </a:lnTo>
                  <a:lnTo>
                    <a:pt x="865632" y="469391"/>
                  </a:lnTo>
                  <a:lnTo>
                    <a:pt x="74675" y="467867"/>
                  </a:lnTo>
                  <a:lnTo>
                    <a:pt x="68580" y="466343"/>
                  </a:lnTo>
                  <a:lnTo>
                    <a:pt x="59436" y="463296"/>
                  </a:lnTo>
                  <a:lnTo>
                    <a:pt x="50292" y="458724"/>
                  </a:lnTo>
                  <a:lnTo>
                    <a:pt x="48768" y="457200"/>
                  </a:lnTo>
                  <a:lnTo>
                    <a:pt x="45720" y="455675"/>
                  </a:lnTo>
                  <a:lnTo>
                    <a:pt x="41148" y="451103"/>
                  </a:lnTo>
                  <a:lnTo>
                    <a:pt x="38100" y="449579"/>
                  </a:lnTo>
                  <a:lnTo>
                    <a:pt x="33527" y="445008"/>
                  </a:lnTo>
                  <a:lnTo>
                    <a:pt x="32003" y="445008"/>
                  </a:lnTo>
                  <a:lnTo>
                    <a:pt x="32003" y="441960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39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1"/>
                  </a:lnTo>
                  <a:lnTo>
                    <a:pt x="12192" y="393191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5240" y="67055"/>
                  </a:lnTo>
                  <a:lnTo>
                    <a:pt x="16764" y="62484"/>
                  </a:lnTo>
                  <a:lnTo>
                    <a:pt x="24384" y="47243"/>
                  </a:lnTo>
                  <a:lnTo>
                    <a:pt x="27432" y="44196"/>
                  </a:lnTo>
                  <a:lnTo>
                    <a:pt x="28956" y="41148"/>
                  </a:lnTo>
                  <a:lnTo>
                    <a:pt x="41148" y="28955"/>
                  </a:lnTo>
                  <a:lnTo>
                    <a:pt x="44196" y="27432"/>
                  </a:lnTo>
                  <a:lnTo>
                    <a:pt x="47244" y="24384"/>
                  </a:lnTo>
                  <a:lnTo>
                    <a:pt x="62484" y="16763"/>
                  </a:lnTo>
                  <a:lnTo>
                    <a:pt x="67056" y="15239"/>
                  </a:lnTo>
                  <a:lnTo>
                    <a:pt x="73151" y="13715"/>
                  </a:lnTo>
                  <a:lnTo>
                    <a:pt x="85344" y="12191"/>
                  </a:lnTo>
                  <a:lnTo>
                    <a:pt x="895604" y="12191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3235">
                  <a:moveTo>
                    <a:pt x="895604" y="12191"/>
                  </a:moveTo>
                  <a:lnTo>
                    <a:pt x="854964" y="12191"/>
                  </a:lnTo>
                  <a:lnTo>
                    <a:pt x="867156" y="13715"/>
                  </a:lnTo>
                  <a:lnTo>
                    <a:pt x="873251" y="15239"/>
                  </a:lnTo>
                  <a:lnTo>
                    <a:pt x="877824" y="16763"/>
                  </a:lnTo>
                  <a:lnTo>
                    <a:pt x="893064" y="24384"/>
                  </a:lnTo>
                  <a:lnTo>
                    <a:pt x="896112" y="27432"/>
                  </a:lnTo>
                  <a:lnTo>
                    <a:pt x="899160" y="28955"/>
                  </a:lnTo>
                  <a:lnTo>
                    <a:pt x="911351" y="41148"/>
                  </a:lnTo>
                  <a:lnTo>
                    <a:pt x="911351" y="44196"/>
                  </a:lnTo>
                  <a:lnTo>
                    <a:pt x="912876" y="44196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8" y="50291"/>
                  </a:lnTo>
                  <a:lnTo>
                    <a:pt x="917448" y="53339"/>
                  </a:lnTo>
                  <a:lnTo>
                    <a:pt x="918972" y="53339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5"/>
                  </a:lnTo>
                  <a:lnTo>
                    <a:pt x="925068" y="67055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8432"/>
                  </a:lnTo>
                  <a:lnTo>
                    <a:pt x="914400" y="434339"/>
                  </a:lnTo>
                  <a:lnTo>
                    <a:pt x="912876" y="437388"/>
                  </a:lnTo>
                  <a:lnTo>
                    <a:pt x="909827" y="440436"/>
                  </a:lnTo>
                  <a:lnTo>
                    <a:pt x="908303" y="443484"/>
                  </a:lnTo>
                  <a:lnTo>
                    <a:pt x="900684" y="451103"/>
                  </a:lnTo>
                  <a:lnTo>
                    <a:pt x="897636" y="452627"/>
                  </a:lnTo>
                  <a:lnTo>
                    <a:pt x="894588" y="455675"/>
                  </a:lnTo>
                  <a:lnTo>
                    <a:pt x="891540" y="457200"/>
                  </a:lnTo>
                  <a:lnTo>
                    <a:pt x="890016" y="458724"/>
                  </a:lnTo>
                  <a:lnTo>
                    <a:pt x="880872" y="463296"/>
                  </a:lnTo>
                  <a:lnTo>
                    <a:pt x="871727" y="466343"/>
                  </a:lnTo>
                  <a:lnTo>
                    <a:pt x="865632" y="467867"/>
                  </a:lnTo>
                  <a:lnTo>
                    <a:pt x="865632" y="469391"/>
                  </a:lnTo>
                  <a:lnTo>
                    <a:pt x="897128" y="469391"/>
                  </a:lnTo>
                  <a:lnTo>
                    <a:pt x="902208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4199" y="136550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3"/>
                  </a:lnTo>
                  <a:lnTo>
                    <a:pt x="912876" y="457200"/>
                  </a:lnTo>
                  <a:close/>
                </a:path>
                <a:path w="940434" h="483235">
                  <a:moveTo>
                    <a:pt x="77724" y="25908"/>
                  </a:move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2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3"/>
                  </a:lnTo>
                  <a:lnTo>
                    <a:pt x="35814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6"/>
                  </a:lnTo>
                  <a:lnTo>
                    <a:pt x="30480" y="64008"/>
                  </a:lnTo>
                  <a:lnTo>
                    <a:pt x="33527" y="57912"/>
                  </a:lnTo>
                  <a:lnTo>
                    <a:pt x="35559" y="54863"/>
                  </a:lnTo>
                  <a:lnTo>
                    <a:pt x="35051" y="54863"/>
                  </a:lnTo>
                  <a:lnTo>
                    <a:pt x="44386" y="44196"/>
                  </a:lnTo>
                  <a:lnTo>
                    <a:pt x="42672" y="44196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2" y="30479"/>
                  </a:lnTo>
                  <a:lnTo>
                    <a:pt x="70103" y="27432"/>
                  </a:lnTo>
                  <a:lnTo>
                    <a:pt x="77724" y="25908"/>
                  </a:lnTo>
                  <a:close/>
                </a:path>
                <a:path w="940434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8725" y="437388"/>
                  </a:lnTo>
                  <a:close/>
                </a:path>
                <a:path w="940434" h="483235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3235">
                  <a:moveTo>
                    <a:pt x="894588" y="42672"/>
                  </a:move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5196"/>
                  </a:lnTo>
                  <a:lnTo>
                    <a:pt x="903732" y="429767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8420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3235">
                  <a:moveTo>
                    <a:pt x="35814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4" y="428243"/>
                  </a:lnTo>
                  <a:close/>
                </a:path>
                <a:path w="940434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59" y="54863"/>
                  </a:lnTo>
                  <a:lnTo>
                    <a:pt x="36575" y="53339"/>
                  </a:lnTo>
                  <a:close/>
                </a:path>
                <a:path w="940434" h="483235">
                  <a:moveTo>
                    <a:pt x="45720" y="42672"/>
                  </a:moveTo>
                  <a:lnTo>
                    <a:pt x="42672" y="44196"/>
                  </a:lnTo>
                  <a:lnTo>
                    <a:pt x="44386" y="44196"/>
                  </a:lnTo>
                  <a:lnTo>
                    <a:pt x="45720" y="42672"/>
                  </a:lnTo>
                  <a:close/>
                </a:path>
                <a:path w="940434" h="483235">
                  <a:moveTo>
                    <a:pt x="914400" y="25908"/>
                  </a:moveTo>
                  <a:lnTo>
                    <a:pt x="858012" y="25908"/>
                  </a:lnTo>
                  <a:lnTo>
                    <a:pt x="876300" y="30479"/>
                  </a:lnTo>
                  <a:lnTo>
                    <a:pt x="882396" y="33527"/>
                  </a:lnTo>
                  <a:lnTo>
                    <a:pt x="886968" y="36575"/>
                  </a:lnTo>
                  <a:lnTo>
                    <a:pt x="897636" y="44196"/>
                  </a:lnTo>
                  <a:lnTo>
                    <a:pt x="928420" y="44196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close/>
                </a:path>
                <a:path w="940434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952927" y="1448739"/>
            <a:ext cx="4550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3040" algn="l"/>
                <a:tab pos="2903220" algn="l"/>
                <a:tab pos="4338955" algn="l"/>
              </a:tabLst>
            </a:pP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/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800" b="1" spc="-35" dirty="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2700" b="1" spc="-75" baseline="1543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endParaRPr sz="2700" baseline="1543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17407" y="1345691"/>
            <a:ext cx="940435" cy="481965"/>
            <a:chOff x="8217407" y="1345691"/>
            <a:chExt cx="940435" cy="481965"/>
          </a:xfrm>
        </p:grpSpPr>
        <p:sp>
          <p:nvSpPr>
            <p:cNvPr id="36" name="object 36"/>
            <p:cNvSpPr/>
            <p:nvPr/>
          </p:nvSpPr>
          <p:spPr>
            <a:xfrm>
              <a:off x="8229599" y="1378071"/>
              <a:ext cx="914400" cy="437515"/>
            </a:xfrm>
            <a:custGeom>
              <a:avLst/>
              <a:gdLst/>
              <a:ahLst/>
              <a:cxnLst/>
              <a:rect l="l" t="t" r="r" b="b"/>
              <a:pathLst>
                <a:path w="914400" h="437514">
                  <a:moveTo>
                    <a:pt x="6692" y="25266"/>
                  </a:moveTo>
                  <a:lnTo>
                    <a:pt x="6119" y="26104"/>
                  </a:lnTo>
                  <a:lnTo>
                    <a:pt x="5806" y="27635"/>
                  </a:lnTo>
                  <a:lnTo>
                    <a:pt x="6096" y="27056"/>
                  </a:lnTo>
                  <a:lnTo>
                    <a:pt x="6692" y="25266"/>
                  </a:lnTo>
                  <a:close/>
                </a:path>
                <a:path w="914400" h="437514">
                  <a:moveTo>
                    <a:pt x="25532" y="0"/>
                  </a:moveTo>
                  <a:lnTo>
                    <a:pt x="22669" y="1910"/>
                  </a:lnTo>
                  <a:lnTo>
                    <a:pt x="20607" y="4925"/>
                  </a:lnTo>
                  <a:lnTo>
                    <a:pt x="25532" y="0"/>
                  </a:lnTo>
                  <a:close/>
                </a:path>
                <a:path w="914400" h="437514">
                  <a:moveTo>
                    <a:pt x="68677" y="435494"/>
                  </a:moveTo>
                  <a:lnTo>
                    <a:pt x="76200" y="437012"/>
                  </a:lnTo>
                  <a:lnTo>
                    <a:pt x="838200" y="437012"/>
                  </a:lnTo>
                  <a:lnTo>
                    <a:pt x="68677" y="435494"/>
                  </a:lnTo>
                  <a:close/>
                </a:path>
                <a:path w="914400" h="437514">
                  <a:moveTo>
                    <a:pt x="40316" y="426690"/>
                  </a:moveTo>
                  <a:lnTo>
                    <a:pt x="46934" y="431107"/>
                  </a:lnTo>
                  <a:lnTo>
                    <a:pt x="53028" y="432336"/>
                  </a:lnTo>
                  <a:lnTo>
                    <a:pt x="48768" y="430916"/>
                  </a:lnTo>
                  <a:lnTo>
                    <a:pt x="40316" y="426690"/>
                  </a:lnTo>
                  <a:close/>
                </a:path>
                <a:path w="914400" h="437514">
                  <a:moveTo>
                    <a:pt x="22859" y="414152"/>
                  </a:moveTo>
                  <a:lnTo>
                    <a:pt x="22148" y="414152"/>
                  </a:lnTo>
                  <a:lnTo>
                    <a:pt x="22669" y="414914"/>
                  </a:lnTo>
                  <a:lnTo>
                    <a:pt x="30113" y="419882"/>
                  </a:lnTo>
                  <a:lnTo>
                    <a:pt x="27431" y="417200"/>
                  </a:lnTo>
                  <a:lnTo>
                    <a:pt x="24383" y="415676"/>
                  </a:lnTo>
                  <a:lnTo>
                    <a:pt x="22859" y="414152"/>
                  </a:lnTo>
                  <a:close/>
                </a:path>
                <a:path w="914400" h="437514">
                  <a:moveTo>
                    <a:pt x="17307" y="407076"/>
                  </a:moveTo>
                  <a:lnTo>
                    <a:pt x="21335" y="412965"/>
                  </a:lnTo>
                  <a:lnTo>
                    <a:pt x="21335" y="411104"/>
                  </a:lnTo>
                  <a:lnTo>
                    <a:pt x="17307" y="407076"/>
                  </a:lnTo>
                  <a:close/>
                </a:path>
                <a:path w="914400" h="437514">
                  <a:moveTo>
                    <a:pt x="10708" y="397428"/>
                  </a:moveTo>
                  <a:lnTo>
                    <a:pt x="12192" y="399597"/>
                  </a:lnTo>
                  <a:lnTo>
                    <a:pt x="12192" y="398912"/>
                  </a:lnTo>
                  <a:lnTo>
                    <a:pt x="10708" y="397428"/>
                  </a:lnTo>
                  <a:close/>
                </a:path>
                <a:path w="914400" h="437514">
                  <a:moveTo>
                    <a:pt x="9144" y="394340"/>
                  </a:moveTo>
                  <a:lnTo>
                    <a:pt x="8595" y="394340"/>
                  </a:lnTo>
                  <a:lnTo>
                    <a:pt x="9144" y="395142"/>
                  </a:lnTo>
                  <a:lnTo>
                    <a:pt x="9144" y="394340"/>
                  </a:lnTo>
                  <a:close/>
                </a:path>
                <a:path w="914400" h="437514">
                  <a:moveTo>
                    <a:pt x="7620" y="391292"/>
                  </a:moveTo>
                  <a:lnTo>
                    <a:pt x="6510" y="391292"/>
                  </a:lnTo>
                  <a:lnTo>
                    <a:pt x="7620" y="392914"/>
                  </a:lnTo>
                  <a:lnTo>
                    <a:pt x="7620" y="391292"/>
                  </a:lnTo>
                  <a:close/>
                </a:path>
                <a:path w="914400" h="437514">
                  <a:moveTo>
                    <a:pt x="6096" y="386720"/>
                  </a:moveTo>
                  <a:lnTo>
                    <a:pt x="5301" y="386720"/>
                  </a:lnTo>
                  <a:lnTo>
                    <a:pt x="6096" y="390604"/>
                  </a:lnTo>
                  <a:lnTo>
                    <a:pt x="6096" y="386720"/>
                  </a:lnTo>
                  <a:close/>
                </a:path>
                <a:path w="914400" h="437514">
                  <a:moveTo>
                    <a:pt x="4572" y="382148"/>
                  </a:moveTo>
                  <a:lnTo>
                    <a:pt x="4365" y="382148"/>
                  </a:lnTo>
                  <a:lnTo>
                    <a:pt x="4572" y="383156"/>
                  </a:lnTo>
                  <a:lnTo>
                    <a:pt x="4572" y="382148"/>
                  </a:lnTo>
                  <a:close/>
                </a:path>
                <a:path w="914400" h="437514">
                  <a:moveTo>
                    <a:pt x="1524" y="360812"/>
                  </a:moveTo>
                  <a:lnTo>
                    <a:pt x="0" y="360812"/>
                  </a:lnTo>
                  <a:lnTo>
                    <a:pt x="1524" y="368260"/>
                  </a:lnTo>
                  <a:lnTo>
                    <a:pt x="1524" y="360812"/>
                  </a:lnTo>
                  <a:close/>
                </a:path>
                <a:path w="914400" h="437514">
                  <a:moveTo>
                    <a:pt x="906779" y="23542"/>
                  </a:moveTo>
                  <a:lnTo>
                    <a:pt x="906779" y="24008"/>
                  </a:lnTo>
                  <a:lnTo>
                    <a:pt x="907091" y="24008"/>
                  </a:lnTo>
                  <a:lnTo>
                    <a:pt x="906779" y="23542"/>
                  </a:lnTo>
                  <a:close/>
                </a:path>
                <a:path w="914400" h="437514">
                  <a:moveTo>
                    <a:pt x="908303" y="25819"/>
                  </a:moveTo>
                  <a:lnTo>
                    <a:pt x="908303" y="27056"/>
                  </a:lnTo>
                  <a:lnTo>
                    <a:pt x="908682" y="27056"/>
                  </a:lnTo>
                  <a:lnTo>
                    <a:pt x="908494" y="26104"/>
                  </a:lnTo>
                  <a:lnTo>
                    <a:pt x="908303" y="25819"/>
                  </a:lnTo>
                  <a:close/>
                </a:path>
                <a:path w="914400" h="437514">
                  <a:moveTo>
                    <a:pt x="914332" y="55669"/>
                  </a:moveTo>
                  <a:lnTo>
                    <a:pt x="912910" y="368353"/>
                  </a:lnTo>
                  <a:lnTo>
                    <a:pt x="914400" y="360812"/>
                  </a:lnTo>
                  <a:lnTo>
                    <a:pt x="914332" y="55669"/>
                  </a:lnTo>
                  <a:close/>
                </a:path>
                <a:path w="914400" h="437514">
                  <a:moveTo>
                    <a:pt x="890051" y="416420"/>
                  </a:moveTo>
                  <a:lnTo>
                    <a:pt x="888492" y="417200"/>
                  </a:lnTo>
                  <a:lnTo>
                    <a:pt x="887693" y="417998"/>
                  </a:lnTo>
                  <a:lnTo>
                    <a:pt x="890051" y="416420"/>
                  </a:lnTo>
                  <a:close/>
                </a:path>
                <a:path w="914400" h="437514">
                  <a:moveTo>
                    <a:pt x="872046" y="428471"/>
                  </a:moveTo>
                  <a:lnTo>
                    <a:pt x="867155" y="430916"/>
                  </a:lnTo>
                  <a:lnTo>
                    <a:pt x="864369" y="431845"/>
                  </a:lnTo>
                  <a:lnTo>
                    <a:pt x="868108" y="431107"/>
                  </a:lnTo>
                  <a:lnTo>
                    <a:pt x="872046" y="428471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2"/>
                  </a:lnTo>
                  <a:lnTo>
                    <a:pt x="862584" y="469392"/>
                  </a:lnTo>
                  <a:lnTo>
                    <a:pt x="77724" y="467868"/>
                  </a:lnTo>
                  <a:lnTo>
                    <a:pt x="70103" y="466344"/>
                  </a:lnTo>
                  <a:lnTo>
                    <a:pt x="60960" y="463296"/>
                  </a:lnTo>
                  <a:lnTo>
                    <a:pt x="45720" y="455675"/>
                  </a:lnTo>
                  <a:lnTo>
                    <a:pt x="39624" y="449580"/>
                  </a:lnTo>
                  <a:lnTo>
                    <a:pt x="36575" y="448056"/>
                  </a:lnTo>
                  <a:lnTo>
                    <a:pt x="35051" y="446532"/>
                  </a:lnTo>
                  <a:lnTo>
                    <a:pt x="33527" y="446532"/>
                  </a:lnTo>
                  <a:lnTo>
                    <a:pt x="33527" y="443484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40"/>
                  </a:lnTo>
                  <a:lnTo>
                    <a:pt x="24384" y="434340"/>
                  </a:lnTo>
                  <a:lnTo>
                    <a:pt x="24384" y="431292"/>
                  </a:lnTo>
                  <a:lnTo>
                    <a:pt x="22860" y="429768"/>
                  </a:lnTo>
                  <a:lnTo>
                    <a:pt x="21336" y="429768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8"/>
                  </a:lnTo>
                  <a:lnTo>
                    <a:pt x="15240" y="414528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2"/>
                  </a:lnTo>
                  <a:lnTo>
                    <a:pt x="12192" y="393192"/>
                  </a:lnTo>
                  <a:lnTo>
                    <a:pt x="12192" y="88392"/>
                  </a:lnTo>
                  <a:lnTo>
                    <a:pt x="13716" y="73152"/>
                  </a:lnTo>
                  <a:lnTo>
                    <a:pt x="15240" y="67056"/>
                  </a:lnTo>
                  <a:lnTo>
                    <a:pt x="16764" y="62484"/>
                  </a:lnTo>
                  <a:lnTo>
                    <a:pt x="18288" y="59436"/>
                  </a:lnTo>
                  <a:lnTo>
                    <a:pt x="19812" y="54863"/>
                  </a:lnTo>
                  <a:lnTo>
                    <a:pt x="21336" y="51816"/>
                  </a:lnTo>
                  <a:lnTo>
                    <a:pt x="22860" y="50292"/>
                  </a:lnTo>
                  <a:lnTo>
                    <a:pt x="24384" y="47244"/>
                  </a:lnTo>
                  <a:lnTo>
                    <a:pt x="25908" y="45720"/>
                  </a:lnTo>
                  <a:lnTo>
                    <a:pt x="27432" y="42672"/>
                  </a:lnTo>
                  <a:lnTo>
                    <a:pt x="42672" y="27432"/>
                  </a:lnTo>
                  <a:lnTo>
                    <a:pt x="45720" y="25908"/>
                  </a:lnTo>
                  <a:lnTo>
                    <a:pt x="47244" y="24384"/>
                  </a:lnTo>
                  <a:lnTo>
                    <a:pt x="50292" y="22860"/>
                  </a:lnTo>
                  <a:lnTo>
                    <a:pt x="51816" y="21336"/>
                  </a:lnTo>
                  <a:lnTo>
                    <a:pt x="57912" y="18287"/>
                  </a:lnTo>
                  <a:lnTo>
                    <a:pt x="62484" y="16763"/>
                  </a:lnTo>
                  <a:lnTo>
                    <a:pt x="65532" y="15240"/>
                  </a:lnTo>
                  <a:lnTo>
                    <a:pt x="71627" y="13716"/>
                  </a:lnTo>
                  <a:lnTo>
                    <a:pt x="80772" y="12192"/>
                  </a:lnTo>
                  <a:lnTo>
                    <a:pt x="895604" y="12192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1964">
                  <a:moveTo>
                    <a:pt x="895604" y="12192"/>
                  </a:moveTo>
                  <a:lnTo>
                    <a:pt x="859536" y="12192"/>
                  </a:lnTo>
                  <a:lnTo>
                    <a:pt x="868680" y="13716"/>
                  </a:lnTo>
                  <a:lnTo>
                    <a:pt x="874776" y="15240"/>
                  </a:lnTo>
                  <a:lnTo>
                    <a:pt x="877824" y="16763"/>
                  </a:lnTo>
                  <a:lnTo>
                    <a:pt x="882396" y="18287"/>
                  </a:lnTo>
                  <a:lnTo>
                    <a:pt x="888492" y="21336"/>
                  </a:lnTo>
                  <a:lnTo>
                    <a:pt x="890016" y="22860"/>
                  </a:lnTo>
                  <a:lnTo>
                    <a:pt x="893064" y="24384"/>
                  </a:lnTo>
                  <a:lnTo>
                    <a:pt x="894588" y="25908"/>
                  </a:lnTo>
                  <a:lnTo>
                    <a:pt x="897636" y="27432"/>
                  </a:lnTo>
                  <a:lnTo>
                    <a:pt x="912876" y="42672"/>
                  </a:lnTo>
                  <a:lnTo>
                    <a:pt x="912876" y="45720"/>
                  </a:lnTo>
                  <a:lnTo>
                    <a:pt x="914400" y="45720"/>
                  </a:lnTo>
                  <a:lnTo>
                    <a:pt x="915924" y="47244"/>
                  </a:lnTo>
                  <a:lnTo>
                    <a:pt x="915924" y="50292"/>
                  </a:lnTo>
                  <a:lnTo>
                    <a:pt x="917448" y="50292"/>
                  </a:lnTo>
                  <a:lnTo>
                    <a:pt x="918972" y="51816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6"/>
                  </a:lnTo>
                  <a:lnTo>
                    <a:pt x="925068" y="67056"/>
                  </a:lnTo>
                  <a:lnTo>
                    <a:pt x="925068" y="73152"/>
                  </a:lnTo>
                  <a:lnTo>
                    <a:pt x="926592" y="73152"/>
                  </a:lnTo>
                  <a:lnTo>
                    <a:pt x="925068" y="408432"/>
                  </a:lnTo>
                  <a:lnTo>
                    <a:pt x="923544" y="414528"/>
                  </a:lnTo>
                  <a:lnTo>
                    <a:pt x="920496" y="423672"/>
                  </a:lnTo>
                  <a:lnTo>
                    <a:pt x="917448" y="429768"/>
                  </a:lnTo>
                  <a:lnTo>
                    <a:pt x="915924" y="431292"/>
                  </a:lnTo>
                  <a:lnTo>
                    <a:pt x="912876" y="437388"/>
                  </a:lnTo>
                  <a:lnTo>
                    <a:pt x="908303" y="441960"/>
                  </a:lnTo>
                  <a:lnTo>
                    <a:pt x="906780" y="445008"/>
                  </a:lnTo>
                  <a:lnTo>
                    <a:pt x="903732" y="448056"/>
                  </a:lnTo>
                  <a:lnTo>
                    <a:pt x="900684" y="449580"/>
                  </a:lnTo>
                  <a:lnTo>
                    <a:pt x="894588" y="455675"/>
                  </a:lnTo>
                  <a:lnTo>
                    <a:pt x="879348" y="463296"/>
                  </a:lnTo>
                  <a:lnTo>
                    <a:pt x="870203" y="466344"/>
                  </a:lnTo>
                  <a:lnTo>
                    <a:pt x="862584" y="467868"/>
                  </a:lnTo>
                  <a:lnTo>
                    <a:pt x="862584" y="469392"/>
                  </a:lnTo>
                  <a:lnTo>
                    <a:pt x="897128" y="469392"/>
                  </a:lnTo>
                  <a:lnTo>
                    <a:pt x="902208" y="466344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29640" y="45720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14400" y="25908"/>
                  </a:lnTo>
                  <a:lnTo>
                    <a:pt x="912876" y="24384"/>
                  </a:lnTo>
                  <a:lnTo>
                    <a:pt x="902208" y="15240"/>
                  </a:lnTo>
                  <a:lnTo>
                    <a:pt x="900684" y="15240"/>
                  </a:lnTo>
                  <a:lnTo>
                    <a:pt x="895604" y="1219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29599" y="135788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1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1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1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4"/>
                  </a:lnTo>
                  <a:lnTo>
                    <a:pt x="912876" y="457200"/>
                  </a:lnTo>
                  <a:close/>
                </a:path>
                <a:path w="940434" h="481964">
                  <a:moveTo>
                    <a:pt x="902208" y="15240"/>
                  </a:move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70103" y="454152"/>
                  </a:lnTo>
                  <a:lnTo>
                    <a:pt x="64008" y="451104"/>
                  </a:lnTo>
                  <a:lnTo>
                    <a:pt x="57912" y="449580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4"/>
                  </a:lnTo>
                  <a:lnTo>
                    <a:pt x="35814" y="428244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0772"/>
                  </a:lnTo>
                  <a:lnTo>
                    <a:pt x="28956" y="68580"/>
                  </a:lnTo>
                  <a:lnTo>
                    <a:pt x="30480" y="64008"/>
                  </a:lnTo>
                  <a:lnTo>
                    <a:pt x="35814" y="53340"/>
                  </a:lnTo>
                  <a:lnTo>
                    <a:pt x="35051" y="53340"/>
                  </a:lnTo>
                  <a:lnTo>
                    <a:pt x="44196" y="44196"/>
                  </a:lnTo>
                  <a:lnTo>
                    <a:pt x="42672" y="44196"/>
                  </a:lnTo>
                  <a:lnTo>
                    <a:pt x="54864" y="35052"/>
                  </a:lnTo>
                  <a:lnTo>
                    <a:pt x="55372" y="35052"/>
                  </a:lnTo>
                  <a:lnTo>
                    <a:pt x="59436" y="32004"/>
                  </a:lnTo>
                  <a:lnTo>
                    <a:pt x="65532" y="30480"/>
                  </a:lnTo>
                  <a:lnTo>
                    <a:pt x="70103" y="27432"/>
                  </a:lnTo>
                  <a:lnTo>
                    <a:pt x="77724" y="25908"/>
                  </a:lnTo>
                  <a:lnTo>
                    <a:pt x="83820" y="25908"/>
                  </a:lnTo>
                  <a:lnTo>
                    <a:pt x="89916" y="24384"/>
                  </a:lnTo>
                  <a:lnTo>
                    <a:pt x="912876" y="24384"/>
                  </a:lnTo>
                  <a:lnTo>
                    <a:pt x="902208" y="15240"/>
                  </a:lnTo>
                  <a:close/>
                </a:path>
                <a:path w="940434" h="481964">
                  <a:moveTo>
                    <a:pt x="928497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80"/>
                  </a:lnTo>
                  <a:lnTo>
                    <a:pt x="874776" y="452628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8497" y="437388"/>
                  </a:lnTo>
                  <a:close/>
                </a:path>
                <a:path w="940434" h="481964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1964">
                  <a:moveTo>
                    <a:pt x="932078" y="51816"/>
                  </a:moveTo>
                  <a:lnTo>
                    <a:pt x="903732" y="51816"/>
                  </a:lnTo>
                  <a:lnTo>
                    <a:pt x="906780" y="59436"/>
                  </a:lnTo>
                  <a:lnTo>
                    <a:pt x="909827" y="64008"/>
                  </a:ln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3672"/>
                  </a:lnTo>
                  <a:lnTo>
                    <a:pt x="903732" y="429768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497" y="437388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32078" y="51816"/>
                  </a:lnTo>
                  <a:close/>
                </a:path>
                <a:path w="940434" h="481964">
                  <a:moveTo>
                    <a:pt x="35814" y="428244"/>
                  </a:moveTo>
                  <a:lnTo>
                    <a:pt x="35051" y="428244"/>
                  </a:lnTo>
                  <a:lnTo>
                    <a:pt x="36575" y="429768"/>
                  </a:lnTo>
                  <a:lnTo>
                    <a:pt x="35814" y="428244"/>
                  </a:lnTo>
                  <a:close/>
                </a:path>
                <a:path w="940434" h="481964">
                  <a:moveTo>
                    <a:pt x="36575" y="51816"/>
                  </a:moveTo>
                  <a:lnTo>
                    <a:pt x="35051" y="53340"/>
                  </a:lnTo>
                  <a:lnTo>
                    <a:pt x="35814" y="53340"/>
                  </a:lnTo>
                  <a:lnTo>
                    <a:pt x="36575" y="51816"/>
                  </a:lnTo>
                  <a:close/>
                </a:path>
                <a:path w="940434" h="481964">
                  <a:moveTo>
                    <a:pt x="894588" y="42672"/>
                  </a:moveTo>
                  <a:lnTo>
                    <a:pt x="903732" y="53340"/>
                  </a:lnTo>
                  <a:lnTo>
                    <a:pt x="903732" y="51816"/>
                  </a:lnTo>
                  <a:lnTo>
                    <a:pt x="932078" y="51816"/>
                  </a:lnTo>
                  <a:lnTo>
                    <a:pt x="929640" y="45720"/>
                  </a:lnTo>
                  <a:lnTo>
                    <a:pt x="928497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1964">
                  <a:moveTo>
                    <a:pt x="45720" y="42672"/>
                  </a:moveTo>
                  <a:lnTo>
                    <a:pt x="42672" y="44196"/>
                  </a:lnTo>
                  <a:lnTo>
                    <a:pt x="44196" y="44196"/>
                  </a:lnTo>
                  <a:lnTo>
                    <a:pt x="45720" y="42672"/>
                  </a:lnTo>
                  <a:close/>
                </a:path>
                <a:path w="940434" h="481964">
                  <a:moveTo>
                    <a:pt x="921258" y="35052"/>
                  </a:moveTo>
                  <a:lnTo>
                    <a:pt x="885444" y="35052"/>
                  </a:lnTo>
                  <a:lnTo>
                    <a:pt x="897636" y="44196"/>
                  </a:lnTo>
                  <a:lnTo>
                    <a:pt x="928497" y="44196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21258" y="35052"/>
                  </a:lnTo>
                  <a:close/>
                </a:path>
                <a:path w="940434" h="481964">
                  <a:moveTo>
                    <a:pt x="55372" y="35052"/>
                  </a:moveTo>
                  <a:lnTo>
                    <a:pt x="54864" y="35052"/>
                  </a:lnTo>
                  <a:lnTo>
                    <a:pt x="53340" y="36575"/>
                  </a:lnTo>
                  <a:lnTo>
                    <a:pt x="55372" y="35052"/>
                  </a:lnTo>
                  <a:close/>
                </a:path>
                <a:path w="940434" h="481964">
                  <a:moveTo>
                    <a:pt x="912876" y="24384"/>
                  </a:moveTo>
                  <a:lnTo>
                    <a:pt x="850392" y="24384"/>
                  </a:lnTo>
                  <a:lnTo>
                    <a:pt x="858012" y="25908"/>
                  </a:lnTo>
                  <a:lnTo>
                    <a:pt x="864108" y="25908"/>
                  </a:lnTo>
                  <a:lnTo>
                    <a:pt x="870203" y="27432"/>
                  </a:lnTo>
                  <a:lnTo>
                    <a:pt x="882396" y="33528"/>
                  </a:lnTo>
                  <a:lnTo>
                    <a:pt x="886968" y="36575"/>
                  </a:lnTo>
                  <a:lnTo>
                    <a:pt x="885444" y="35052"/>
                  </a:lnTo>
                  <a:lnTo>
                    <a:pt x="921258" y="35052"/>
                  </a:lnTo>
                  <a:lnTo>
                    <a:pt x="914400" y="25908"/>
                  </a:lnTo>
                  <a:lnTo>
                    <a:pt x="912876" y="24384"/>
                  </a:lnTo>
                  <a:close/>
                </a:path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900684" y="15240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591804" y="1435023"/>
            <a:ext cx="187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58180" y="4060952"/>
            <a:ext cx="187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223504" y="3886200"/>
            <a:ext cx="699770" cy="464820"/>
            <a:chOff x="8223504" y="3886200"/>
            <a:chExt cx="699770" cy="464820"/>
          </a:xfrm>
        </p:grpSpPr>
        <p:sp>
          <p:nvSpPr>
            <p:cNvPr id="43" name="object 43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243187" y="324612"/>
                  </a:moveTo>
                  <a:lnTo>
                    <a:pt x="210311" y="324612"/>
                  </a:lnTo>
                  <a:lnTo>
                    <a:pt x="341375" y="455675"/>
                  </a:lnTo>
                  <a:lnTo>
                    <a:pt x="243187" y="324612"/>
                  </a:lnTo>
                  <a:close/>
                </a:path>
                <a:path w="685800" h="457200">
                  <a:moveTo>
                    <a:pt x="277368" y="271272"/>
                  </a:moveTo>
                  <a:lnTo>
                    <a:pt x="203227" y="271272"/>
                  </a:lnTo>
                  <a:lnTo>
                    <a:pt x="243187" y="324612"/>
                  </a:lnTo>
                  <a:lnTo>
                    <a:pt x="277368" y="324612"/>
                  </a:lnTo>
                  <a:lnTo>
                    <a:pt x="277368" y="271272"/>
                  </a:lnTo>
                  <a:close/>
                </a:path>
                <a:path w="685800" h="457200">
                  <a:moveTo>
                    <a:pt x="0" y="0"/>
                  </a:moveTo>
                  <a:lnTo>
                    <a:pt x="0" y="271272"/>
                  </a:lnTo>
                  <a:lnTo>
                    <a:pt x="203227" y="271272"/>
                  </a:lnTo>
                  <a:lnTo>
                    <a:pt x="0" y="0"/>
                  </a:lnTo>
                  <a:close/>
                </a:path>
                <a:path w="685800" h="457200">
                  <a:moveTo>
                    <a:pt x="477011" y="324612"/>
                  </a:moveTo>
                  <a:lnTo>
                    <a:pt x="475488" y="324612"/>
                  </a:lnTo>
                  <a:lnTo>
                    <a:pt x="344424" y="455675"/>
                  </a:lnTo>
                  <a:lnTo>
                    <a:pt x="342392" y="456691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510046" y="271272"/>
                  </a:moveTo>
                  <a:lnTo>
                    <a:pt x="409955" y="271272"/>
                  </a:lnTo>
                  <a:lnTo>
                    <a:pt x="409955" y="324612"/>
                  </a:lnTo>
                  <a:lnTo>
                    <a:pt x="475488" y="324612"/>
                  </a:lnTo>
                  <a:lnTo>
                    <a:pt x="510046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510046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58192" y="457200"/>
                  </a:lnTo>
                  <a:lnTo>
                    <a:pt x="347472" y="457200"/>
                  </a:lnTo>
                  <a:lnTo>
                    <a:pt x="347472" y="455675"/>
                  </a:lnTo>
                  <a:lnTo>
                    <a:pt x="222503" y="330708"/>
                  </a:lnTo>
                  <a:lnTo>
                    <a:pt x="216407" y="330708"/>
                  </a:lnTo>
                  <a:lnTo>
                    <a:pt x="218236" y="326440"/>
                  </a:lnTo>
                  <a:lnTo>
                    <a:pt x="216407" y="324612"/>
                  </a:lnTo>
                  <a:lnTo>
                    <a:pt x="219020" y="324612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52810" y="453385"/>
                  </a:moveTo>
                  <a:lnTo>
                    <a:pt x="350520" y="455675"/>
                  </a:lnTo>
                  <a:lnTo>
                    <a:pt x="347472" y="457200"/>
                  </a:lnTo>
                  <a:lnTo>
                    <a:pt x="358192" y="457200"/>
                  </a:lnTo>
                  <a:lnTo>
                    <a:pt x="361275" y="454151"/>
                  </a:lnTo>
                  <a:lnTo>
                    <a:pt x="353568" y="454151"/>
                  </a:lnTo>
                  <a:lnTo>
                    <a:pt x="352810" y="453385"/>
                  </a:lnTo>
                  <a:close/>
                </a:path>
                <a:path w="699770" h="464820">
                  <a:moveTo>
                    <a:pt x="480822" y="325374"/>
                  </a:moveTo>
                  <a:lnTo>
                    <a:pt x="352810" y="453385"/>
                  </a:lnTo>
                  <a:lnTo>
                    <a:pt x="353568" y="454151"/>
                  </a:lnTo>
                  <a:lnTo>
                    <a:pt x="361275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80822" y="325374"/>
                  </a:lnTo>
                  <a:close/>
                </a:path>
                <a:path w="699770" h="464820">
                  <a:moveTo>
                    <a:pt x="218236" y="326440"/>
                  </a:moveTo>
                  <a:lnTo>
                    <a:pt x="216407" y="330708"/>
                  </a:lnTo>
                  <a:lnTo>
                    <a:pt x="222503" y="330708"/>
                  </a:lnTo>
                  <a:lnTo>
                    <a:pt x="218236" y="326440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0495" y="324612"/>
                  </a:lnTo>
                  <a:lnTo>
                    <a:pt x="481584" y="324612"/>
                  </a:lnTo>
                  <a:lnTo>
                    <a:pt x="480822" y="325374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9020" y="324612"/>
                  </a:lnTo>
                  <a:lnTo>
                    <a:pt x="225500" y="324612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2550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3464" y="318515"/>
                  </a:moveTo>
                  <a:lnTo>
                    <a:pt x="277368" y="324612"/>
                  </a:lnTo>
                  <a:lnTo>
                    <a:pt x="283464" y="324612"/>
                  </a:lnTo>
                  <a:lnTo>
                    <a:pt x="283464" y="318515"/>
                  </a:lnTo>
                  <a:close/>
                </a:path>
                <a:path w="699770" h="464820">
                  <a:moveTo>
                    <a:pt x="416051" y="318515"/>
                  </a:moveTo>
                  <a:lnTo>
                    <a:pt x="416051" y="324612"/>
                  </a:lnTo>
                  <a:lnTo>
                    <a:pt x="422148" y="324612"/>
                  </a:lnTo>
                  <a:lnTo>
                    <a:pt x="416051" y="31851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474015" y="324612"/>
                  </a:lnTo>
                  <a:lnTo>
                    <a:pt x="480495" y="324612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60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6096" y="271272"/>
                  </a:lnTo>
                  <a:lnTo>
                    <a:pt x="6096" y="0"/>
                  </a:lnTo>
                  <a:close/>
                </a:path>
                <a:path w="699770" h="464820">
                  <a:moveTo>
                    <a:pt x="283464" y="271272"/>
                  </a:moveTo>
                  <a:lnTo>
                    <a:pt x="277368" y="271272"/>
                  </a:lnTo>
                  <a:lnTo>
                    <a:pt x="283464" y="277367"/>
                  </a:lnTo>
                  <a:lnTo>
                    <a:pt x="283464" y="271272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1272"/>
                  </a:lnTo>
                  <a:lnTo>
                    <a:pt x="416051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91896" y="0"/>
                  </a:lnTo>
                  <a:lnTo>
                    <a:pt x="691896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477011" y="324612"/>
                  </a:moveTo>
                  <a:lnTo>
                    <a:pt x="210311" y="324612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409955" y="271272"/>
                  </a:moveTo>
                  <a:lnTo>
                    <a:pt x="277368" y="271272"/>
                  </a:lnTo>
                  <a:lnTo>
                    <a:pt x="277368" y="324612"/>
                  </a:lnTo>
                  <a:lnTo>
                    <a:pt x="409955" y="324612"/>
                  </a:lnTo>
                  <a:lnTo>
                    <a:pt x="409955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0" y="0"/>
                  </a:lnTo>
                  <a:lnTo>
                    <a:pt x="0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61274" y="454151"/>
                  </a:lnTo>
                  <a:lnTo>
                    <a:pt x="345948" y="454151"/>
                  </a:lnTo>
                  <a:lnTo>
                    <a:pt x="349757" y="450298"/>
                  </a:lnTo>
                  <a:lnTo>
                    <a:pt x="231526" y="330708"/>
                  </a:lnTo>
                  <a:lnTo>
                    <a:pt x="216407" y="330708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49757" y="450298"/>
                  </a:moveTo>
                  <a:lnTo>
                    <a:pt x="345948" y="454151"/>
                  </a:lnTo>
                  <a:lnTo>
                    <a:pt x="353568" y="454151"/>
                  </a:lnTo>
                  <a:lnTo>
                    <a:pt x="349757" y="450298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349757" y="450298"/>
                  </a:lnTo>
                  <a:lnTo>
                    <a:pt x="353568" y="454151"/>
                  </a:lnTo>
                  <a:lnTo>
                    <a:pt x="361274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6407" y="330708"/>
                  </a:lnTo>
                  <a:lnTo>
                    <a:pt x="231526" y="330708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31526" y="330708"/>
                  </a:lnTo>
                  <a:lnTo>
                    <a:pt x="286512" y="330708"/>
                  </a:lnTo>
                  <a:lnTo>
                    <a:pt x="289560" y="327660"/>
                  </a:lnTo>
                  <a:lnTo>
                    <a:pt x="28956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685800" y="265175"/>
                  </a:moveTo>
                  <a:lnTo>
                    <a:pt x="413003" y="265175"/>
                  </a:lnTo>
                  <a:lnTo>
                    <a:pt x="409955" y="268224"/>
                  </a:lnTo>
                  <a:lnTo>
                    <a:pt x="409955" y="327660"/>
                  </a:lnTo>
                  <a:lnTo>
                    <a:pt x="413003" y="330708"/>
                  </a:lnTo>
                  <a:lnTo>
                    <a:pt x="467989" y="330708"/>
                  </a:lnTo>
                  <a:lnTo>
                    <a:pt x="474015" y="324612"/>
                  </a:lnTo>
                  <a:lnTo>
                    <a:pt x="422148" y="324612"/>
                  </a:lnTo>
                  <a:lnTo>
                    <a:pt x="416051" y="318515"/>
                  </a:lnTo>
                  <a:lnTo>
                    <a:pt x="422148" y="318515"/>
                  </a:lnTo>
                  <a:lnTo>
                    <a:pt x="422148" y="277367"/>
                  </a:lnTo>
                  <a:lnTo>
                    <a:pt x="416051" y="277367"/>
                  </a:lnTo>
                  <a:lnTo>
                    <a:pt x="422148" y="271272"/>
                  </a:lnTo>
                  <a:lnTo>
                    <a:pt x="685800" y="271272"/>
                  </a:lnTo>
                  <a:lnTo>
                    <a:pt x="685800" y="265175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9560" y="318515"/>
                  </a:lnTo>
                  <a:lnTo>
                    <a:pt x="289560" y="277367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9560" y="318515"/>
                  </a:moveTo>
                  <a:lnTo>
                    <a:pt x="283464" y="318515"/>
                  </a:lnTo>
                  <a:lnTo>
                    <a:pt x="277368" y="324612"/>
                  </a:lnTo>
                  <a:lnTo>
                    <a:pt x="289560" y="324612"/>
                  </a:lnTo>
                  <a:lnTo>
                    <a:pt x="289560" y="318515"/>
                  </a:lnTo>
                  <a:close/>
                </a:path>
                <a:path w="699770" h="464820">
                  <a:moveTo>
                    <a:pt x="422148" y="318515"/>
                  </a:move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318515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1371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13716" y="271272"/>
                  </a:lnTo>
                  <a:lnTo>
                    <a:pt x="6096" y="265175"/>
                  </a:lnTo>
                  <a:lnTo>
                    <a:pt x="13716" y="265175"/>
                  </a:lnTo>
                  <a:lnTo>
                    <a:pt x="13716" y="0"/>
                  </a:lnTo>
                  <a:close/>
                </a:path>
                <a:path w="699770" h="464820">
                  <a:moveTo>
                    <a:pt x="286512" y="265175"/>
                  </a:moveTo>
                  <a:lnTo>
                    <a:pt x="13716" y="265175"/>
                  </a:lnTo>
                  <a:lnTo>
                    <a:pt x="13716" y="271272"/>
                  </a:lnTo>
                  <a:lnTo>
                    <a:pt x="277368" y="271272"/>
                  </a:lnTo>
                  <a:lnTo>
                    <a:pt x="283464" y="277367"/>
                  </a:lnTo>
                  <a:lnTo>
                    <a:pt x="289560" y="277367"/>
                  </a:lnTo>
                  <a:lnTo>
                    <a:pt x="289560" y="268224"/>
                  </a:lnTo>
                  <a:lnTo>
                    <a:pt x="286512" y="26517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22148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265175"/>
                  </a:moveTo>
                  <a:lnTo>
                    <a:pt x="691896" y="265175"/>
                  </a:lnTo>
                  <a:lnTo>
                    <a:pt x="685800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265175"/>
                  </a:lnTo>
                  <a:close/>
                </a:path>
                <a:path w="699770" h="464820">
                  <a:moveTo>
                    <a:pt x="13716" y="265175"/>
                  </a:moveTo>
                  <a:lnTo>
                    <a:pt x="6096" y="265175"/>
                  </a:lnTo>
                  <a:lnTo>
                    <a:pt x="13716" y="271272"/>
                  </a:lnTo>
                  <a:lnTo>
                    <a:pt x="13716" y="265175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85800" y="0"/>
                  </a:lnTo>
                  <a:lnTo>
                    <a:pt x="685800" y="271272"/>
                  </a:lnTo>
                  <a:lnTo>
                    <a:pt x="691896" y="265175"/>
                  </a:lnTo>
                  <a:lnTo>
                    <a:pt x="699516" y="265175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395207" y="3832352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Verdana"/>
                <a:cs typeface="Verdana"/>
              </a:rPr>
              <a:t>12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38527"/>
            <a:ext cx="9144000" cy="4572000"/>
            <a:chOff x="457200" y="1938527"/>
            <a:chExt cx="9144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938527"/>
              <a:ext cx="9144000" cy="19476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6858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6096" y="82296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82296"/>
                  </a:lnTo>
                  <a:lnTo>
                    <a:pt x="699516" y="8229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13716" y="82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685800" y="82296"/>
                  </a:lnTo>
                  <a:lnTo>
                    <a:pt x="699516" y="82296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3886200"/>
              <a:ext cx="9144000" cy="26243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341375" y="531876"/>
                  </a:moveTo>
                  <a:lnTo>
                    <a:pt x="342900" y="533400"/>
                  </a:lnTo>
                  <a:lnTo>
                    <a:pt x="343411" y="532893"/>
                  </a:lnTo>
                  <a:lnTo>
                    <a:pt x="341375" y="531876"/>
                  </a:lnTo>
                  <a:close/>
                </a:path>
                <a:path w="685800" h="533400">
                  <a:moveTo>
                    <a:pt x="477012" y="400812"/>
                  </a:moveTo>
                  <a:lnTo>
                    <a:pt x="475488" y="400812"/>
                  </a:lnTo>
                  <a:lnTo>
                    <a:pt x="344424" y="531893"/>
                  </a:lnTo>
                  <a:lnTo>
                    <a:pt x="477012" y="400812"/>
                  </a:lnTo>
                  <a:close/>
                </a:path>
                <a:path w="685800" h="533400">
                  <a:moveTo>
                    <a:pt x="426248" y="400812"/>
                  </a:moveTo>
                  <a:lnTo>
                    <a:pt x="210312" y="400812"/>
                  </a:lnTo>
                  <a:lnTo>
                    <a:pt x="341375" y="531876"/>
                  </a:lnTo>
                  <a:lnTo>
                    <a:pt x="426248" y="400812"/>
                  </a:lnTo>
                  <a:close/>
                </a:path>
                <a:path w="685800" h="533400">
                  <a:moveTo>
                    <a:pt x="409955" y="347472"/>
                  </a:moveTo>
                  <a:lnTo>
                    <a:pt x="277367" y="347472"/>
                  </a:lnTo>
                  <a:lnTo>
                    <a:pt x="277367" y="400812"/>
                  </a:lnTo>
                  <a:lnTo>
                    <a:pt x="409955" y="400812"/>
                  </a:lnTo>
                  <a:lnTo>
                    <a:pt x="409955" y="347472"/>
                  </a:lnTo>
                  <a:close/>
                </a:path>
                <a:path w="685800" h="533400">
                  <a:moveTo>
                    <a:pt x="503476" y="347472"/>
                  </a:moveTo>
                  <a:lnTo>
                    <a:pt x="460789" y="347472"/>
                  </a:lnTo>
                  <a:lnTo>
                    <a:pt x="426248" y="400812"/>
                  </a:lnTo>
                  <a:lnTo>
                    <a:pt x="475488" y="400812"/>
                  </a:lnTo>
                  <a:lnTo>
                    <a:pt x="503476" y="347472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460789" y="347472"/>
                  </a:lnTo>
                  <a:lnTo>
                    <a:pt x="685800" y="0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503476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58192" y="539496"/>
                  </a:lnTo>
                  <a:lnTo>
                    <a:pt x="350520" y="539496"/>
                  </a:lnTo>
                  <a:lnTo>
                    <a:pt x="347472" y="537972"/>
                  </a:lnTo>
                  <a:lnTo>
                    <a:pt x="222504" y="413004"/>
                  </a:lnTo>
                  <a:lnTo>
                    <a:pt x="216408" y="413004"/>
                  </a:lnTo>
                  <a:lnTo>
                    <a:pt x="218236" y="408736"/>
                  </a:lnTo>
                  <a:lnTo>
                    <a:pt x="216408" y="406908"/>
                  </a:lnTo>
                  <a:lnTo>
                    <a:pt x="219020" y="406908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52810" y="535681"/>
                  </a:moveTo>
                  <a:lnTo>
                    <a:pt x="350520" y="537972"/>
                  </a:lnTo>
                  <a:lnTo>
                    <a:pt x="350520" y="539496"/>
                  </a:lnTo>
                  <a:lnTo>
                    <a:pt x="358192" y="539496"/>
                  </a:lnTo>
                  <a:lnTo>
                    <a:pt x="361275" y="536448"/>
                  </a:lnTo>
                  <a:lnTo>
                    <a:pt x="353568" y="536448"/>
                  </a:lnTo>
                  <a:lnTo>
                    <a:pt x="352810" y="535681"/>
                  </a:lnTo>
                  <a:close/>
                </a:path>
                <a:path w="699770" h="547370">
                  <a:moveTo>
                    <a:pt x="480822" y="407670"/>
                  </a:moveTo>
                  <a:lnTo>
                    <a:pt x="352810" y="535681"/>
                  </a:lnTo>
                  <a:lnTo>
                    <a:pt x="353568" y="536448"/>
                  </a:lnTo>
                  <a:lnTo>
                    <a:pt x="361275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80822" y="407670"/>
                  </a:lnTo>
                  <a:close/>
                </a:path>
                <a:path w="699770" h="547370">
                  <a:moveTo>
                    <a:pt x="218236" y="408736"/>
                  </a:moveTo>
                  <a:lnTo>
                    <a:pt x="216408" y="413004"/>
                  </a:lnTo>
                  <a:lnTo>
                    <a:pt x="222504" y="413004"/>
                  </a:lnTo>
                  <a:lnTo>
                    <a:pt x="218236" y="408736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0495" y="406908"/>
                  </a:lnTo>
                  <a:lnTo>
                    <a:pt x="481584" y="406908"/>
                  </a:lnTo>
                  <a:lnTo>
                    <a:pt x="480822" y="407670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9020" y="406908"/>
                  </a:lnTo>
                  <a:lnTo>
                    <a:pt x="225500" y="406908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2550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3463" y="400812"/>
                  </a:moveTo>
                  <a:lnTo>
                    <a:pt x="277368" y="406908"/>
                  </a:lnTo>
                  <a:lnTo>
                    <a:pt x="283463" y="406908"/>
                  </a:lnTo>
                  <a:lnTo>
                    <a:pt x="283463" y="400812"/>
                  </a:lnTo>
                  <a:close/>
                </a:path>
                <a:path w="699770" h="547370">
                  <a:moveTo>
                    <a:pt x="416051" y="400812"/>
                  </a:moveTo>
                  <a:lnTo>
                    <a:pt x="416051" y="406908"/>
                  </a:lnTo>
                  <a:lnTo>
                    <a:pt x="422148" y="406908"/>
                  </a:lnTo>
                  <a:lnTo>
                    <a:pt x="416051" y="40081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474015" y="406908"/>
                  </a:lnTo>
                  <a:lnTo>
                    <a:pt x="480495" y="406908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6096" y="353568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3463" y="353568"/>
                  </a:moveTo>
                  <a:lnTo>
                    <a:pt x="277368" y="353568"/>
                  </a:lnTo>
                  <a:lnTo>
                    <a:pt x="283463" y="359663"/>
                  </a:lnTo>
                  <a:lnTo>
                    <a:pt x="283463" y="353568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3568"/>
                  </a:lnTo>
                  <a:lnTo>
                    <a:pt x="416051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277367" y="347472"/>
                  </a:lnTo>
                  <a:lnTo>
                    <a:pt x="277367" y="400812"/>
                  </a:lnTo>
                  <a:lnTo>
                    <a:pt x="210312" y="400812"/>
                  </a:lnTo>
                  <a:lnTo>
                    <a:pt x="342900" y="533400"/>
                  </a:lnTo>
                  <a:lnTo>
                    <a:pt x="477012" y="400812"/>
                  </a:lnTo>
                  <a:lnTo>
                    <a:pt x="409955" y="400812"/>
                  </a:lnTo>
                  <a:lnTo>
                    <a:pt x="409955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61274" y="536448"/>
                  </a:lnTo>
                  <a:lnTo>
                    <a:pt x="345948" y="536448"/>
                  </a:lnTo>
                  <a:lnTo>
                    <a:pt x="349758" y="532594"/>
                  </a:lnTo>
                  <a:lnTo>
                    <a:pt x="231526" y="413004"/>
                  </a:lnTo>
                  <a:lnTo>
                    <a:pt x="216408" y="413004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49758" y="532594"/>
                  </a:moveTo>
                  <a:lnTo>
                    <a:pt x="345948" y="536448"/>
                  </a:lnTo>
                  <a:lnTo>
                    <a:pt x="353568" y="536448"/>
                  </a:lnTo>
                  <a:lnTo>
                    <a:pt x="349758" y="532594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349758" y="532594"/>
                  </a:lnTo>
                  <a:lnTo>
                    <a:pt x="353568" y="536448"/>
                  </a:lnTo>
                  <a:lnTo>
                    <a:pt x="361274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6408" y="413004"/>
                  </a:lnTo>
                  <a:lnTo>
                    <a:pt x="231526" y="413004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31526" y="413004"/>
                  </a:lnTo>
                  <a:lnTo>
                    <a:pt x="286512" y="413004"/>
                  </a:lnTo>
                  <a:lnTo>
                    <a:pt x="289560" y="409956"/>
                  </a:lnTo>
                  <a:lnTo>
                    <a:pt x="28956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685800" y="347472"/>
                  </a:moveTo>
                  <a:lnTo>
                    <a:pt x="413004" y="347472"/>
                  </a:lnTo>
                  <a:lnTo>
                    <a:pt x="409956" y="350520"/>
                  </a:lnTo>
                  <a:lnTo>
                    <a:pt x="409956" y="409956"/>
                  </a:lnTo>
                  <a:lnTo>
                    <a:pt x="413004" y="413004"/>
                  </a:lnTo>
                  <a:lnTo>
                    <a:pt x="467989" y="413004"/>
                  </a:lnTo>
                  <a:lnTo>
                    <a:pt x="474015" y="406908"/>
                  </a:lnTo>
                  <a:lnTo>
                    <a:pt x="422148" y="406908"/>
                  </a:lnTo>
                  <a:lnTo>
                    <a:pt x="416051" y="400812"/>
                  </a:lnTo>
                  <a:lnTo>
                    <a:pt x="422148" y="400812"/>
                  </a:lnTo>
                  <a:lnTo>
                    <a:pt x="422148" y="359663"/>
                  </a:lnTo>
                  <a:lnTo>
                    <a:pt x="416051" y="359663"/>
                  </a:lnTo>
                  <a:lnTo>
                    <a:pt x="422148" y="353568"/>
                  </a:lnTo>
                  <a:lnTo>
                    <a:pt x="685800" y="353568"/>
                  </a:lnTo>
                  <a:lnTo>
                    <a:pt x="685800" y="347472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9560" y="400812"/>
                  </a:lnTo>
                  <a:lnTo>
                    <a:pt x="289560" y="359663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9560" y="400812"/>
                  </a:moveTo>
                  <a:lnTo>
                    <a:pt x="283463" y="400812"/>
                  </a:lnTo>
                  <a:lnTo>
                    <a:pt x="277368" y="406908"/>
                  </a:lnTo>
                  <a:lnTo>
                    <a:pt x="289560" y="406908"/>
                  </a:lnTo>
                  <a:lnTo>
                    <a:pt x="289560" y="400812"/>
                  </a:lnTo>
                  <a:close/>
                </a:path>
                <a:path w="699770" h="547370">
                  <a:moveTo>
                    <a:pt x="422148" y="400812"/>
                  </a:move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400812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13716" y="353568"/>
                  </a:lnTo>
                  <a:lnTo>
                    <a:pt x="6096" y="347472"/>
                  </a:lnTo>
                  <a:lnTo>
                    <a:pt x="13716" y="347472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6512" y="347472"/>
                  </a:moveTo>
                  <a:lnTo>
                    <a:pt x="13716" y="347472"/>
                  </a:lnTo>
                  <a:lnTo>
                    <a:pt x="13716" y="353568"/>
                  </a:lnTo>
                  <a:lnTo>
                    <a:pt x="277368" y="353568"/>
                  </a:lnTo>
                  <a:lnTo>
                    <a:pt x="283463" y="359663"/>
                  </a:lnTo>
                  <a:lnTo>
                    <a:pt x="289560" y="359663"/>
                  </a:lnTo>
                  <a:lnTo>
                    <a:pt x="289560" y="350520"/>
                  </a:lnTo>
                  <a:lnTo>
                    <a:pt x="286512" y="34747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22148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347472"/>
                  </a:moveTo>
                  <a:lnTo>
                    <a:pt x="691896" y="347472"/>
                  </a:lnTo>
                  <a:lnTo>
                    <a:pt x="685800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347472"/>
                  </a:lnTo>
                  <a:close/>
                </a:path>
                <a:path w="699770" h="547370">
                  <a:moveTo>
                    <a:pt x="13716" y="347472"/>
                  </a:moveTo>
                  <a:lnTo>
                    <a:pt x="6096" y="347472"/>
                  </a:lnTo>
                  <a:lnTo>
                    <a:pt x="13716" y="353568"/>
                  </a:lnTo>
                  <a:lnTo>
                    <a:pt x="13716" y="347472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685800" y="353568"/>
                  </a:lnTo>
                  <a:lnTo>
                    <a:pt x="691896" y="347472"/>
                  </a:lnTo>
                  <a:lnTo>
                    <a:pt x="699516" y="347472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93176" y="761288"/>
            <a:ext cx="77012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Lets</a:t>
            </a:r>
            <a:r>
              <a:rPr spc="-30" dirty="0"/>
              <a:t> </a:t>
            </a:r>
            <a:r>
              <a:rPr dirty="0"/>
              <a:t>think</a:t>
            </a:r>
            <a:r>
              <a:rPr spc="-30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real</a:t>
            </a:r>
            <a:r>
              <a:rPr spc="-20" dirty="0"/>
              <a:t> </a:t>
            </a:r>
            <a:r>
              <a:rPr dirty="0"/>
              <a:t>life </a:t>
            </a:r>
            <a:r>
              <a:rPr spc="-10" dirty="0"/>
              <a:t>scenario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2578607" y="1359408"/>
            <a:ext cx="940435" cy="483234"/>
            <a:chOff x="2578607" y="1359408"/>
            <a:chExt cx="940435" cy="483234"/>
          </a:xfrm>
        </p:grpSpPr>
        <p:sp>
          <p:nvSpPr>
            <p:cNvPr id="15" name="object 15"/>
            <p:cNvSpPr/>
            <p:nvPr/>
          </p:nvSpPr>
          <p:spPr>
            <a:xfrm>
              <a:off x="25911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6" y="469391"/>
                  </a:lnTo>
                  <a:lnTo>
                    <a:pt x="73152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2" y="452627"/>
                  </a:lnTo>
                  <a:lnTo>
                    <a:pt x="39624" y="451103"/>
                  </a:lnTo>
                  <a:lnTo>
                    <a:pt x="32004" y="443483"/>
                  </a:lnTo>
                  <a:lnTo>
                    <a:pt x="30480" y="443483"/>
                  </a:lnTo>
                  <a:lnTo>
                    <a:pt x="30480" y="440436"/>
                  </a:lnTo>
                  <a:lnTo>
                    <a:pt x="25908" y="435863"/>
                  </a:lnTo>
                  <a:lnTo>
                    <a:pt x="24384" y="435863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9955"/>
                  </a:lnTo>
                  <a:lnTo>
                    <a:pt x="13716" y="409955"/>
                  </a:lnTo>
                  <a:lnTo>
                    <a:pt x="13716" y="394715"/>
                  </a:lnTo>
                  <a:lnTo>
                    <a:pt x="12192" y="394715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8287" y="59436"/>
                  </a:lnTo>
                  <a:lnTo>
                    <a:pt x="24384" y="47243"/>
                  </a:lnTo>
                  <a:lnTo>
                    <a:pt x="28956" y="42671"/>
                  </a:lnTo>
                  <a:lnTo>
                    <a:pt x="30480" y="39624"/>
                  </a:lnTo>
                  <a:lnTo>
                    <a:pt x="39624" y="30479"/>
                  </a:lnTo>
                  <a:lnTo>
                    <a:pt x="42672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2" y="13715"/>
                  </a:lnTo>
                  <a:lnTo>
                    <a:pt x="88392" y="12191"/>
                  </a:lnTo>
                  <a:lnTo>
                    <a:pt x="895604" y="12191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4" y="12191"/>
                  </a:moveTo>
                  <a:lnTo>
                    <a:pt x="850392" y="12191"/>
                  </a:lnTo>
                  <a:lnTo>
                    <a:pt x="867156" y="13715"/>
                  </a:lnTo>
                  <a:lnTo>
                    <a:pt x="880871" y="18287"/>
                  </a:lnTo>
                  <a:lnTo>
                    <a:pt x="893064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8" y="39624"/>
                  </a:lnTo>
                  <a:lnTo>
                    <a:pt x="909828" y="42671"/>
                  </a:lnTo>
                  <a:lnTo>
                    <a:pt x="911352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4" y="64007"/>
                  </a:lnTo>
                  <a:lnTo>
                    <a:pt x="923544" y="68579"/>
                  </a:lnTo>
                  <a:lnTo>
                    <a:pt x="925068" y="68579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8" y="440436"/>
                  </a:lnTo>
                  <a:lnTo>
                    <a:pt x="908304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4" y="457200"/>
                  </a:lnTo>
                  <a:lnTo>
                    <a:pt x="880871" y="463295"/>
                  </a:lnTo>
                  <a:lnTo>
                    <a:pt x="867156" y="467867"/>
                  </a:lnTo>
                  <a:lnTo>
                    <a:pt x="867156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90799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4" y="478536"/>
                  </a:lnTo>
                  <a:lnTo>
                    <a:pt x="71628" y="48158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1"/>
                  </a:lnTo>
                  <a:lnTo>
                    <a:pt x="54864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2" y="437388"/>
                  </a:lnTo>
                  <a:lnTo>
                    <a:pt x="43053" y="437388"/>
                  </a:lnTo>
                  <a:lnTo>
                    <a:pt x="35052" y="428243"/>
                  </a:lnTo>
                  <a:lnTo>
                    <a:pt x="35813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5"/>
                  </a:lnTo>
                  <a:lnTo>
                    <a:pt x="30480" y="64007"/>
                  </a:lnTo>
                  <a:lnTo>
                    <a:pt x="33528" y="57912"/>
                  </a:lnTo>
                  <a:lnTo>
                    <a:pt x="35560" y="54863"/>
                  </a:lnTo>
                  <a:lnTo>
                    <a:pt x="35052" y="54863"/>
                  </a:lnTo>
                  <a:lnTo>
                    <a:pt x="43052" y="45719"/>
                  </a:lnTo>
                  <a:lnTo>
                    <a:pt x="42672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1" y="30479"/>
                  </a:lnTo>
                  <a:lnTo>
                    <a:pt x="70104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4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2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2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2" y="53339"/>
                  </a:lnTo>
                  <a:lnTo>
                    <a:pt x="909828" y="65531"/>
                  </a:lnTo>
                  <a:lnTo>
                    <a:pt x="911352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8" y="419100"/>
                  </a:lnTo>
                  <a:lnTo>
                    <a:pt x="906780" y="425195"/>
                  </a:lnTo>
                  <a:lnTo>
                    <a:pt x="903732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3" y="437388"/>
                  </a:moveTo>
                  <a:lnTo>
                    <a:pt x="42672" y="437388"/>
                  </a:lnTo>
                  <a:lnTo>
                    <a:pt x="43780" y="438219"/>
                  </a:lnTo>
                  <a:lnTo>
                    <a:pt x="43053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2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2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2" y="54863"/>
                  </a:lnTo>
                  <a:lnTo>
                    <a:pt x="903732" y="53339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2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2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4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40" y="45719"/>
                  </a:lnTo>
                  <a:lnTo>
                    <a:pt x="927354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4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4" y="42671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8" y="36575"/>
                  </a:lnTo>
                  <a:lnTo>
                    <a:pt x="885444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026408" y="1359408"/>
            <a:ext cx="940435" cy="483234"/>
            <a:chOff x="4026408" y="1359408"/>
            <a:chExt cx="940435" cy="483234"/>
          </a:xfrm>
        </p:grpSpPr>
        <p:sp>
          <p:nvSpPr>
            <p:cNvPr id="20" name="object 20"/>
            <p:cNvSpPr/>
            <p:nvPr/>
          </p:nvSpPr>
          <p:spPr>
            <a:xfrm>
              <a:off x="4038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38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550408" y="1359408"/>
            <a:ext cx="940435" cy="483234"/>
            <a:chOff x="5550408" y="1359408"/>
            <a:chExt cx="940435" cy="483234"/>
          </a:xfrm>
        </p:grpSpPr>
        <p:sp>
          <p:nvSpPr>
            <p:cNvPr id="25" name="object 25"/>
            <p:cNvSpPr/>
            <p:nvPr/>
          </p:nvSpPr>
          <p:spPr>
            <a:xfrm>
              <a:off x="5562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62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922007" y="1353311"/>
            <a:ext cx="940435" cy="483234"/>
            <a:chOff x="6922007" y="1353311"/>
            <a:chExt cx="940435" cy="483234"/>
          </a:xfrm>
        </p:grpSpPr>
        <p:sp>
          <p:nvSpPr>
            <p:cNvPr id="30" name="object 30"/>
            <p:cNvSpPr/>
            <p:nvPr/>
          </p:nvSpPr>
          <p:spPr>
            <a:xfrm>
              <a:off x="6934199" y="1371529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610" y="40189"/>
                  </a:moveTo>
                  <a:lnTo>
                    <a:pt x="6119" y="40908"/>
                  </a:lnTo>
                  <a:lnTo>
                    <a:pt x="6025" y="41359"/>
                  </a:lnTo>
                  <a:lnTo>
                    <a:pt x="6610" y="40189"/>
                  </a:lnTo>
                  <a:close/>
                </a:path>
                <a:path w="914400" h="451485">
                  <a:moveTo>
                    <a:pt x="23867" y="15826"/>
                  </a:moveTo>
                  <a:lnTo>
                    <a:pt x="22669" y="16643"/>
                  </a:lnTo>
                  <a:lnTo>
                    <a:pt x="21852" y="17842"/>
                  </a:lnTo>
                  <a:lnTo>
                    <a:pt x="23867" y="15826"/>
                  </a:lnTo>
                  <a:close/>
                </a:path>
                <a:path w="914400" h="451485">
                  <a:moveTo>
                    <a:pt x="47384" y="0"/>
                  </a:moveTo>
                  <a:lnTo>
                    <a:pt x="46934" y="94"/>
                  </a:lnTo>
                  <a:lnTo>
                    <a:pt x="46214" y="584"/>
                  </a:lnTo>
                  <a:lnTo>
                    <a:pt x="47384" y="0"/>
                  </a:lnTo>
                  <a:close/>
                </a:path>
                <a:path w="914400" h="451485">
                  <a:moveTo>
                    <a:pt x="68707" y="449662"/>
                  </a:moveTo>
                  <a:lnTo>
                    <a:pt x="76200" y="451174"/>
                  </a:lnTo>
                  <a:lnTo>
                    <a:pt x="838200" y="451174"/>
                  </a:lnTo>
                  <a:lnTo>
                    <a:pt x="838347" y="451145"/>
                  </a:lnTo>
                  <a:lnTo>
                    <a:pt x="68707" y="449662"/>
                  </a:lnTo>
                  <a:close/>
                </a:path>
                <a:path w="914400" h="451485">
                  <a:moveTo>
                    <a:pt x="44870" y="443891"/>
                  </a:moveTo>
                  <a:lnTo>
                    <a:pt x="46934" y="445268"/>
                  </a:lnTo>
                  <a:lnTo>
                    <a:pt x="49167" y="445719"/>
                  </a:lnTo>
                  <a:lnTo>
                    <a:pt x="47244" y="445078"/>
                  </a:lnTo>
                  <a:lnTo>
                    <a:pt x="44870" y="443891"/>
                  </a:lnTo>
                  <a:close/>
                </a:path>
                <a:path w="914400" h="451485">
                  <a:moveTo>
                    <a:pt x="26654" y="431735"/>
                  </a:moveTo>
                  <a:lnTo>
                    <a:pt x="30113" y="434043"/>
                  </a:lnTo>
                  <a:lnTo>
                    <a:pt x="28955" y="432886"/>
                  </a:lnTo>
                  <a:lnTo>
                    <a:pt x="26654" y="431735"/>
                  </a:lnTo>
                  <a:close/>
                </a:path>
                <a:path w="914400" h="451485">
                  <a:moveTo>
                    <a:pt x="21335" y="426790"/>
                  </a:moveTo>
                  <a:lnTo>
                    <a:pt x="21105" y="426790"/>
                  </a:lnTo>
                  <a:lnTo>
                    <a:pt x="22669" y="429076"/>
                  </a:lnTo>
                  <a:lnTo>
                    <a:pt x="25532" y="430986"/>
                  </a:lnTo>
                  <a:lnTo>
                    <a:pt x="21335" y="426790"/>
                  </a:lnTo>
                  <a:close/>
                </a:path>
                <a:path w="914400" h="451485">
                  <a:moveTo>
                    <a:pt x="17307" y="421237"/>
                  </a:moveTo>
                  <a:lnTo>
                    <a:pt x="19811" y="424899"/>
                  </a:lnTo>
                  <a:lnTo>
                    <a:pt x="19811" y="423742"/>
                  </a:lnTo>
                  <a:lnTo>
                    <a:pt x="17307" y="421237"/>
                  </a:lnTo>
                  <a:close/>
                </a:path>
                <a:path w="914400" h="451485">
                  <a:moveTo>
                    <a:pt x="9144" y="408502"/>
                  </a:moveTo>
                  <a:lnTo>
                    <a:pt x="8595" y="408502"/>
                  </a:lnTo>
                  <a:lnTo>
                    <a:pt x="9144" y="409303"/>
                  </a:lnTo>
                  <a:lnTo>
                    <a:pt x="9144" y="408502"/>
                  </a:lnTo>
                  <a:close/>
                </a:path>
                <a:path w="914400" h="451485">
                  <a:moveTo>
                    <a:pt x="7620" y="405454"/>
                  </a:moveTo>
                  <a:lnTo>
                    <a:pt x="6510" y="405454"/>
                  </a:lnTo>
                  <a:lnTo>
                    <a:pt x="7620" y="407075"/>
                  </a:lnTo>
                  <a:lnTo>
                    <a:pt x="7620" y="405454"/>
                  </a:lnTo>
                  <a:close/>
                </a:path>
                <a:path w="914400" h="451485">
                  <a:moveTo>
                    <a:pt x="6096" y="400882"/>
                  </a:moveTo>
                  <a:lnTo>
                    <a:pt x="5301" y="400882"/>
                  </a:lnTo>
                  <a:lnTo>
                    <a:pt x="6096" y="404766"/>
                  </a:lnTo>
                  <a:lnTo>
                    <a:pt x="6096" y="400882"/>
                  </a:lnTo>
                  <a:close/>
                </a:path>
                <a:path w="914400" h="451485">
                  <a:moveTo>
                    <a:pt x="4572" y="396310"/>
                  </a:moveTo>
                  <a:lnTo>
                    <a:pt x="4365" y="396310"/>
                  </a:lnTo>
                  <a:lnTo>
                    <a:pt x="4572" y="397318"/>
                  </a:lnTo>
                  <a:lnTo>
                    <a:pt x="4572" y="396310"/>
                  </a:lnTo>
                  <a:close/>
                </a:path>
                <a:path w="914400" h="451485">
                  <a:moveTo>
                    <a:pt x="1524" y="374974"/>
                  </a:moveTo>
                  <a:lnTo>
                    <a:pt x="0" y="374974"/>
                  </a:lnTo>
                  <a:lnTo>
                    <a:pt x="1524" y="382422"/>
                  </a:lnTo>
                  <a:lnTo>
                    <a:pt x="1524" y="374974"/>
                  </a:lnTo>
                  <a:close/>
                </a:path>
                <a:path w="914400" h="451485">
                  <a:moveTo>
                    <a:pt x="908303" y="40623"/>
                  </a:moveTo>
                  <a:lnTo>
                    <a:pt x="908303" y="41218"/>
                  </a:lnTo>
                  <a:lnTo>
                    <a:pt x="908556" y="41218"/>
                  </a:lnTo>
                  <a:lnTo>
                    <a:pt x="908494" y="40908"/>
                  </a:lnTo>
                  <a:lnTo>
                    <a:pt x="908303" y="40623"/>
                  </a:lnTo>
                  <a:close/>
                </a:path>
                <a:path w="914400" h="451485">
                  <a:moveTo>
                    <a:pt x="914332" y="69838"/>
                  </a:moveTo>
                  <a:lnTo>
                    <a:pt x="912910" y="382515"/>
                  </a:lnTo>
                  <a:lnTo>
                    <a:pt x="914400" y="374974"/>
                  </a:lnTo>
                  <a:lnTo>
                    <a:pt x="914332" y="69838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1"/>
                  </a:lnTo>
                  <a:lnTo>
                    <a:pt x="865632" y="469391"/>
                  </a:lnTo>
                  <a:lnTo>
                    <a:pt x="74675" y="467867"/>
                  </a:lnTo>
                  <a:lnTo>
                    <a:pt x="68580" y="466343"/>
                  </a:lnTo>
                  <a:lnTo>
                    <a:pt x="59436" y="463296"/>
                  </a:lnTo>
                  <a:lnTo>
                    <a:pt x="50292" y="458724"/>
                  </a:lnTo>
                  <a:lnTo>
                    <a:pt x="48768" y="457200"/>
                  </a:lnTo>
                  <a:lnTo>
                    <a:pt x="45720" y="455675"/>
                  </a:lnTo>
                  <a:lnTo>
                    <a:pt x="41148" y="451103"/>
                  </a:lnTo>
                  <a:lnTo>
                    <a:pt x="38100" y="449579"/>
                  </a:lnTo>
                  <a:lnTo>
                    <a:pt x="33527" y="445008"/>
                  </a:lnTo>
                  <a:lnTo>
                    <a:pt x="32003" y="445008"/>
                  </a:lnTo>
                  <a:lnTo>
                    <a:pt x="32003" y="441960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39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1"/>
                  </a:lnTo>
                  <a:lnTo>
                    <a:pt x="12192" y="393191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5240" y="67055"/>
                  </a:lnTo>
                  <a:lnTo>
                    <a:pt x="16764" y="62484"/>
                  </a:lnTo>
                  <a:lnTo>
                    <a:pt x="24384" y="47243"/>
                  </a:lnTo>
                  <a:lnTo>
                    <a:pt x="27432" y="44196"/>
                  </a:lnTo>
                  <a:lnTo>
                    <a:pt x="28956" y="41148"/>
                  </a:lnTo>
                  <a:lnTo>
                    <a:pt x="41148" y="28955"/>
                  </a:lnTo>
                  <a:lnTo>
                    <a:pt x="44196" y="27432"/>
                  </a:lnTo>
                  <a:lnTo>
                    <a:pt x="47244" y="24384"/>
                  </a:lnTo>
                  <a:lnTo>
                    <a:pt x="62484" y="16763"/>
                  </a:lnTo>
                  <a:lnTo>
                    <a:pt x="67056" y="15239"/>
                  </a:lnTo>
                  <a:lnTo>
                    <a:pt x="73151" y="13715"/>
                  </a:lnTo>
                  <a:lnTo>
                    <a:pt x="85344" y="12191"/>
                  </a:lnTo>
                  <a:lnTo>
                    <a:pt x="895604" y="12191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3235">
                  <a:moveTo>
                    <a:pt x="895604" y="12191"/>
                  </a:moveTo>
                  <a:lnTo>
                    <a:pt x="854964" y="12191"/>
                  </a:lnTo>
                  <a:lnTo>
                    <a:pt x="867156" y="13715"/>
                  </a:lnTo>
                  <a:lnTo>
                    <a:pt x="873251" y="15239"/>
                  </a:lnTo>
                  <a:lnTo>
                    <a:pt x="877824" y="16763"/>
                  </a:lnTo>
                  <a:lnTo>
                    <a:pt x="893064" y="24384"/>
                  </a:lnTo>
                  <a:lnTo>
                    <a:pt x="896112" y="27432"/>
                  </a:lnTo>
                  <a:lnTo>
                    <a:pt x="899160" y="28955"/>
                  </a:lnTo>
                  <a:lnTo>
                    <a:pt x="911351" y="41148"/>
                  </a:lnTo>
                  <a:lnTo>
                    <a:pt x="911351" y="44196"/>
                  </a:lnTo>
                  <a:lnTo>
                    <a:pt x="912876" y="44196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8" y="50291"/>
                  </a:lnTo>
                  <a:lnTo>
                    <a:pt x="917448" y="53339"/>
                  </a:lnTo>
                  <a:lnTo>
                    <a:pt x="918972" y="53339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5"/>
                  </a:lnTo>
                  <a:lnTo>
                    <a:pt x="925068" y="67055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8432"/>
                  </a:lnTo>
                  <a:lnTo>
                    <a:pt x="914400" y="434339"/>
                  </a:lnTo>
                  <a:lnTo>
                    <a:pt x="912876" y="437388"/>
                  </a:lnTo>
                  <a:lnTo>
                    <a:pt x="909827" y="440436"/>
                  </a:lnTo>
                  <a:lnTo>
                    <a:pt x="908303" y="443484"/>
                  </a:lnTo>
                  <a:lnTo>
                    <a:pt x="900684" y="451103"/>
                  </a:lnTo>
                  <a:lnTo>
                    <a:pt x="897636" y="452627"/>
                  </a:lnTo>
                  <a:lnTo>
                    <a:pt x="894588" y="455675"/>
                  </a:lnTo>
                  <a:lnTo>
                    <a:pt x="891540" y="457200"/>
                  </a:lnTo>
                  <a:lnTo>
                    <a:pt x="890016" y="458724"/>
                  </a:lnTo>
                  <a:lnTo>
                    <a:pt x="880872" y="463296"/>
                  </a:lnTo>
                  <a:lnTo>
                    <a:pt x="871727" y="466343"/>
                  </a:lnTo>
                  <a:lnTo>
                    <a:pt x="865632" y="467867"/>
                  </a:lnTo>
                  <a:lnTo>
                    <a:pt x="865632" y="469391"/>
                  </a:lnTo>
                  <a:lnTo>
                    <a:pt x="897128" y="469391"/>
                  </a:lnTo>
                  <a:lnTo>
                    <a:pt x="902208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4199" y="136550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3"/>
                  </a:lnTo>
                  <a:lnTo>
                    <a:pt x="912876" y="457200"/>
                  </a:lnTo>
                  <a:close/>
                </a:path>
                <a:path w="940434" h="483235">
                  <a:moveTo>
                    <a:pt x="77724" y="25908"/>
                  </a:move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2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3"/>
                  </a:lnTo>
                  <a:lnTo>
                    <a:pt x="35814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6"/>
                  </a:lnTo>
                  <a:lnTo>
                    <a:pt x="30480" y="64008"/>
                  </a:lnTo>
                  <a:lnTo>
                    <a:pt x="33527" y="57912"/>
                  </a:lnTo>
                  <a:lnTo>
                    <a:pt x="35559" y="54863"/>
                  </a:lnTo>
                  <a:lnTo>
                    <a:pt x="35051" y="54863"/>
                  </a:lnTo>
                  <a:lnTo>
                    <a:pt x="44386" y="44196"/>
                  </a:lnTo>
                  <a:lnTo>
                    <a:pt x="42672" y="44196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2" y="30479"/>
                  </a:lnTo>
                  <a:lnTo>
                    <a:pt x="70103" y="27432"/>
                  </a:lnTo>
                  <a:lnTo>
                    <a:pt x="77724" y="25908"/>
                  </a:lnTo>
                  <a:close/>
                </a:path>
                <a:path w="940434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8725" y="437388"/>
                  </a:lnTo>
                  <a:close/>
                </a:path>
                <a:path w="940434" h="483235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3235">
                  <a:moveTo>
                    <a:pt x="894588" y="42672"/>
                  </a:move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5196"/>
                  </a:lnTo>
                  <a:lnTo>
                    <a:pt x="903732" y="429767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8420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3235">
                  <a:moveTo>
                    <a:pt x="35814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4" y="428243"/>
                  </a:lnTo>
                  <a:close/>
                </a:path>
                <a:path w="940434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59" y="54863"/>
                  </a:lnTo>
                  <a:lnTo>
                    <a:pt x="36575" y="53339"/>
                  </a:lnTo>
                  <a:close/>
                </a:path>
                <a:path w="940434" h="483235">
                  <a:moveTo>
                    <a:pt x="45720" y="42672"/>
                  </a:moveTo>
                  <a:lnTo>
                    <a:pt x="42672" y="44196"/>
                  </a:lnTo>
                  <a:lnTo>
                    <a:pt x="44386" y="44196"/>
                  </a:lnTo>
                  <a:lnTo>
                    <a:pt x="45720" y="42672"/>
                  </a:lnTo>
                  <a:close/>
                </a:path>
                <a:path w="940434" h="483235">
                  <a:moveTo>
                    <a:pt x="914400" y="25908"/>
                  </a:moveTo>
                  <a:lnTo>
                    <a:pt x="858012" y="25908"/>
                  </a:lnTo>
                  <a:lnTo>
                    <a:pt x="876300" y="30479"/>
                  </a:lnTo>
                  <a:lnTo>
                    <a:pt x="882396" y="33527"/>
                  </a:lnTo>
                  <a:lnTo>
                    <a:pt x="886968" y="36575"/>
                  </a:lnTo>
                  <a:lnTo>
                    <a:pt x="897636" y="44196"/>
                  </a:lnTo>
                  <a:lnTo>
                    <a:pt x="928420" y="44196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close/>
                </a:path>
                <a:path w="940434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952927" y="1448739"/>
            <a:ext cx="4550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6365" algn="l"/>
                <a:tab pos="2903220" algn="l"/>
                <a:tab pos="4338955" algn="l"/>
              </a:tabLst>
            </a:pP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%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800" b="1" spc="-25" dirty="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2700" b="1" spc="-75" baseline="1543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endParaRPr sz="2700" baseline="1543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17407" y="1345691"/>
            <a:ext cx="940435" cy="481965"/>
            <a:chOff x="8217407" y="1345691"/>
            <a:chExt cx="940435" cy="481965"/>
          </a:xfrm>
        </p:grpSpPr>
        <p:sp>
          <p:nvSpPr>
            <p:cNvPr id="36" name="object 36"/>
            <p:cNvSpPr/>
            <p:nvPr/>
          </p:nvSpPr>
          <p:spPr>
            <a:xfrm>
              <a:off x="8229599" y="1378071"/>
              <a:ext cx="914400" cy="437515"/>
            </a:xfrm>
            <a:custGeom>
              <a:avLst/>
              <a:gdLst/>
              <a:ahLst/>
              <a:cxnLst/>
              <a:rect l="l" t="t" r="r" b="b"/>
              <a:pathLst>
                <a:path w="914400" h="437514">
                  <a:moveTo>
                    <a:pt x="6692" y="25266"/>
                  </a:moveTo>
                  <a:lnTo>
                    <a:pt x="6119" y="26104"/>
                  </a:lnTo>
                  <a:lnTo>
                    <a:pt x="5806" y="27635"/>
                  </a:lnTo>
                  <a:lnTo>
                    <a:pt x="6096" y="27056"/>
                  </a:lnTo>
                  <a:lnTo>
                    <a:pt x="6692" y="25266"/>
                  </a:lnTo>
                  <a:close/>
                </a:path>
                <a:path w="914400" h="437514">
                  <a:moveTo>
                    <a:pt x="25532" y="0"/>
                  </a:moveTo>
                  <a:lnTo>
                    <a:pt x="22669" y="1910"/>
                  </a:lnTo>
                  <a:lnTo>
                    <a:pt x="20607" y="4925"/>
                  </a:lnTo>
                  <a:lnTo>
                    <a:pt x="25532" y="0"/>
                  </a:lnTo>
                  <a:close/>
                </a:path>
                <a:path w="914400" h="437514">
                  <a:moveTo>
                    <a:pt x="68677" y="435494"/>
                  </a:moveTo>
                  <a:lnTo>
                    <a:pt x="76200" y="437012"/>
                  </a:lnTo>
                  <a:lnTo>
                    <a:pt x="838200" y="437012"/>
                  </a:lnTo>
                  <a:lnTo>
                    <a:pt x="68677" y="435494"/>
                  </a:lnTo>
                  <a:close/>
                </a:path>
                <a:path w="914400" h="437514">
                  <a:moveTo>
                    <a:pt x="40316" y="426690"/>
                  </a:moveTo>
                  <a:lnTo>
                    <a:pt x="46934" y="431107"/>
                  </a:lnTo>
                  <a:lnTo>
                    <a:pt x="53028" y="432336"/>
                  </a:lnTo>
                  <a:lnTo>
                    <a:pt x="48768" y="430916"/>
                  </a:lnTo>
                  <a:lnTo>
                    <a:pt x="40316" y="426690"/>
                  </a:lnTo>
                  <a:close/>
                </a:path>
                <a:path w="914400" h="437514">
                  <a:moveTo>
                    <a:pt x="22859" y="414152"/>
                  </a:moveTo>
                  <a:lnTo>
                    <a:pt x="22148" y="414152"/>
                  </a:lnTo>
                  <a:lnTo>
                    <a:pt x="22669" y="414914"/>
                  </a:lnTo>
                  <a:lnTo>
                    <a:pt x="30113" y="419882"/>
                  </a:lnTo>
                  <a:lnTo>
                    <a:pt x="27431" y="417200"/>
                  </a:lnTo>
                  <a:lnTo>
                    <a:pt x="24383" y="415676"/>
                  </a:lnTo>
                  <a:lnTo>
                    <a:pt x="22859" y="414152"/>
                  </a:lnTo>
                  <a:close/>
                </a:path>
                <a:path w="914400" h="437514">
                  <a:moveTo>
                    <a:pt x="17307" y="407076"/>
                  </a:moveTo>
                  <a:lnTo>
                    <a:pt x="21335" y="412965"/>
                  </a:lnTo>
                  <a:lnTo>
                    <a:pt x="21335" y="411104"/>
                  </a:lnTo>
                  <a:lnTo>
                    <a:pt x="17307" y="407076"/>
                  </a:lnTo>
                  <a:close/>
                </a:path>
                <a:path w="914400" h="437514">
                  <a:moveTo>
                    <a:pt x="10708" y="397428"/>
                  </a:moveTo>
                  <a:lnTo>
                    <a:pt x="12192" y="399597"/>
                  </a:lnTo>
                  <a:lnTo>
                    <a:pt x="12192" y="398912"/>
                  </a:lnTo>
                  <a:lnTo>
                    <a:pt x="10708" y="397428"/>
                  </a:lnTo>
                  <a:close/>
                </a:path>
                <a:path w="914400" h="437514">
                  <a:moveTo>
                    <a:pt x="9144" y="394340"/>
                  </a:moveTo>
                  <a:lnTo>
                    <a:pt x="8595" y="394340"/>
                  </a:lnTo>
                  <a:lnTo>
                    <a:pt x="9144" y="395142"/>
                  </a:lnTo>
                  <a:lnTo>
                    <a:pt x="9144" y="394340"/>
                  </a:lnTo>
                  <a:close/>
                </a:path>
                <a:path w="914400" h="437514">
                  <a:moveTo>
                    <a:pt x="7620" y="391292"/>
                  </a:moveTo>
                  <a:lnTo>
                    <a:pt x="6510" y="391292"/>
                  </a:lnTo>
                  <a:lnTo>
                    <a:pt x="7620" y="392914"/>
                  </a:lnTo>
                  <a:lnTo>
                    <a:pt x="7620" y="391292"/>
                  </a:lnTo>
                  <a:close/>
                </a:path>
                <a:path w="914400" h="437514">
                  <a:moveTo>
                    <a:pt x="6096" y="386720"/>
                  </a:moveTo>
                  <a:lnTo>
                    <a:pt x="5301" y="386720"/>
                  </a:lnTo>
                  <a:lnTo>
                    <a:pt x="6096" y="390604"/>
                  </a:lnTo>
                  <a:lnTo>
                    <a:pt x="6096" y="386720"/>
                  </a:lnTo>
                  <a:close/>
                </a:path>
                <a:path w="914400" h="437514">
                  <a:moveTo>
                    <a:pt x="4572" y="382148"/>
                  </a:moveTo>
                  <a:lnTo>
                    <a:pt x="4365" y="382148"/>
                  </a:lnTo>
                  <a:lnTo>
                    <a:pt x="4572" y="383156"/>
                  </a:lnTo>
                  <a:lnTo>
                    <a:pt x="4572" y="382148"/>
                  </a:lnTo>
                  <a:close/>
                </a:path>
                <a:path w="914400" h="437514">
                  <a:moveTo>
                    <a:pt x="1524" y="360812"/>
                  </a:moveTo>
                  <a:lnTo>
                    <a:pt x="0" y="360812"/>
                  </a:lnTo>
                  <a:lnTo>
                    <a:pt x="1524" y="368260"/>
                  </a:lnTo>
                  <a:lnTo>
                    <a:pt x="1524" y="360812"/>
                  </a:lnTo>
                  <a:close/>
                </a:path>
                <a:path w="914400" h="437514">
                  <a:moveTo>
                    <a:pt x="906779" y="23542"/>
                  </a:moveTo>
                  <a:lnTo>
                    <a:pt x="906779" y="24008"/>
                  </a:lnTo>
                  <a:lnTo>
                    <a:pt x="907091" y="24008"/>
                  </a:lnTo>
                  <a:lnTo>
                    <a:pt x="906779" y="23542"/>
                  </a:lnTo>
                  <a:close/>
                </a:path>
                <a:path w="914400" h="437514">
                  <a:moveTo>
                    <a:pt x="908303" y="25819"/>
                  </a:moveTo>
                  <a:lnTo>
                    <a:pt x="908303" y="27056"/>
                  </a:lnTo>
                  <a:lnTo>
                    <a:pt x="908682" y="27056"/>
                  </a:lnTo>
                  <a:lnTo>
                    <a:pt x="908494" y="26104"/>
                  </a:lnTo>
                  <a:lnTo>
                    <a:pt x="908303" y="25819"/>
                  </a:lnTo>
                  <a:close/>
                </a:path>
                <a:path w="914400" h="437514">
                  <a:moveTo>
                    <a:pt x="914332" y="55669"/>
                  </a:moveTo>
                  <a:lnTo>
                    <a:pt x="912910" y="368353"/>
                  </a:lnTo>
                  <a:lnTo>
                    <a:pt x="914400" y="360812"/>
                  </a:lnTo>
                  <a:lnTo>
                    <a:pt x="914332" y="55669"/>
                  </a:lnTo>
                  <a:close/>
                </a:path>
                <a:path w="914400" h="437514">
                  <a:moveTo>
                    <a:pt x="890051" y="416420"/>
                  </a:moveTo>
                  <a:lnTo>
                    <a:pt x="888492" y="417200"/>
                  </a:lnTo>
                  <a:lnTo>
                    <a:pt x="887693" y="417998"/>
                  </a:lnTo>
                  <a:lnTo>
                    <a:pt x="890051" y="416420"/>
                  </a:lnTo>
                  <a:close/>
                </a:path>
                <a:path w="914400" h="437514">
                  <a:moveTo>
                    <a:pt x="872046" y="428471"/>
                  </a:moveTo>
                  <a:lnTo>
                    <a:pt x="867155" y="430916"/>
                  </a:lnTo>
                  <a:lnTo>
                    <a:pt x="864369" y="431845"/>
                  </a:lnTo>
                  <a:lnTo>
                    <a:pt x="868108" y="431107"/>
                  </a:lnTo>
                  <a:lnTo>
                    <a:pt x="872046" y="428471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2"/>
                  </a:lnTo>
                  <a:lnTo>
                    <a:pt x="862584" y="469392"/>
                  </a:lnTo>
                  <a:lnTo>
                    <a:pt x="77724" y="467868"/>
                  </a:lnTo>
                  <a:lnTo>
                    <a:pt x="70103" y="466344"/>
                  </a:lnTo>
                  <a:lnTo>
                    <a:pt x="60960" y="463296"/>
                  </a:lnTo>
                  <a:lnTo>
                    <a:pt x="45720" y="455675"/>
                  </a:lnTo>
                  <a:lnTo>
                    <a:pt x="39624" y="449580"/>
                  </a:lnTo>
                  <a:lnTo>
                    <a:pt x="36575" y="448056"/>
                  </a:lnTo>
                  <a:lnTo>
                    <a:pt x="35051" y="446532"/>
                  </a:lnTo>
                  <a:lnTo>
                    <a:pt x="33527" y="446532"/>
                  </a:lnTo>
                  <a:lnTo>
                    <a:pt x="33527" y="443484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40"/>
                  </a:lnTo>
                  <a:lnTo>
                    <a:pt x="24384" y="434340"/>
                  </a:lnTo>
                  <a:lnTo>
                    <a:pt x="24384" y="431292"/>
                  </a:lnTo>
                  <a:lnTo>
                    <a:pt x="22860" y="429768"/>
                  </a:lnTo>
                  <a:lnTo>
                    <a:pt x="21336" y="429768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8"/>
                  </a:lnTo>
                  <a:lnTo>
                    <a:pt x="15240" y="414528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2"/>
                  </a:lnTo>
                  <a:lnTo>
                    <a:pt x="12192" y="393192"/>
                  </a:lnTo>
                  <a:lnTo>
                    <a:pt x="12192" y="88392"/>
                  </a:lnTo>
                  <a:lnTo>
                    <a:pt x="13716" y="73152"/>
                  </a:lnTo>
                  <a:lnTo>
                    <a:pt x="15240" y="67056"/>
                  </a:lnTo>
                  <a:lnTo>
                    <a:pt x="16764" y="62484"/>
                  </a:lnTo>
                  <a:lnTo>
                    <a:pt x="18288" y="59436"/>
                  </a:lnTo>
                  <a:lnTo>
                    <a:pt x="19812" y="54863"/>
                  </a:lnTo>
                  <a:lnTo>
                    <a:pt x="21336" y="51816"/>
                  </a:lnTo>
                  <a:lnTo>
                    <a:pt x="22860" y="50292"/>
                  </a:lnTo>
                  <a:lnTo>
                    <a:pt x="24384" y="47244"/>
                  </a:lnTo>
                  <a:lnTo>
                    <a:pt x="25908" y="45720"/>
                  </a:lnTo>
                  <a:lnTo>
                    <a:pt x="27432" y="42672"/>
                  </a:lnTo>
                  <a:lnTo>
                    <a:pt x="42672" y="27432"/>
                  </a:lnTo>
                  <a:lnTo>
                    <a:pt x="45720" y="25908"/>
                  </a:lnTo>
                  <a:lnTo>
                    <a:pt x="47244" y="24384"/>
                  </a:lnTo>
                  <a:lnTo>
                    <a:pt x="50292" y="22860"/>
                  </a:lnTo>
                  <a:lnTo>
                    <a:pt x="51816" y="21336"/>
                  </a:lnTo>
                  <a:lnTo>
                    <a:pt x="57912" y="18287"/>
                  </a:lnTo>
                  <a:lnTo>
                    <a:pt x="62484" y="16763"/>
                  </a:lnTo>
                  <a:lnTo>
                    <a:pt x="65532" y="15240"/>
                  </a:lnTo>
                  <a:lnTo>
                    <a:pt x="71627" y="13716"/>
                  </a:lnTo>
                  <a:lnTo>
                    <a:pt x="80772" y="12192"/>
                  </a:lnTo>
                  <a:lnTo>
                    <a:pt x="895604" y="12192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1964">
                  <a:moveTo>
                    <a:pt x="895604" y="12192"/>
                  </a:moveTo>
                  <a:lnTo>
                    <a:pt x="859536" y="12192"/>
                  </a:lnTo>
                  <a:lnTo>
                    <a:pt x="868680" y="13716"/>
                  </a:lnTo>
                  <a:lnTo>
                    <a:pt x="874776" y="15240"/>
                  </a:lnTo>
                  <a:lnTo>
                    <a:pt x="877824" y="16763"/>
                  </a:lnTo>
                  <a:lnTo>
                    <a:pt x="882396" y="18287"/>
                  </a:lnTo>
                  <a:lnTo>
                    <a:pt x="888492" y="21336"/>
                  </a:lnTo>
                  <a:lnTo>
                    <a:pt x="890016" y="22860"/>
                  </a:lnTo>
                  <a:lnTo>
                    <a:pt x="893064" y="24384"/>
                  </a:lnTo>
                  <a:lnTo>
                    <a:pt x="894588" y="25908"/>
                  </a:lnTo>
                  <a:lnTo>
                    <a:pt x="897636" y="27432"/>
                  </a:lnTo>
                  <a:lnTo>
                    <a:pt x="912876" y="42672"/>
                  </a:lnTo>
                  <a:lnTo>
                    <a:pt x="912876" y="45720"/>
                  </a:lnTo>
                  <a:lnTo>
                    <a:pt x="914400" y="45720"/>
                  </a:lnTo>
                  <a:lnTo>
                    <a:pt x="915924" y="47244"/>
                  </a:lnTo>
                  <a:lnTo>
                    <a:pt x="915924" y="50292"/>
                  </a:lnTo>
                  <a:lnTo>
                    <a:pt x="917448" y="50292"/>
                  </a:lnTo>
                  <a:lnTo>
                    <a:pt x="918972" y="51816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6"/>
                  </a:lnTo>
                  <a:lnTo>
                    <a:pt x="925068" y="67056"/>
                  </a:lnTo>
                  <a:lnTo>
                    <a:pt x="925068" y="73152"/>
                  </a:lnTo>
                  <a:lnTo>
                    <a:pt x="926592" y="73152"/>
                  </a:lnTo>
                  <a:lnTo>
                    <a:pt x="925068" y="408432"/>
                  </a:lnTo>
                  <a:lnTo>
                    <a:pt x="923544" y="414528"/>
                  </a:lnTo>
                  <a:lnTo>
                    <a:pt x="920496" y="423672"/>
                  </a:lnTo>
                  <a:lnTo>
                    <a:pt x="917448" y="429768"/>
                  </a:lnTo>
                  <a:lnTo>
                    <a:pt x="915924" y="431292"/>
                  </a:lnTo>
                  <a:lnTo>
                    <a:pt x="912876" y="437388"/>
                  </a:lnTo>
                  <a:lnTo>
                    <a:pt x="908303" y="441960"/>
                  </a:lnTo>
                  <a:lnTo>
                    <a:pt x="906780" y="445008"/>
                  </a:lnTo>
                  <a:lnTo>
                    <a:pt x="903732" y="448056"/>
                  </a:lnTo>
                  <a:lnTo>
                    <a:pt x="900684" y="449580"/>
                  </a:lnTo>
                  <a:lnTo>
                    <a:pt x="894588" y="455675"/>
                  </a:lnTo>
                  <a:lnTo>
                    <a:pt x="879348" y="463296"/>
                  </a:lnTo>
                  <a:lnTo>
                    <a:pt x="870203" y="466344"/>
                  </a:lnTo>
                  <a:lnTo>
                    <a:pt x="862584" y="467868"/>
                  </a:lnTo>
                  <a:lnTo>
                    <a:pt x="862584" y="469392"/>
                  </a:lnTo>
                  <a:lnTo>
                    <a:pt x="897128" y="469392"/>
                  </a:lnTo>
                  <a:lnTo>
                    <a:pt x="902208" y="466344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29640" y="45720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14400" y="25908"/>
                  </a:lnTo>
                  <a:lnTo>
                    <a:pt x="912876" y="24384"/>
                  </a:lnTo>
                  <a:lnTo>
                    <a:pt x="902208" y="15240"/>
                  </a:lnTo>
                  <a:lnTo>
                    <a:pt x="900684" y="15240"/>
                  </a:lnTo>
                  <a:lnTo>
                    <a:pt x="895604" y="1219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29599" y="135788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1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1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1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4"/>
                  </a:lnTo>
                  <a:lnTo>
                    <a:pt x="912876" y="457200"/>
                  </a:lnTo>
                  <a:close/>
                </a:path>
                <a:path w="940434" h="481964">
                  <a:moveTo>
                    <a:pt x="902208" y="15240"/>
                  </a:move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70103" y="454152"/>
                  </a:lnTo>
                  <a:lnTo>
                    <a:pt x="64008" y="451104"/>
                  </a:lnTo>
                  <a:lnTo>
                    <a:pt x="57912" y="449580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4"/>
                  </a:lnTo>
                  <a:lnTo>
                    <a:pt x="35814" y="428244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0772"/>
                  </a:lnTo>
                  <a:lnTo>
                    <a:pt x="28956" y="68580"/>
                  </a:lnTo>
                  <a:lnTo>
                    <a:pt x="30480" y="64008"/>
                  </a:lnTo>
                  <a:lnTo>
                    <a:pt x="35814" y="53340"/>
                  </a:lnTo>
                  <a:lnTo>
                    <a:pt x="35051" y="53340"/>
                  </a:lnTo>
                  <a:lnTo>
                    <a:pt x="44196" y="44196"/>
                  </a:lnTo>
                  <a:lnTo>
                    <a:pt x="42672" y="44196"/>
                  </a:lnTo>
                  <a:lnTo>
                    <a:pt x="54864" y="35052"/>
                  </a:lnTo>
                  <a:lnTo>
                    <a:pt x="55372" y="35052"/>
                  </a:lnTo>
                  <a:lnTo>
                    <a:pt x="59436" y="32004"/>
                  </a:lnTo>
                  <a:lnTo>
                    <a:pt x="65532" y="30480"/>
                  </a:lnTo>
                  <a:lnTo>
                    <a:pt x="70103" y="27432"/>
                  </a:lnTo>
                  <a:lnTo>
                    <a:pt x="77724" y="25908"/>
                  </a:lnTo>
                  <a:lnTo>
                    <a:pt x="83820" y="25908"/>
                  </a:lnTo>
                  <a:lnTo>
                    <a:pt x="89916" y="24384"/>
                  </a:lnTo>
                  <a:lnTo>
                    <a:pt x="912876" y="24384"/>
                  </a:lnTo>
                  <a:lnTo>
                    <a:pt x="902208" y="15240"/>
                  </a:lnTo>
                  <a:close/>
                </a:path>
                <a:path w="940434" h="481964">
                  <a:moveTo>
                    <a:pt x="928497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80"/>
                  </a:lnTo>
                  <a:lnTo>
                    <a:pt x="874776" y="452628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8497" y="437388"/>
                  </a:lnTo>
                  <a:close/>
                </a:path>
                <a:path w="940434" h="481964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1964">
                  <a:moveTo>
                    <a:pt x="932078" y="51816"/>
                  </a:moveTo>
                  <a:lnTo>
                    <a:pt x="903732" y="51816"/>
                  </a:lnTo>
                  <a:lnTo>
                    <a:pt x="906780" y="59436"/>
                  </a:lnTo>
                  <a:lnTo>
                    <a:pt x="909827" y="64008"/>
                  </a:ln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3672"/>
                  </a:lnTo>
                  <a:lnTo>
                    <a:pt x="903732" y="429768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497" y="437388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32078" y="51816"/>
                  </a:lnTo>
                  <a:close/>
                </a:path>
                <a:path w="940434" h="481964">
                  <a:moveTo>
                    <a:pt x="35814" y="428244"/>
                  </a:moveTo>
                  <a:lnTo>
                    <a:pt x="35051" y="428244"/>
                  </a:lnTo>
                  <a:lnTo>
                    <a:pt x="36575" y="429768"/>
                  </a:lnTo>
                  <a:lnTo>
                    <a:pt x="35814" y="428244"/>
                  </a:lnTo>
                  <a:close/>
                </a:path>
                <a:path w="940434" h="481964">
                  <a:moveTo>
                    <a:pt x="36575" y="51816"/>
                  </a:moveTo>
                  <a:lnTo>
                    <a:pt x="35051" y="53340"/>
                  </a:lnTo>
                  <a:lnTo>
                    <a:pt x="35814" y="53340"/>
                  </a:lnTo>
                  <a:lnTo>
                    <a:pt x="36575" y="51816"/>
                  </a:lnTo>
                  <a:close/>
                </a:path>
                <a:path w="940434" h="481964">
                  <a:moveTo>
                    <a:pt x="894588" y="42672"/>
                  </a:moveTo>
                  <a:lnTo>
                    <a:pt x="903732" y="53340"/>
                  </a:lnTo>
                  <a:lnTo>
                    <a:pt x="903732" y="51816"/>
                  </a:lnTo>
                  <a:lnTo>
                    <a:pt x="932078" y="51816"/>
                  </a:lnTo>
                  <a:lnTo>
                    <a:pt x="929640" y="45720"/>
                  </a:lnTo>
                  <a:lnTo>
                    <a:pt x="928497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1964">
                  <a:moveTo>
                    <a:pt x="45720" y="42672"/>
                  </a:moveTo>
                  <a:lnTo>
                    <a:pt x="42672" y="44196"/>
                  </a:lnTo>
                  <a:lnTo>
                    <a:pt x="44196" y="44196"/>
                  </a:lnTo>
                  <a:lnTo>
                    <a:pt x="45720" y="42672"/>
                  </a:lnTo>
                  <a:close/>
                </a:path>
                <a:path w="940434" h="481964">
                  <a:moveTo>
                    <a:pt x="921258" y="35052"/>
                  </a:moveTo>
                  <a:lnTo>
                    <a:pt x="885444" y="35052"/>
                  </a:lnTo>
                  <a:lnTo>
                    <a:pt x="897636" y="44196"/>
                  </a:lnTo>
                  <a:lnTo>
                    <a:pt x="928497" y="44196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21258" y="35052"/>
                  </a:lnTo>
                  <a:close/>
                </a:path>
                <a:path w="940434" h="481964">
                  <a:moveTo>
                    <a:pt x="55372" y="35052"/>
                  </a:moveTo>
                  <a:lnTo>
                    <a:pt x="54864" y="35052"/>
                  </a:lnTo>
                  <a:lnTo>
                    <a:pt x="53340" y="36575"/>
                  </a:lnTo>
                  <a:lnTo>
                    <a:pt x="55372" y="35052"/>
                  </a:lnTo>
                  <a:close/>
                </a:path>
                <a:path w="940434" h="481964">
                  <a:moveTo>
                    <a:pt x="912876" y="24384"/>
                  </a:moveTo>
                  <a:lnTo>
                    <a:pt x="850392" y="24384"/>
                  </a:lnTo>
                  <a:lnTo>
                    <a:pt x="858012" y="25908"/>
                  </a:lnTo>
                  <a:lnTo>
                    <a:pt x="864108" y="25908"/>
                  </a:lnTo>
                  <a:lnTo>
                    <a:pt x="870203" y="27432"/>
                  </a:lnTo>
                  <a:lnTo>
                    <a:pt x="882396" y="33528"/>
                  </a:lnTo>
                  <a:lnTo>
                    <a:pt x="886968" y="36575"/>
                  </a:lnTo>
                  <a:lnTo>
                    <a:pt x="885444" y="35052"/>
                  </a:lnTo>
                  <a:lnTo>
                    <a:pt x="921258" y="35052"/>
                  </a:lnTo>
                  <a:lnTo>
                    <a:pt x="914400" y="25908"/>
                  </a:lnTo>
                  <a:lnTo>
                    <a:pt x="912876" y="24384"/>
                  </a:lnTo>
                  <a:close/>
                </a:path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900684" y="15240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02548" y="1435023"/>
            <a:ext cx="167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58180" y="4060952"/>
            <a:ext cx="187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223504" y="3886200"/>
            <a:ext cx="699770" cy="464820"/>
            <a:chOff x="8223504" y="3886200"/>
            <a:chExt cx="699770" cy="464820"/>
          </a:xfrm>
        </p:grpSpPr>
        <p:sp>
          <p:nvSpPr>
            <p:cNvPr id="43" name="object 43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243187" y="324612"/>
                  </a:moveTo>
                  <a:lnTo>
                    <a:pt x="210311" y="324612"/>
                  </a:lnTo>
                  <a:lnTo>
                    <a:pt x="341375" y="455675"/>
                  </a:lnTo>
                  <a:lnTo>
                    <a:pt x="243187" y="324612"/>
                  </a:lnTo>
                  <a:close/>
                </a:path>
                <a:path w="685800" h="457200">
                  <a:moveTo>
                    <a:pt x="277368" y="271272"/>
                  </a:moveTo>
                  <a:lnTo>
                    <a:pt x="203227" y="271272"/>
                  </a:lnTo>
                  <a:lnTo>
                    <a:pt x="243187" y="324612"/>
                  </a:lnTo>
                  <a:lnTo>
                    <a:pt x="277368" y="324612"/>
                  </a:lnTo>
                  <a:lnTo>
                    <a:pt x="277368" y="271272"/>
                  </a:lnTo>
                  <a:close/>
                </a:path>
                <a:path w="685800" h="457200">
                  <a:moveTo>
                    <a:pt x="0" y="0"/>
                  </a:moveTo>
                  <a:lnTo>
                    <a:pt x="0" y="271272"/>
                  </a:lnTo>
                  <a:lnTo>
                    <a:pt x="203227" y="271272"/>
                  </a:lnTo>
                  <a:lnTo>
                    <a:pt x="0" y="0"/>
                  </a:lnTo>
                  <a:close/>
                </a:path>
                <a:path w="685800" h="457200">
                  <a:moveTo>
                    <a:pt x="477011" y="324612"/>
                  </a:moveTo>
                  <a:lnTo>
                    <a:pt x="475488" y="324612"/>
                  </a:lnTo>
                  <a:lnTo>
                    <a:pt x="344424" y="455675"/>
                  </a:lnTo>
                  <a:lnTo>
                    <a:pt x="342392" y="456691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510046" y="271272"/>
                  </a:moveTo>
                  <a:lnTo>
                    <a:pt x="409955" y="271272"/>
                  </a:lnTo>
                  <a:lnTo>
                    <a:pt x="409955" y="324612"/>
                  </a:lnTo>
                  <a:lnTo>
                    <a:pt x="475488" y="324612"/>
                  </a:lnTo>
                  <a:lnTo>
                    <a:pt x="510046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510046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58192" y="457200"/>
                  </a:lnTo>
                  <a:lnTo>
                    <a:pt x="347472" y="457200"/>
                  </a:lnTo>
                  <a:lnTo>
                    <a:pt x="347472" y="455675"/>
                  </a:lnTo>
                  <a:lnTo>
                    <a:pt x="222503" y="330708"/>
                  </a:lnTo>
                  <a:lnTo>
                    <a:pt x="216407" y="330708"/>
                  </a:lnTo>
                  <a:lnTo>
                    <a:pt x="218236" y="326440"/>
                  </a:lnTo>
                  <a:lnTo>
                    <a:pt x="216407" y="324612"/>
                  </a:lnTo>
                  <a:lnTo>
                    <a:pt x="219020" y="324612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52810" y="453385"/>
                  </a:moveTo>
                  <a:lnTo>
                    <a:pt x="350520" y="455675"/>
                  </a:lnTo>
                  <a:lnTo>
                    <a:pt x="347472" y="457200"/>
                  </a:lnTo>
                  <a:lnTo>
                    <a:pt x="358192" y="457200"/>
                  </a:lnTo>
                  <a:lnTo>
                    <a:pt x="361275" y="454151"/>
                  </a:lnTo>
                  <a:lnTo>
                    <a:pt x="353568" y="454151"/>
                  </a:lnTo>
                  <a:lnTo>
                    <a:pt x="352810" y="453385"/>
                  </a:lnTo>
                  <a:close/>
                </a:path>
                <a:path w="699770" h="464820">
                  <a:moveTo>
                    <a:pt x="480822" y="325374"/>
                  </a:moveTo>
                  <a:lnTo>
                    <a:pt x="352810" y="453385"/>
                  </a:lnTo>
                  <a:lnTo>
                    <a:pt x="353568" y="454151"/>
                  </a:lnTo>
                  <a:lnTo>
                    <a:pt x="361275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80822" y="325374"/>
                  </a:lnTo>
                  <a:close/>
                </a:path>
                <a:path w="699770" h="464820">
                  <a:moveTo>
                    <a:pt x="218236" y="326440"/>
                  </a:moveTo>
                  <a:lnTo>
                    <a:pt x="216407" y="330708"/>
                  </a:lnTo>
                  <a:lnTo>
                    <a:pt x="222503" y="330708"/>
                  </a:lnTo>
                  <a:lnTo>
                    <a:pt x="218236" y="326440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0495" y="324612"/>
                  </a:lnTo>
                  <a:lnTo>
                    <a:pt x="481584" y="324612"/>
                  </a:lnTo>
                  <a:lnTo>
                    <a:pt x="480822" y="325374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9020" y="324612"/>
                  </a:lnTo>
                  <a:lnTo>
                    <a:pt x="225500" y="324612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2550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3464" y="318515"/>
                  </a:moveTo>
                  <a:lnTo>
                    <a:pt x="277368" y="324612"/>
                  </a:lnTo>
                  <a:lnTo>
                    <a:pt x="283464" y="324612"/>
                  </a:lnTo>
                  <a:lnTo>
                    <a:pt x="283464" y="318515"/>
                  </a:lnTo>
                  <a:close/>
                </a:path>
                <a:path w="699770" h="464820">
                  <a:moveTo>
                    <a:pt x="416051" y="318515"/>
                  </a:moveTo>
                  <a:lnTo>
                    <a:pt x="416051" y="324612"/>
                  </a:lnTo>
                  <a:lnTo>
                    <a:pt x="422148" y="324612"/>
                  </a:lnTo>
                  <a:lnTo>
                    <a:pt x="416051" y="31851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474015" y="324612"/>
                  </a:lnTo>
                  <a:lnTo>
                    <a:pt x="480495" y="324612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60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6096" y="271272"/>
                  </a:lnTo>
                  <a:lnTo>
                    <a:pt x="6096" y="0"/>
                  </a:lnTo>
                  <a:close/>
                </a:path>
                <a:path w="699770" h="464820">
                  <a:moveTo>
                    <a:pt x="283464" y="271272"/>
                  </a:moveTo>
                  <a:lnTo>
                    <a:pt x="277368" y="271272"/>
                  </a:lnTo>
                  <a:lnTo>
                    <a:pt x="283464" y="277367"/>
                  </a:lnTo>
                  <a:lnTo>
                    <a:pt x="283464" y="271272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1272"/>
                  </a:lnTo>
                  <a:lnTo>
                    <a:pt x="416051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91896" y="0"/>
                  </a:lnTo>
                  <a:lnTo>
                    <a:pt x="691896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477011" y="324612"/>
                  </a:moveTo>
                  <a:lnTo>
                    <a:pt x="210311" y="324612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409955" y="271272"/>
                  </a:moveTo>
                  <a:lnTo>
                    <a:pt x="277368" y="271272"/>
                  </a:lnTo>
                  <a:lnTo>
                    <a:pt x="277368" y="324612"/>
                  </a:lnTo>
                  <a:lnTo>
                    <a:pt x="409955" y="324612"/>
                  </a:lnTo>
                  <a:lnTo>
                    <a:pt x="409955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0" y="0"/>
                  </a:lnTo>
                  <a:lnTo>
                    <a:pt x="0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61274" y="454151"/>
                  </a:lnTo>
                  <a:lnTo>
                    <a:pt x="345948" y="454151"/>
                  </a:lnTo>
                  <a:lnTo>
                    <a:pt x="349757" y="450298"/>
                  </a:lnTo>
                  <a:lnTo>
                    <a:pt x="231526" y="330708"/>
                  </a:lnTo>
                  <a:lnTo>
                    <a:pt x="216407" y="330708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49757" y="450298"/>
                  </a:moveTo>
                  <a:lnTo>
                    <a:pt x="345948" y="454151"/>
                  </a:lnTo>
                  <a:lnTo>
                    <a:pt x="353568" y="454151"/>
                  </a:lnTo>
                  <a:lnTo>
                    <a:pt x="349757" y="450298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349757" y="450298"/>
                  </a:lnTo>
                  <a:lnTo>
                    <a:pt x="353568" y="454151"/>
                  </a:lnTo>
                  <a:lnTo>
                    <a:pt x="361274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6407" y="330708"/>
                  </a:lnTo>
                  <a:lnTo>
                    <a:pt x="231526" y="330708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31526" y="330708"/>
                  </a:lnTo>
                  <a:lnTo>
                    <a:pt x="286512" y="330708"/>
                  </a:lnTo>
                  <a:lnTo>
                    <a:pt x="289560" y="327660"/>
                  </a:lnTo>
                  <a:lnTo>
                    <a:pt x="28956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685800" y="265175"/>
                  </a:moveTo>
                  <a:lnTo>
                    <a:pt x="413003" y="265175"/>
                  </a:lnTo>
                  <a:lnTo>
                    <a:pt x="409955" y="268224"/>
                  </a:lnTo>
                  <a:lnTo>
                    <a:pt x="409955" y="327660"/>
                  </a:lnTo>
                  <a:lnTo>
                    <a:pt x="413003" y="330708"/>
                  </a:lnTo>
                  <a:lnTo>
                    <a:pt x="467989" y="330708"/>
                  </a:lnTo>
                  <a:lnTo>
                    <a:pt x="474015" y="324612"/>
                  </a:lnTo>
                  <a:lnTo>
                    <a:pt x="422148" y="324612"/>
                  </a:lnTo>
                  <a:lnTo>
                    <a:pt x="416051" y="318515"/>
                  </a:lnTo>
                  <a:lnTo>
                    <a:pt x="422148" y="318515"/>
                  </a:lnTo>
                  <a:lnTo>
                    <a:pt x="422148" y="277367"/>
                  </a:lnTo>
                  <a:lnTo>
                    <a:pt x="416051" y="277367"/>
                  </a:lnTo>
                  <a:lnTo>
                    <a:pt x="422148" y="271272"/>
                  </a:lnTo>
                  <a:lnTo>
                    <a:pt x="685800" y="271272"/>
                  </a:lnTo>
                  <a:lnTo>
                    <a:pt x="685800" y="265175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9560" y="318515"/>
                  </a:lnTo>
                  <a:lnTo>
                    <a:pt x="289560" y="277367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9560" y="318515"/>
                  </a:moveTo>
                  <a:lnTo>
                    <a:pt x="283464" y="318515"/>
                  </a:lnTo>
                  <a:lnTo>
                    <a:pt x="277368" y="324612"/>
                  </a:lnTo>
                  <a:lnTo>
                    <a:pt x="289560" y="324612"/>
                  </a:lnTo>
                  <a:lnTo>
                    <a:pt x="289560" y="318515"/>
                  </a:lnTo>
                  <a:close/>
                </a:path>
                <a:path w="699770" h="464820">
                  <a:moveTo>
                    <a:pt x="422148" y="318515"/>
                  </a:move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318515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1371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13716" y="271272"/>
                  </a:lnTo>
                  <a:lnTo>
                    <a:pt x="6096" y="265175"/>
                  </a:lnTo>
                  <a:lnTo>
                    <a:pt x="13716" y="265175"/>
                  </a:lnTo>
                  <a:lnTo>
                    <a:pt x="13716" y="0"/>
                  </a:lnTo>
                  <a:close/>
                </a:path>
                <a:path w="699770" h="464820">
                  <a:moveTo>
                    <a:pt x="286512" y="265175"/>
                  </a:moveTo>
                  <a:lnTo>
                    <a:pt x="13716" y="265175"/>
                  </a:lnTo>
                  <a:lnTo>
                    <a:pt x="13716" y="271272"/>
                  </a:lnTo>
                  <a:lnTo>
                    <a:pt x="277368" y="271272"/>
                  </a:lnTo>
                  <a:lnTo>
                    <a:pt x="283464" y="277367"/>
                  </a:lnTo>
                  <a:lnTo>
                    <a:pt x="289560" y="277367"/>
                  </a:lnTo>
                  <a:lnTo>
                    <a:pt x="289560" y="268224"/>
                  </a:lnTo>
                  <a:lnTo>
                    <a:pt x="286512" y="26517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22148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265175"/>
                  </a:moveTo>
                  <a:lnTo>
                    <a:pt x="691896" y="265175"/>
                  </a:lnTo>
                  <a:lnTo>
                    <a:pt x="685800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265175"/>
                  </a:lnTo>
                  <a:close/>
                </a:path>
                <a:path w="699770" h="464820">
                  <a:moveTo>
                    <a:pt x="13716" y="265175"/>
                  </a:moveTo>
                  <a:lnTo>
                    <a:pt x="6096" y="265175"/>
                  </a:lnTo>
                  <a:lnTo>
                    <a:pt x="13716" y="271272"/>
                  </a:lnTo>
                  <a:lnTo>
                    <a:pt x="13716" y="265175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85800" y="0"/>
                  </a:lnTo>
                  <a:lnTo>
                    <a:pt x="685800" y="271272"/>
                  </a:lnTo>
                  <a:lnTo>
                    <a:pt x="691896" y="265175"/>
                  </a:lnTo>
                  <a:lnTo>
                    <a:pt x="699516" y="265175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395207" y="3832352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Verdana"/>
                <a:cs typeface="Verdana"/>
              </a:rPr>
              <a:t>12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38527"/>
            <a:ext cx="9144000" cy="4572000"/>
            <a:chOff x="457200" y="1938527"/>
            <a:chExt cx="9144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938527"/>
              <a:ext cx="9144000" cy="19476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6858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6096" y="82296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82296"/>
                  </a:lnTo>
                  <a:lnTo>
                    <a:pt x="699516" y="8229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29600" y="38100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0" y="0"/>
                  </a:moveTo>
                  <a:lnTo>
                    <a:pt x="685800" y="0"/>
                  </a:lnTo>
                  <a:lnTo>
                    <a:pt x="685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3504" y="3803904"/>
              <a:ext cx="699770" cy="82550"/>
            </a:xfrm>
            <a:custGeom>
              <a:avLst/>
              <a:gdLst/>
              <a:ahLst/>
              <a:cxnLst/>
              <a:rect l="l" t="t" r="r" b="b"/>
              <a:pathLst>
                <a:path w="699770" h="8255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2296"/>
                  </a:lnTo>
                  <a:lnTo>
                    <a:pt x="13716" y="82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685800" y="82296"/>
                  </a:lnTo>
                  <a:lnTo>
                    <a:pt x="699516" y="82296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8255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8255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3886200"/>
              <a:ext cx="9144000" cy="26243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341375" y="531876"/>
                  </a:moveTo>
                  <a:lnTo>
                    <a:pt x="342900" y="533400"/>
                  </a:lnTo>
                  <a:lnTo>
                    <a:pt x="343411" y="532893"/>
                  </a:lnTo>
                  <a:lnTo>
                    <a:pt x="341375" y="531876"/>
                  </a:lnTo>
                  <a:close/>
                </a:path>
                <a:path w="685800" h="533400">
                  <a:moveTo>
                    <a:pt x="477012" y="400812"/>
                  </a:moveTo>
                  <a:lnTo>
                    <a:pt x="475488" y="400812"/>
                  </a:lnTo>
                  <a:lnTo>
                    <a:pt x="344424" y="531893"/>
                  </a:lnTo>
                  <a:lnTo>
                    <a:pt x="477012" y="400812"/>
                  </a:lnTo>
                  <a:close/>
                </a:path>
                <a:path w="685800" h="533400">
                  <a:moveTo>
                    <a:pt x="426248" y="400812"/>
                  </a:moveTo>
                  <a:lnTo>
                    <a:pt x="210312" y="400812"/>
                  </a:lnTo>
                  <a:lnTo>
                    <a:pt x="341375" y="531876"/>
                  </a:lnTo>
                  <a:lnTo>
                    <a:pt x="426248" y="400812"/>
                  </a:lnTo>
                  <a:close/>
                </a:path>
                <a:path w="685800" h="533400">
                  <a:moveTo>
                    <a:pt x="409955" y="347472"/>
                  </a:moveTo>
                  <a:lnTo>
                    <a:pt x="277367" y="347472"/>
                  </a:lnTo>
                  <a:lnTo>
                    <a:pt x="277367" y="400812"/>
                  </a:lnTo>
                  <a:lnTo>
                    <a:pt x="409955" y="400812"/>
                  </a:lnTo>
                  <a:lnTo>
                    <a:pt x="409955" y="347472"/>
                  </a:lnTo>
                  <a:close/>
                </a:path>
                <a:path w="685800" h="533400">
                  <a:moveTo>
                    <a:pt x="503476" y="347472"/>
                  </a:moveTo>
                  <a:lnTo>
                    <a:pt x="460789" y="347472"/>
                  </a:lnTo>
                  <a:lnTo>
                    <a:pt x="426248" y="400812"/>
                  </a:lnTo>
                  <a:lnTo>
                    <a:pt x="475488" y="400812"/>
                  </a:lnTo>
                  <a:lnTo>
                    <a:pt x="503476" y="347472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460789" y="347472"/>
                  </a:lnTo>
                  <a:lnTo>
                    <a:pt x="685800" y="0"/>
                  </a:lnTo>
                  <a:close/>
                </a:path>
                <a:path w="685800" h="533400">
                  <a:moveTo>
                    <a:pt x="685800" y="0"/>
                  </a:moveTo>
                  <a:lnTo>
                    <a:pt x="503476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58192" y="539496"/>
                  </a:lnTo>
                  <a:lnTo>
                    <a:pt x="350520" y="539496"/>
                  </a:lnTo>
                  <a:lnTo>
                    <a:pt x="347472" y="537972"/>
                  </a:lnTo>
                  <a:lnTo>
                    <a:pt x="222504" y="413004"/>
                  </a:lnTo>
                  <a:lnTo>
                    <a:pt x="216408" y="413004"/>
                  </a:lnTo>
                  <a:lnTo>
                    <a:pt x="218236" y="408736"/>
                  </a:lnTo>
                  <a:lnTo>
                    <a:pt x="216408" y="406908"/>
                  </a:lnTo>
                  <a:lnTo>
                    <a:pt x="219020" y="406908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52810" y="535681"/>
                  </a:moveTo>
                  <a:lnTo>
                    <a:pt x="350520" y="537972"/>
                  </a:lnTo>
                  <a:lnTo>
                    <a:pt x="350520" y="539496"/>
                  </a:lnTo>
                  <a:lnTo>
                    <a:pt x="358192" y="539496"/>
                  </a:lnTo>
                  <a:lnTo>
                    <a:pt x="361275" y="536448"/>
                  </a:lnTo>
                  <a:lnTo>
                    <a:pt x="353568" y="536448"/>
                  </a:lnTo>
                  <a:lnTo>
                    <a:pt x="352810" y="535681"/>
                  </a:lnTo>
                  <a:close/>
                </a:path>
                <a:path w="699770" h="547370">
                  <a:moveTo>
                    <a:pt x="480822" y="407670"/>
                  </a:moveTo>
                  <a:lnTo>
                    <a:pt x="352810" y="535681"/>
                  </a:lnTo>
                  <a:lnTo>
                    <a:pt x="353568" y="536448"/>
                  </a:lnTo>
                  <a:lnTo>
                    <a:pt x="361275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80822" y="407670"/>
                  </a:lnTo>
                  <a:close/>
                </a:path>
                <a:path w="699770" h="547370">
                  <a:moveTo>
                    <a:pt x="218236" y="408736"/>
                  </a:moveTo>
                  <a:lnTo>
                    <a:pt x="216408" y="413004"/>
                  </a:lnTo>
                  <a:lnTo>
                    <a:pt x="222504" y="413004"/>
                  </a:lnTo>
                  <a:lnTo>
                    <a:pt x="218236" y="408736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0495" y="406908"/>
                  </a:lnTo>
                  <a:lnTo>
                    <a:pt x="481584" y="406908"/>
                  </a:lnTo>
                  <a:lnTo>
                    <a:pt x="480822" y="407670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9020" y="406908"/>
                  </a:lnTo>
                  <a:lnTo>
                    <a:pt x="225500" y="406908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2550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3463" y="400812"/>
                  </a:moveTo>
                  <a:lnTo>
                    <a:pt x="277368" y="406908"/>
                  </a:lnTo>
                  <a:lnTo>
                    <a:pt x="283463" y="406908"/>
                  </a:lnTo>
                  <a:lnTo>
                    <a:pt x="283463" y="400812"/>
                  </a:lnTo>
                  <a:close/>
                </a:path>
                <a:path w="699770" h="547370">
                  <a:moveTo>
                    <a:pt x="416051" y="400812"/>
                  </a:moveTo>
                  <a:lnTo>
                    <a:pt x="416051" y="406908"/>
                  </a:lnTo>
                  <a:lnTo>
                    <a:pt x="422148" y="406908"/>
                  </a:lnTo>
                  <a:lnTo>
                    <a:pt x="416051" y="40081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474015" y="406908"/>
                  </a:lnTo>
                  <a:lnTo>
                    <a:pt x="480495" y="406908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6096" y="353568"/>
                  </a:lnTo>
                  <a:lnTo>
                    <a:pt x="609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3463" y="353568"/>
                  </a:moveTo>
                  <a:lnTo>
                    <a:pt x="277368" y="353568"/>
                  </a:lnTo>
                  <a:lnTo>
                    <a:pt x="283463" y="359663"/>
                  </a:lnTo>
                  <a:lnTo>
                    <a:pt x="283463" y="353568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3568"/>
                  </a:lnTo>
                  <a:lnTo>
                    <a:pt x="416051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91896" y="6096"/>
                  </a:lnTo>
                  <a:lnTo>
                    <a:pt x="691896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10200" y="40386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277367" y="347472"/>
                  </a:lnTo>
                  <a:lnTo>
                    <a:pt x="277367" y="400812"/>
                  </a:lnTo>
                  <a:lnTo>
                    <a:pt x="210312" y="400812"/>
                  </a:lnTo>
                  <a:lnTo>
                    <a:pt x="342900" y="533400"/>
                  </a:lnTo>
                  <a:lnTo>
                    <a:pt x="477012" y="400812"/>
                  </a:lnTo>
                  <a:lnTo>
                    <a:pt x="409955" y="400812"/>
                  </a:lnTo>
                  <a:lnTo>
                    <a:pt x="409955" y="347472"/>
                  </a:lnTo>
                  <a:lnTo>
                    <a:pt x="685800" y="3474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04103" y="4032504"/>
              <a:ext cx="699770" cy="547370"/>
            </a:xfrm>
            <a:custGeom>
              <a:avLst/>
              <a:gdLst/>
              <a:ahLst/>
              <a:cxnLst/>
              <a:rect l="l" t="t" r="r" b="b"/>
              <a:pathLst>
                <a:path w="699770" h="547370">
                  <a:moveTo>
                    <a:pt x="277368" y="400812"/>
                  </a:moveTo>
                  <a:lnTo>
                    <a:pt x="213360" y="400812"/>
                  </a:lnTo>
                  <a:lnTo>
                    <a:pt x="210312" y="403860"/>
                  </a:lnTo>
                  <a:lnTo>
                    <a:pt x="208787" y="406908"/>
                  </a:lnTo>
                  <a:lnTo>
                    <a:pt x="210312" y="409956"/>
                  </a:lnTo>
                  <a:lnTo>
                    <a:pt x="345948" y="544068"/>
                  </a:lnTo>
                  <a:lnTo>
                    <a:pt x="347472" y="547116"/>
                  </a:lnTo>
                  <a:lnTo>
                    <a:pt x="352044" y="547116"/>
                  </a:lnTo>
                  <a:lnTo>
                    <a:pt x="353568" y="544068"/>
                  </a:lnTo>
                  <a:lnTo>
                    <a:pt x="361274" y="536448"/>
                  </a:lnTo>
                  <a:lnTo>
                    <a:pt x="345948" y="536448"/>
                  </a:lnTo>
                  <a:lnTo>
                    <a:pt x="349758" y="532594"/>
                  </a:lnTo>
                  <a:lnTo>
                    <a:pt x="231526" y="413004"/>
                  </a:lnTo>
                  <a:lnTo>
                    <a:pt x="216408" y="413004"/>
                  </a:lnTo>
                  <a:lnTo>
                    <a:pt x="220980" y="402336"/>
                  </a:lnTo>
                  <a:lnTo>
                    <a:pt x="277368" y="402336"/>
                  </a:lnTo>
                  <a:lnTo>
                    <a:pt x="277368" y="400812"/>
                  </a:lnTo>
                  <a:close/>
                </a:path>
                <a:path w="699770" h="547370">
                  <a:moveTo>
                    <a:pt x="349758" y="532594"/>
                  </a:moveTo>
                  <a:lnTo>
                    <a:pt x="345948" y="536448"/>
                  </a:lnTo>
                  <a:lnTo>
                    <a:pt x="353568" y="536448"/>
                  </a:lnTo>
                  <a:lnTo>
                    <a:pt x="349758" y="532594"/>
                  </a:lnTo>
                  <a:close/>
                </a:path>
                <a:path w="699770" h="547370">
                  <a:moveTo>
                    <a:pt x="478536" y="402336"/>
                  </a:moveTo>
                  <a:lnTo>
                    <a:pt x="349758" y="532594"/>
                  </a:lnTo>
                  <a:lnTo>
                    <a:pt x="353568" y="536448"/>
                  </a:lnTo>
                  <a:lnTo>
                    <a:pt x="361274" y="536448"/>
                  </a:lnTo>
                  <a:lnTo>
                    <a:pt x="486121" y="413004"/>
                  </a:lnTo>
                  <a:lnTo>
                    <a:pt x="483108" y="413004"/>
                  </a:lnTo>
                  <a:lnTo>
                    <a:pt x="478536" y="402336"/>
                  </a:lnTo>
                  <a:close/>
                </a:path>
                <a:path w="699770" h="547370">
                  <a:moveTo>
                    <a:pt x="220980" y="402336"/>
                  </a:moveTo>
                  <a:lnTo>
                    <a:pt x="216408" y="413004"/>
                  </a:lnTo>
                  <a:lnTo>
                    <a:pt x="231526" y="413004"/>
                  </a:lnTo>
                  <a:lnTo>
                    <a:pt x="220980" y="402336"/>
                  </a:lnTo>
                  <a:close/>
                </a:path>
                <a:path w="699770" h="547370">
                  <a:moveTo>
                    <a:pt x="277368" y="402336"/>
                  </a:moveTo>
                  <a:lnTo>
                    <a:pt x="220980" y="402336"/>
                  </a:lnTo>
                  <a:lnTo>
                    <a:pt x="231526" y="413004"/>
                  </a:lnTo>
                  <a:lnTo>
                    <a:pt x="286512" y="413004"/>
                  </a:lnTo>
                  <a:lnTo>
                    <a:pt x="289560" y="409956"/>
                  </a:lnTo>
                  <a:lnTo>
                    <a:pt x="289560" y="406908"/>
                  </a:lnTo>
                  <a:lnTo>
                    <a:pt x="277368" y="406908"/>
                  </a:lnTo>
                  <a:lnTo>
                    <a:pt x="277368" y="402336"/>
                  </a:lnTo>
                  <a:close/>
                </a:path>
                <a:path w="699770" h="547370">
                  <a:moveTo>
                    <a:pt x="685800" y="347472"/>
                  </a:moveTo>
                  <a:lnTo>
                    <a:pt x="413004" y="347472"/>
                  </a:lnTo>
                  <a:lnTo>
                    <a:pt x="409956" y="350520"/>
                  </a:lnTo>
                  <a:lnTo>
                    <a:pt x="409956" y="409956"/>
                  </a:lnTo>
                  <a:lnTo>
                    <a:pt x="413004" y="413004"/>
                  </a:lnTo>
                  <a:lnTo>
                    <a:pt x="467989" y="413004"/>
                  </a:lnTo>
                  <a:lnTo>
                    <a:pt x="474015" y="406908"/>
                  </a:lnTo>
                  <a:lnTo>
                    <a:pt x="422148" y="406908"/>
                  </a:lnTo>
                  <a:lnTo>
                    <a:pt x="416051" y="400812"/>
                  </a:lnTo>
                  <a:lnTo>
                    <a:pt x="422148" y="400812"/>
                  </a:lnTo>
                  <a:lnTo>
                    <a:pt x="422148" y="359663"/>
                  </a:lnTo>
                  <a:lnTo>
                    <a:pt x="416051" y="359663"/>
                  </a:lnTo>
                  <a:lnTo>
                    <a:pt x="422148" y="353568"/>
                  </a:lnTo>
                  <a:lnTo>
                    <a:pt x="685800" y="353568"/>
                  </a:lnTo>
                  <a:lnTo>
                    <a:pt x="685800" y="347472"/>
                  </a:lnTo>
                  <a:close/>
                </a:path>
                <a:path w="699770" h="547370">
                  <a:moveTo>
                    <a:pt x="487680" y="402336"/>
                  </a:moveTo>
                  <a:lnTo>
                    <a:pt x="478536" y="402336"/>
                  </a:lnTo>
                  <a:lnTo>
                    <a:pt x="483108" y="413004"/>
                  </a:lnTo>
                  <a:lnTo>
                    <a:pt x="486121" y="413004"/>
                  </a:lnTo>
                  <a:lnTo>
                    <a:pt x="489204" y="409956"/>
                  </a:lnTo>
                  <a:lnTo>
                    <a:pt x="489204" y="403860"/>
                  </a:lnTo>
                  <a:lnTo>
                    <a:pt x="487680" y="402336"/>
                  </a:lnTo>
                  <a:close/>
                </a:path>
                <a:path w="699770" h="547370">
                  <a:moveTo>
                    <a:pt x="277368" y="353568"/>
                  </a:moveTo>
                  <a:lnTo>
                    <a:pt x="277368" y="406908"/>
                  </a:lnTo>
                  <a:lnTo>
                    <a:pt x="283463" y="400812"/>
                  </a:lnTo>
                  <a:lnTo>
                    <a:pt x="289560" y="400812"/>
                  </a:lnTo>
                  <a:lnTo>
                    <a:pt x="289560" y="359663"/>
                  </a:lnTo>
                  <a:lnTo>
                    <a:pt x="283463" y="359663"/>
                  </a:lnTo>
                  <a:lnTo>
                    <a:pt x="277368" y="353568"/>
                  </a:lnTo>
                  <a:close/>
                </a:path>
                <a:path w="699770" h="547370">
                  <a:moveTo>
                    <a:pt x="289560" y="400812"/>
                  </a:moveTo>
                  <a:lnTo>
                    <a:pt x="283463" y="400812"/>
                  </a:lnTo>
                  <a:lnTo>
                    <a:pt x="277368" y="406908"/>
                  </a:lnTo>
                  <a:lnTo>
                    <a:pt x="289560" y="406908"/>
                  </a:lnTo>
                  <a:lnTo>
                    <a:pt x="289560" y="400812"/>
                  </a:lnTo>
                  <a:close/>
                </a:path>
                <a:path w="699770" h="547370">
                  <a:moveTo>
                    <a:pt x="422148" y="400812"/>
                  </a:moveTo>
                  <a:lnTo>
                    <a:pt x="416051" y="400812"/>
                  </a:lnTo>
                  <a:lnTo>
                    <a:pt x="422148" y="406908"/>
                  </a:lnTo>
                  <a:lnTo>
                    <a:pt x="422148" y="400812"/>
                  </a:lnTo>
                  <a:close/>
                </a:path>
                <a:path w="699770" h="547370">
                  <a:moveTo>
                    <a:pt x="486156" y="400812"/>
                  </a:moveTo>
                  <a:lnTo>
                    <a:pt x="422148" y="400812"/>
                  </a:lnTo>
                  <a:lnTo>
                    <a:pt x="422148" y="406908"/>
                  </a:lnTo>
                  <a:lnTo>
                    <a:pt x="474015" y="406908"/>
                  </a:lnTo>
                  <a:lnTo>
                    <a:pt x="478536" y="402336"/>
                  </a:lnTo>
                  <a:lnTo>
                    <a:pt x="487680" y="402336"/>
                  </a:lnTo>
                  <a:lnTo>
                    <a:pt x="486156" y="400812"/>
                  </a:lnTo>
                  <a:close/>
                </a:path>
                <a:path w="699770" h="547370">
                  <a:moveTo>
                    <a:pt x="696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56616"/>
                  </a:lnTo>
                  <a:lnTo>
                    <a:pt x="3048" y="359663"/>
                  </a:lnTo>
                  <a:lnTo>
                    <a:pt x="277368" y="359663"/>
                  </a:lnTo>
                  <a:lnTo>
                    <a:pt x="277368" y="353568"/>
                  </a:lnTo>
                  <a:lnTo>
                    <a:pt x="13716" y="353568"/>
                  </a:lnTo>
                  <a:lnTo>
                    <a:pt x="6096" y="347472"/>
                  </a:lnTo>
                  <a:lnTo>
                    <a:pt x="13716" y="347472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699516" y="6096"/>
                  </a:lnTo>
                  <a:lnTo>
                    <a:pt x="699516" y="3048"/>
                  </a:lnTo>
                  <a:lnTo>
                    <a:pt x="696468" y="0"/>
                  </a:lnTo>
                  <a:close/>
                </a:path>
                <a:path w="699770" h="547370">
                  <a:moveTo>
                    <a:pt x="286512" y="347472"/>
                  </a:moveTo>
                  <a:lnTo>
                    <a:pt x="13716" y="347472"/>
                  </a:lnTo>
                  <a:lnTo>
                    <a:pt x="13716" y="353568"/>
                  </a:lnTo>
                  <a:lnTo>
                    <a:pt x="277368" y="353568"/>
                  </a:lnTo>
                  <a:lnTo>
                    <a:pt x="283463" y="359663"/>
                  </a:lnTo>
                  <a:lnTo>
                    <a:pt x="289560" y="359663"/>
                  </a:lnTo>
                  <a:lnTo>
                    <a:pt x="289560" y="350520"/>
                  </a:lnTo>
                  <a:lnTo>
                    <a:pt x="286512" y="347472"/>
                  </a:lnTo>
                  <a:close/>
                </a:path>
                <a:path w="699770" h="547370">
                  <a:moveTo>
                    <a:pt x="422148" y="353568"/>
                  </a:moveTo>
                  <a:lnTo>
                    <a:pt x="416051" y="359663"/>
                  </a:lnTo>
                  <a:lnTo>
                    <a:pt x="422148" y="359663"/>
                  </a:lnTo>
                  <a:lnTo>
                    <a:pt x="422148" y="353568"/>
                  </a:lnTo>
                  <a:close/>
                </a:path>
                <a:path w="699770" h="547370">
                  <a:moveTo>
                    <a:pt x="699516" y="347472"/>
                  </a:moveTo>
                  <a:lnTo>
                    <a:pt x="691896" y="347472"/>
                  </a:lnTo>
                  <a:lnTo>
                    <a:pt x="685800" y="353568"/>
                  </a:lnTo>
                  <a:lnTo>
                    <a:pt x="422148" y="353568"/>
                  </a:lnTo>
                  <a:lnTo>
                    <a:pt x="422148" y="359663"/>
                  </a:lnTo>
                  <a:lnTo>
                    <a:pt x="696468" y="359663"/>
                  </a:lnTo>
                  <a:lnTo>
                    <a:pt x="699516" y="356616"/>
                  </a:lnTo>
                  <a:lnTo>
                    <a:pt x="699516" y="347472"/>
                  </a:lnTo>
                  <a:close/>
                </a:path>
                <a:path w="699770" h="547370">
                  <a:moveTo>
                    <a:pt x="13716" y="347472"/>
                  </a:moveTo>
                  <a:lnTo>
                    <a:pt x="6096" y="347472"/>
                  </a:lnTo>
                  <a:lnTo>
                    <a:pt x="13716" y="353568"/>
                  </a:lnTo>
                  <a:lnTo>
                    <a:pt x="13716" y="347472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685800" y="353568"/>
                  </a:lnTo>
                  <a:lnTo>
                    <a:pt x="691896" y="347472"/>
                  </a:lnTo>
                  <a:lnTo>
                    <a:pt x="699516" y="347472"/>
                  </a:lnTo>
                  <a:lnTo>
                    <a:pt x="699516" y="13716"/>
                  </a:lnTo>
                  <a:lnTo>
                    <a:pt x="691896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699770" h="547370">
                  <a:moveTo>
                    <a:pt x="6858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685800" y="13716"/>
                  </a:lnTo>
                  <a:lnTo>
                    <a:pt x="685800" y="6096"/>
                  </a:lnTo>
                  <a:close/>
                </a:path>
                <a:path w="699770" h="547370">
                  <a:moveTo>
                    <a:pt x="699516" y="6096"/>
                  </a:moveTo>
                  <a:lnTo>
                    <a:pt x="685800" y="6096"/>
                  </a:lnTo>
                  <a:lnTo>
                    <a:pt x="691896" y="13716"/>
                  </a:lnTo>
                  <a:lnTo>
                    <a:pt x="699516" y="13716"/>
                  </a:lnTo>
                  <a:lnTo>
                    <a:pt x="699516" y="609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93176" y="761288"/>
            <a:ext cx="77012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Lets</a:t>
            </a:r>
            <a:r>
              <a:rPr spc="-30" dirty="0"/>
              <a:t> </a:t>
            </a:r>
            <a:r>
              <a:rPr dirty="0"/>
              <a:t>think</a:t>
            </a:r>
            <a:r>
              <a:rPr spc="-30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real</a:t>
            </a:r>
            <a:r>
              <a:rPr spc="-20" dirty="0"/>
              <a:t> </a:t>
            </a:r>
            <a:r>
              <a:rPr dirty="0"/>
              <a:t>life </a:t>
            </a:r>
            <a:r>
              <a:rPr spc="-10" dirty="0"/>
              <a:t>scenario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2578607" y="1359408"/>
            <a:ext cx="940435" cy="483234"/>
            <a:chOff x="2578607" y="1359408"/>
            <a:chExt cx="940435" cy="483234"/>
          </a:xfrm>
        </p:grpSpPr>
        <p:sp>
          <p:nvSpPr>
            <p:cNvPr id="15" name="object 15"/>
            <p:cNvSpPr/>
            <p:nvPr/>
          </p:nvSpPr>
          <p:spPr>
            <a:xfrm>
              <a:off x="25911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6" y="469391"/>
                  </a:lnTo>
                  <a:lnTo>
                    <a:pt x="73152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2" y="452627"/>
                  </a:lnTo>
                  <a:lnTo>
                    <a:pt x="39624" y="451103"/>
                  </a:lnTo>
                  <a:lnTo>
                    <a:pt x="32004" y="443483"/>
                  </a:lnTo>
                  <a:lnTo>
                    <a:pt x="30480" y="443483"/>
                  </a:lnTo>
                  <a:lnTo>
                    <a:pt x="30480" y="440436"/>
                  </a:lnTo>
                  <a:lnTo>
                    <a:pt x="25908" y="435863"/>
                  </a:lnTo>
                  <a:lnTo>
                    <a:pt x="24384" y="435863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9955"/>
                  </a:lnTo>
                  <a:lnTo>
                    <a:pt x="13716" y="409955"/>
                  </a:lnTo>
                  <a:lnTo>
                    <a:pt x="13716" y="394715"/>
                  </a:lnTo>
                  <a:lnTo>
                    <a:pt x="12192" y="394715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8287" y="59436"/>
                  </a:lnTo>
                  <a:lnTo>
                    <a:pt x="24384" y="47243"/>
                  </a:lnTo>
                  <a:lnTo>
                    <a:pt x="28956" y="42671"/>
                  </a:lnTo>
                  <a:lnTo>
                    <a:pt x="30480" y="39624"/>
                  </a:lnTo>
                  <a:lnTo>
                    <a:pt x="39624" y="30479"/>
                  </a:lnTo>
                  <a:lnTo>
                    <a:pt x="42672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2" y="13715"/>
                  </a:lnTo>
                  <a:lnTo>
                    <a:pt x="88392" y="12191"/>
                  </a:lnTo>
                  <a:lnTo>
                    <a:pt x="895604" y="12191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4" y="12191"/>
                  </a:moveTo>
                  <a:lnTo>
                    <a:pt x="850392" y="12191"/>
                  </a:lnTo>
                  <a:lnTo>
                    <a:pt x="867156" y="13715"/>
                  </a:lnTo>
                  <a:lnTo>
                    <a:pt x="880871" y="18287"/>
                  </a:lnTo>
                  <a:lnTo>
                    <a:pt x="893064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8" y="39624"/>
                  </a:lnTo>
                  <a:lnTo>
                    <a:pt x="909828" y="42671"/>
                  </a:lnTo>
                  <a:lnTo>
                    <a:pt x="911352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4" y="64007"/>
                  </a:lnTo>
                  <a:lnTo>
                    <a:pt x="923544" y="68579"/>
                  </a:lnTo>
                  <a:lnTo>
                    <a:pt x="925068" y="68579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8" y="440436"/>
                  </a:lnTo>
                  <a:lnTo>
                    <a:pt x="908304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4" y="457200"/>
                  </a:lnTo>
                  <a:lnTo>
                    <a:pt x="880871" y="463295"/>
                  </a:lnTo>
                  <a:lnTo>
                    <a:pt x="867156" y="467867"/>
                  </a:lnTo>
                  <a:lnTo>
                    <a:pt x="867156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90799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78607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4" y="478536"/>
                  </a:lnTo>
                  <a:lnTo>
                    <a:pt x="71628" y="481583"/>
                  </a:lnTo>
                  <a:lnTo>
                    <a:pt x="80772" y="483107"/>
                  </a:lnTo>
                  <a:lnTo>
                    <a:pt x="851916" y="483107"/>
                  </a:lnTo>
                  <a:lnTo>
                    <a:pt x="861059" y="481583"/>
                  </a:lnTo>
                  <a:lnTo>
                    <a:pt x="870204" y="481583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8" y="25907"/>
                  </a:lnTo>
                  <a:lnTo>
                    <a:pt x="25908" y="27431"/>
                  </a:lnTo>
                  <a:lnTo>
                    <a:pt x="16764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2" y="420624"/>
                  </a:lnTo>
                  <a:lnTo>
                    <a:pt x="7619" y="429767"/>
                  </a:lnTo>
                  <a:lnTo>
                    <a:pt x="10668" y="437388"/>
                  </a:lnTo>
                  <a:lnTo>
                    <a:pt x="15240" y="443483"/>
                  </a:lnTo>
                  <a:lnTo>
                    <a:pt x="16764" y="445007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1"/>
                  </a:lnTo>
                  <a:lnTo>
                    <a:pt x="54864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2" y="437388"/>
                  </a:lnTo>
                  <a:lnTo>
                    <a:pt x="43053" y="437388"/>
                  </a:lnTo>
                  <a:lnTo>
                    <a:pt x="35052" y="428243"/>
                  </a:lnTo>
                  <a:lnTo>
                    <a:pt x="35813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5"/>
                  </a:lnTo>
                  <a:lnTo>
                    <a:pt x="30480" y="64007"/>
                  </a:lnTo>
                  <a:lnTo>
                    <a:pt x="33528" y="57912"/>
                  </a:lnTo>
                  <a:lnTo>
                    <a:pt x="35560" y="54863"/>
                  </a:lnTo>
                  <a:lnTo>
                    <a:pt x="35052" y="54863"/>
                  </a:lnTo>
                  <a:lnTo>
                    <a:pt x="43052" y="45719"/>
                  </a:lnTo>
                  <a:lnTo>
                    <a:pt x="42672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1" y="30479"/>
                  </a:lnTo>
                  <a:lnTo>
                    <a:pt x="70104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4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2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2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2" y="53339"/>
                  </a:lnTo>
                  <a:lnTo>
                    <a:pt x="909828" y="65531"/>
                  </a:lnTo>
                  <a:lnTo>
                    <a:pt x="911352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8" y="419100"/>
                  </a:lnTo>
                  <a:lnTo>
                    <a:pt x="906780" y="425195"/>
                  </a:lnTo>
                  <a:lnTo>
                    <a:pt x="903732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3" y="437388"/>
                  </a:moveTo>
                  <a:lnTo>
                    <a:pt x="42672" y="437388"/>
                  </a:lnTo>
                  <a:lnTo>
                    <a:pt x="43780" y="438219"/>
                  </a:lnTo>
                  <a:lnTo>
                    <a:pt x="43053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2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2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2" y="54863"/>
                  </a:lnTo>
                  <a:lnTo>
                    <a:pt x="903732" y="53339"/>
                  </a:lnTo>
                  <a:lnTo>
                    <a:pt x="932688" y="53339"/>
                  </a:lnTo>
                  <a:lnTo>
                    <a:pt x="929640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2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2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4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40" y="45719"/>
                  </a:lnTo>
                  <a:lnTo>
                    <a:pt x="927354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4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4" y="42671"/>
                  </a:lnTo>
                  <a:lnTo>
                    <a:pt x="925068" y="39624"/>
                  </a:lnTo>
                  <a:lnTo>
                    <a:pt x="923544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8" y="36575"/>
                  </a:lnTo>
                  <a:lnTo>
                    <a:pt x="885444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8" y="0"/>
                  </a:lnTo>
                  <a:lnTo>
                    <a:pt x="70104" y="1524"/>
                  </a:lnTo>
                  <a:lnTo>
                    <a:pt x="62484" y="4571"/>
                  </a:lnTo>
                  <a:lnTo>
                    <a:pt x="53340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4" y="10667"/>
                  </a:lnTo>
                  <a:lnTo>
                    <a:pt x="885444" y="7619"/>
                  </a:lnTo>
                  <a:lnTo>
                    <a:pt x="876300" y="4571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026408" y="1359408"/>
            <a:ext cx="940435" cy="483234"/>
            <a:chOff x="4026408" y="1359408"/>
            <a:chExt cx="940435" cy="483234"/>
          </a:xfrm>
        </p:grpSpPr>
        <p:sp>
          <p:nvSpPr>
            <p:cNvPr id="20" name="object 20"/>
            <p:cNvSpPr/>
            <p:nvPr/>
          </p:nvSpPr>
          <p:spPr>
            <a:xfrm>
              <a:off x="4038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38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6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550408" y="1359408"/>
            <a:ext cx="940435" cy="483234"/>
            <a:chOff x="5550408" y="1359408"/>
            <a:chExt cx="940435" cy="483234"/>
          </a:xfrm>
        </p:grpSpPr>
        <p:sp>
          <p:nvSpPr>
            <p:cNvPr id="25" name="object 25"/>
            <p:cNvSpPr/>
            <p:nvPr/>
          </p:nvSpPr>
          <p:spPr>
            <a:xfrm>
              <a:off x="5562911" y="1377586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298" y="40228"/>
                  </a:moveTo>
                  <a:lnTo>
                    <a:pt x="5807" y="40948"/>
                  </a:lnTo>
                  <a:lnTo>
                    <a:pt x="5674" y="41587"/>
                  </a:lnTo>
                  <a:lnTo>
                    <a:pt x="5784" y="41257"/>
                  </a:lnTo>
                  <a:lnTo>
                    <a:pt x="6298" y="40228"/>
                  </a:lnTo>
                  <a:close/>
                </a:path>
                <a:path w="914400" h="451485">
                  <a:moveTo>
                    <a:pt x="23555" y="15866"/>
                  </a:moveTo>
                  <a:lnTo>
                    <a:pt x="22357" y="16683"/>
                  </a:lnTo>
                  <a:lnTo>
                    <a:pt x="21540" y="17881"/>
                  </a:lnTo>
                  <a:lnTo>
                    <a:pt x="23555" y="15866"/>
                  </a:lnTo>
                  <a:close/>
                </a:path>
                <a:path w="914400" h="451485">
                  <a:moveTo>
                    <a:pt x="47261" y="0"/>
                  </a:moveTo>
                  <a:lnTo>
                    <a:pt x="46622" y="133"/>
                  </a:lnTo>
                  <a:lnTo>
                    <a:pt x="45903" y="624"/>
                  </a:lnTo>
                  <a:lnTo>
                    <a:pt x="46932" y="109"/>
                  </a:lnTo>
                  <a:lnTo>
                    <a:pt x="47261" y="0"/>
                  </a:lnTo>
                  <a:close/>
                </a:path>
                <a:path w="914400" h="451485">
                  <a:moveTo>
                    <a:pt x="68409" y="449704"/>
                  </a:moveTo>
                  <a:lnTo>
                    <a:pt x="75888" y="451213"/>
                  </a:lnTo>
                  <a:lnTo>
                    <a:pt x="837888" y="451213"/>
                  </a:lnTo>
                  <a:lnTo>
                    <a:pt x="838049" y="451181"/>
                  </a:lnTo>
                  <a:lnTo>
                    <a:pt x="68409" y="449704"/>
                  </a:lnTo>
                  <a:close/>
                </a:path>
                <a:path w="914400" h="451485">
                  <a:moveTo>
                    <a:pt x="44559" y="443931"/>
                  </a:moveTo>
                  <a:lnTo>
                    <a:pt x="46622" y="445308"/>
                  </a:lnTo>
                  <a:lnTo>
                    <a:pt x="48855" y="445758"/>
                  </a:lnTo>
                  <a:lnTo>
                    <a:pt x="46932" y="445117"/>
                  </a:lnTo>
                  <a:lnTo>
                    <a:pt x="44559" y="443931"/>
                  </a:lnTo>
                  <a:close/>
                </a:path>
                <a:path w="914400" h="451485">
                  <a:moveTo>
                    <a:pt x="20295" y="426101"/>
                  </a:moveTo>
                  <a:lnTo>
                    <a:pt x="22357" y="429115"/>
                  </a:lnTo>
                  <a:lnTo>
                    <a:pt x="25220" y="431026"/>
                  </a:lnTo>
                  <a:lnTo>
                    <a:pt x="20295" y="426101"/>
                  </a:lnTo>
                  <a:close/>
                </a:path>
                <a:path w="914400" h="451485">
                  <a:moveTo>
                    <a:pt x="16995" y="421277"/>
                  </a:moveTo>
                  <a:lnTo>
                    <a:pt x="17976" y="422710"/>
                  </a:lnTo>
                  <a:lnTo>
                    <a:pt x="17976" y="422257"/>
                  </a:lnTo>
                  <a:lnTo>
                    <a:pt x="16995" y="421277"/>
                  </a:lnTo>
                  <a:close/>
                </a:path>
                <a:path w="914400" h="451485">
                  <a:moveTo>
                    <a:pt x="8832" y="408541"/>
                  </a:moveTo>
                  <a:lnTo>
                    <a:pt x="8283" y="408541"/>
                  </a:lnTo>
                  <a:lnTo>
                    <a:pt x="8832" y="409343"/>
                  </a:lnTo>
                  <a:lnTo>
                    <a:pt x="8832" y="408541"/>
                  </a:lnTo>
                  <a:close/>
                </a:path>
                <a:path w="914400" h="451485">
                  <a:moveTo>
                    <a:pt x="7308" y="405493"/>
                  </a:moveTo>
                  <a:lnTo>
                    <a:pt x="6198" y="405493"/>
                  </a:lnTo>
                  <a:lnTo>
                    <a:pt x="7308" y="407115"/>
                  </a:lnTo>
                  <a:lnTo>
                    <a:pt x="7308" y="405493"/>
                  </a:lnTo>
                  <a:close/>
                </a:path>
                <a:path w="914400" h="451485">
                  <a:moveTo>
                    <a:pt x="5784" y="400921"/>
                  </a:moveTo>
                  <a:lnTo>
                    <a:pt x="4989" y="400921"/>
                  </a:lnTo>
                  <a:lnTo>
                    <a:pt x="5784" y="404805"/>
                  </a:lnTo>
                  <a:lnTo>
                    <a:pt x="5784" y="400921"/>
                  </a:lnTo>
                  <a:close/>
                </a:path>
                <a:path w="914400" h="451485">
                  <a:moveTo>
                    <a:pt x="4260" y="396349"/>
                  </a:moveTo>
                  <a:lnTo>
                    <a:pt x="4053" y="396349"/>
                  </a:lnTo>
                  <a:lnTo>
                    <a:pt x="4260" y="397357"/>
                  </a:lnTo>
                  <a:lnTo>
                    <a:pt x="4260" y="396349"/>
                  </a:lnTo>
                  <a:close/>
                </a:path>
                <a:path w="914400" h="451485">
                  <a:moveTo>
                    <a:pt x="1212" y="376537"/>
                  </a:moveTo>
                  <a:lnTo>
                    <a:pt x="0" y="376537"/>
                  </a:lnTo>
                  <a:lnTo>
                    <a:pt x="1212" y="382461"/>
                  </a:lnTo>
                  <a:lnTo>
                    <a:pt x="1212" y="376537"/>
                  </a:lnTo>
                  <a:close/>
                </a:path>
                <a:path w="914400" h="451485">
                  <a:moveTo>
                    <a:pt x="907992" y="40662"/>
                  </a:moveTo>
                  <a:lnTo>
                    <a:pt x="907992" y="41257"/>
                  </a:lnTo>
                  <a:lnTo>
                    <a:pt x="908245" y="41257"/>
                  </a:lnTo>
                  <a:lnTo>
                    <a:pt x="908182" y="40948"/>
                  </a:lnTo>
                  <a:lnTo>
                    <a:pt x="907992" y="40662"/>
                  </a:lnTo>
                  <a:close/>
                </a:path>
                <a:path w="914400" h="451485">
                  <a:moveTo>
                    <a:pt x="914020" y="69879"/>
                  </a:moveTo>
                  <a:lnTo>
                    <a:pt x="912606" y="382519"/>
                  </a:lnTo>
                  <a:lnTo>
                    <a:pt x="914088" y="375013"/>
                  </a:lnTo>
                  <a:lnTo>
                    <a:pt x="914020" y="69879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27431" y="457200"/>
                  </a:lnTo>
                  <a:lnTo>
                    <a:pt x="38100" y="46634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898397" y="469391"/>
                  </a:lnTo>
                  <a:lnTo>
                    <a:pt x="867155" y="469391"/>
                  </a:lnTo>
                  <a:lnTo>
                    <a:pt x="73151" y="467867"/>
                  </a:lnTo>
                  <a:lnTo>
                    <a:pt x="59436" y="463295"/>
                  </a:lnTo>
                  <a:lnTo>
                    <a:pt x="47243" y="457200"/>
                  </a:lnTo>
                  <a:lnTo>
                    <a:pt x="42671" y="452627"/>
                  </a:lnTo>
                  <a:lnTo>
                    <a:pt x="39624" y="451103"/>
                  </a:lnTo>
                  <a:lnTo>
                    <a:pt x="32003" y="443483"/>
                  </a:lnTo>
                  <a:lnTo>
                    <a:pt x="30479" y="443483"/>
                  </a:lnTo>
                  <a:lnTo>
                    <a:pt x="30479" y="440436"/>
                  </a:lnTo>
                  <a:lnTo>
                    <a:pt x="25907" y="435863"/>
                  </a:lnTo>
                  <a:lnTo>
                    <a:pt x="24383" y="435863"/>
                  </a:lnTo>
                  <a:lnTo>
                    <a:pt x="24383" y="432815"/>
                  </a:lnTo>
                  <a:lnTo>
                    <a:pt x="22859" y="432815"/>
                  </a:lnTo>
                  <a:lnTo>
                    <a:pt x="22859" y="429767"/>
                  </a:lnTo>
                  <a:lnTo>
                    <a:pt x="21336" y="429767"/>
                  </a:lnTo>
                  <a:lnTo>
                    <a:pt x="21336" y="426719"/>
                  </a:lnTo>
                  <a:lnTo>
                    <a:pt x="19812" y="426719"/>
                  </a:lnTo>
                  <a:lnTo>
                    <a:pt x="19812" y="423671"/>
                  </a:lnTo>
                  <a:lnTo>
                    <a:pt x="18287" y="423671"/>
                  </a:lnTo>
                  <a:lnTo>
                    <a:pt x="18287" y="419100"/>
                  </a:lnTo>
                  <a:lnTo>
                    <a:pt x="16763" y="419100"/>
                  </a:lnTo>
                  <a:lnTo>
                    <a:pt x="16763" y="414527"/>
                  </a:lnTo>
                  <a:lnTo>
                    <a:pt x="15239" y="414527"/>
                  </a:lnTo>
                  <a:lnTo>
                    <a:pt x="15239" y="409955"/>
                  </a:lnTo>
                  <a:lnTo>
                    <a:pt x="13715" y="409955"/>
                  </a:lnTo>
                  <a:lnTo>
                    <a:pt x="13715" y="394715"/>
                  </a:lnTo>
                  <a:lnTo>
                    <a:pt x="12191" y="394715"/>
                  </a:lnTo>
                  <a:lnTo>
                    <a:pt x="12191" y="88391"/>
                  </a:lnTo>
                  <a:lnTo>
                    <a:pt x="13715" y="73151"/>
                  </a:lnTo>
                  <a:lnTo>
                    <a:pt x="18287" y="59436"/>
                  </a:lnTo>
                  <a:lnTo>
                    <a:pt x="24383" y="47243"/>
                  </a:lnTo>
                  <a:lnTo>
                    <a:pt x="28955" y="42671"/>
                  </a:lnTo>
                  <a:lnTo>
                    <a:pt x="30479" y="39624"/>
                  </a:lnTo>
                  <a:lnTo>
                    <a:pt x="39624" y="30479"/>
                  </a:lnTo>
                  <a:lnTo>
                    <a:pt x="42671" y="28955"/>
                  </a:lnTo>
                  <a:lnTo>
                    <a:pt x="47243" y="24383"/>
                  </a:lnTo>
                  <a:lnTo>
                    <a:pt x="59436" y="18287"/>
                  </a:lnTo>
                  <a:lnTo>
                    <a:pt x="73151" y="13715"/>
                  </a:lnTo>
                  <a:lnTo>
                    <a:pt x="88391" y="12191"/>
                  </a:lnTo>
                  <a:lnTo>
                    <a:pt x="895603" y="12191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  <a:path w="940435" h="483235">
                  <a:moveTo>
                    <a:pt x="895603" y="12191"/>
                  </a:moveTo>
                  <a:lnTo>
                    <a:pt x="850391" y="12191"/>
                  </a:lnTo>
                  <a:lnTo>
                    <a:pt x="867155" y="13715"/>
                  </a:lnTo>
                  <a:lnTo>
                    <a:pt x="880871" y="18287"/>
                  </a:lnTo>
                  <a:lnTo>
                    <a:pt x="893063" y="24383"/>
                  </a:lnTo>
                  <a:lnTo>
                    <a:pt x="897636" y="28955"/>
                  </a:lnTo>
                  <a:lnTo>
                    <a:pt x="900683" y="30479"/>
                  </a:lnTo>
                  <a:lnTo>
                    <a:pt x="909827" y="39624"/>
                  </a:lnTo>
                  <a:lnTo>
                    <a:pt x="909827" y="42671"/>
                  </a:lnTo>
                  <a:lnTo>
                    <a:pt x="911351" y="42671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7" y="50291"/>
                  </a:lnTo>
                  <a:lnTo>
                    <a:pt x="917447" y="53339"/>
                  </a:lnTo>
                  <a:lnTo>
                    <a:pt x="918971" y="53339"/>
                  </a:lnTo>
                  <a:lnTo>
                    <a:pt x="918971" y="56387"/>
                  </a:lnTo>
                  <a:lnTo>
                    <a:pt x="920495" y="56387"/>
                  </a:lnTo>
                  <a:lnTo>
                    <a:pt x="920495" y="59436"/>
                  </a:lnTo>
                  <a:lnTo>
                    <a:pt x="922019" y="59436"/>
                  </a:lnTo>
                  <a:lnTo>
                    <a:pt x="922019" y="64007"/>
                  </a:lnTo>
                  <a:lnTo>
                    <a:pt x="923543" y="64007"/>
                  </a:lnTo>
                  <a:lnTo>
                    <a:pt x="923543" y="68579"/>
                  </a:lnTo>
                  <a:lnTo>
                    <a:pt x="925067" y="68579"/>
                  </a:lnTo>
                  <a:lnTo>
                    <a:pt x="925067" y="73151"/>
                  </a:lnTo>
                  <a:lnTo>
                    <a:pt x="926591" y="73151"/>
                  </a:lnTo>
                  <a:lnTo>
                    <a:pt x="925067" y="409955"/>
                  </a:lnTo>
                  <a:lnTo>
                    <a:pt x="920495" y="423671"/>
                  </a:lnTo>
                  <a:lnTo>
                    <a:pt x="914400" y="435863"/>
                  </a:lnTo>
                  <a:lnTo>
                    <a:pt x="909827" y="440436"/>
                  </a:lnTo>
                  <a:lnTo>
                    <a:pt x="908303" y="443483"/>
                  </a:lnTo>
                  <a:lnTo>
                    <a:pt x="900683" y="451103"/>
                  </a:lnTo>
                  <a:lnTo>
                    <a:pt x="897636" y="452627"/>
                  </a:lnTo>
                  <a:lnTo>
                    <a:pt x="893063" y="457200"/>
                  </a:lnTo>
                  <a:lnTo>
                    <a:pt x="880871" y="463295"/>
                  </a:lnTo>
                  <a:lnTo>
                    <a:pt x="867155" y="467867"/>
                  </a:lnTo>
                  <a:lnTo>
                    <a:pt x="867155" y="469391"/>
                  </a:lnTo>
                  <a:lnTo>
                    <a:pt x="898397" y="469391"/>
                  </a:lnTo>
                  <a:lnTo>
                    <a:pt x="902207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14400" y="27431"/>
                  </a:lnTo>
                  <a:lnTo>
                    <a:pt x="914400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5603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62600" y="13716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50408" y="1359408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5" h="483235">
                  <a:moveTo>
                    <a:pt x="912876" y="457200"/>
                  </a:moveTo>
                  <a:lnTo>
                    <a:pt x="27431" y="457200"/>
                  </a:lnTo>
                  <a:lnTo>
                    <a:pt x="38100" y="466343"/>
                  </a:lnTo>
                  <a:lnTo>
                    <a:pt x="39624" y="467867"/>
                  </a:lnTo>
                  <a:lnTo>
                    <a:pt x="47243" y="472439"/>
                  </a:lnTo>
                  <a:lnTo>
                    <a:pt x="62483" y="478536"/>
                  </a:lnTo>
                  <a:lnTo>
                    <a:pt x="71627" y="481583"/>
                  </a:lnTo>
                  <a:lnTo>
                    <a:pt x="80771" y="483107"/>
                  </a:lnTo>
                  <a:lnTo>
                    <a:pt x="851915" y="483107"/>
                  </a:lnTo>
                  <a:lnTo>
                    <a:pt x="861059" y="481583"/>
                  </a:lnTo>
                  <a:lnTo>
                    <a:pt x="870203" y="481583"/>
                  </a:lnTo>
                  <a:lnTo>
                    <a:pt x="877824" y="478536"/>
                  </a:lnTo>
                  <a:lnTo>
                    <a:pt x="886967" y="475488"/>
                  </a:lnTo>
                  <a:lnTo>
                    <a:pt x="894588" y="472439"/>
                  </a:lnTo>
                  <a:lnTo>
                    <a:pt x="902207" y="466343"/>
                  </a:lnTo>
                  <a:lnTo>
                    <a:pt x="912876" y="457200"/>
                  </a:lnTo>
                  <a:close/>
                </a:path>
                <a:path w="940435" h="483235">
                  <a:moveTo>
                    <a:pt x="83819" y="25907"/>
                  </a:moveTo>
                  <a:lnTo>
                    <a:pt x="25907" y="25907"/>
                  </a:lnTo>
                  <a:lnTo>
                    <a:pt x="25907" y="27431"/>
                  </a:lnTo>
                  <a:lnTo>
                    <a:pt x="16763" y="38100"/>
                  </a:lnTo>
                  <a:lnTo>
                    <a:pt x="0" y="80771"/>
                  </a:lnTo>
                  <a:lnTo>
                    <a:pt x="0" y="403859"/>
                  </a:lnTo>
                  <a:lnTo>
                    <a:pt x="1524" y="413003"/>
                  </a:lnTo>
                  <a:lnTo>
                    <a:pt x="4571" y="420624"/>
                  </a:lnTo>
                  <a:lnTo>
                    <a:pt x="7619" y="429767"/>
                  </a:lnTo>
                  <a:lnTo>
                    <a:pt x="10667" y="437388"/>
                  </a:lnTo>
                  <a:lnTo>
                    <a:pt x="15239" y="443483"/>
                  </a:lnTo>
                  <a:lnTo>
                    <a:pt x="16763" y="445007"/>
                  </a:lnTo>
                  <a:lnTo>
                    <a:pt x="25907" y="455675"/>
                  </a:lnTo>
                  <a:lnTo>
                    <a:pt x="25907" y="457200"/>
                  </a:lnTo>
                  <a:lnTo>
                    <a:pt x="82295" y="457200"/>
                  </a:lnTo>
                  <a:lnTo>
                    <a:pt x="64007" y="452627"/>
                  </a:lnTo>
                  <a:lnTo>
                    <a:pt x="57912" y="449579"/>
                  </a:lnTo>
                  <a:lnTo>
                    <a:pt x="53339" y="446531"/>
                  </a:lnTo>
                  <a:lnTo>
                    <a:pt x="54863" y="446531"/>
                  </a:lnTo>
                  <a:lnTo>
                    <a:pt x="46736" y="440436"/>
                  </a:lnTo>
                  <a:lnTo>
                    <a:pt x="45719" y="440436"/>
                  </a:lnTo>
                  <a:lnTo>
                    <a:pt x="42671" y="437388"/>
                  </a:lnTo>
                  <a:lnTo>
                    <a:pt x="43052" y="437388"/>
                  </a:lnTo>
                  <a:lnTo>
                    <a:pt x="35051" y="428243"/>
                  </a:lnTo>
                  <a:lnTo>
                    <a:pt x="35813" y="428243"/>
                  </a:lnTo>
                  <a:lnTo>
                    <a:pt x="30479" y="417575"/>
                  </a:lnTo>
                  <a:lnTo>
                    <a:pt x="25907" y="399288"/>
                  </a:lnTo>
                  <a:lnTo>
                    <a:pt x="25907" y="82295"/>
                  </a:lnTo>
                  <a:lnTo>
                    <a:pt x="30479" y="64007"/>
                  </a:lnTo>
                  <a:lnTo>
                    <a:pt x="33527" y="57912"/>
                  </a:lnTo>
                  <a:lnTo>
                    <a:pt x="35560" y="54863"/>
                  </a:lnTo>
                  <a:lnTo>
                    <a:pt x="35051" y="54863"/>
                  </a:lnTo>
                  <a:lnTo>
                    <a:pt x="43052" y="45719"/>
                  </a:lnTo>
                  <a:lnTo>
                    <a:pt x="42671" y="45719"/>
                  </a:lnTo>
                  <a:lnTo>
                    <a:pt x="45719" y="42671"/>
                  </a:lnTo>
                  <a:lnTo>
                    <a:pt x="46155" y="42671"/>
                  </a:lnTo>
                  <a:lnTo>
                    <a:pt x="54863" y="35051"/>
                  </a:lnTo>
                  <a:lnTo>
                    <a:pt x="56387" y="35051"/>
                  </a:lnTo>
                  <a:lnTo>
                    <a:pt x="65531" y="30479"/>
                  </a:lnTo>
                  <a:lnTo>
                    <a:pt x="70103" y="28955"/>
                  </a:lnTo>
                  <a:lnTo>
                    <a:pt x="77724" y="27431"/>
                  </a:lnTo>
                  <a:lnTo>
                    <a:pt x="83819" y="25907"/>
                  </a:lnTo>
                  <a:close/>
                </a:path>
                <a:path w="940435" h="483235">
                  <a:moveTo>
                    <a:pt x="896416" y="438302"/>
                  </a:moveTo>
                  <a:lnTo>
                    <a:pt x="885443" y="446531"/>
                  </a:lnTo>
                  <a:lnTo>
                    <a:pt x="880871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7" y="443483"/>
                  </a:lnTo>
                  <a:lnTo>
                    <a:pt x="926896" y="440436"/>
                  </a:lnTo>
                  <a:lnTo>
                    <a:pt x="894588" y="440436"/>
                  </a:lnTo>
                  <a:lnTo>
                    <a:pt x="896416" y="438302"/>
                  </a:lnTo>
                  <a:close/>
                </a:path>
                <a:path w="940435" h="483235">
                  <a:moveTo>
                    <a:pt x="42671" y="437388"/>
                  </a:moveTo>
                  <a:lnTo>
                    <a:pt x="45719" y="440436"/>
                  </a:lnTo>
                  <a:lnTo>
                    <a:pt x="43780" y="438219"/>
                  </a:lnTo>
                  <a:lnTo>
                    <a:pt x="42671" y="437388"/>
                  </a:lnTo>
                  <a:close/>
                </a:path>
                <a:path w="940435" h="483235">
                  <a:moveTo>
                    <a:pt x="43780" y="438219"/>
                  </a:moveTo>
                  <a:lnTo>
                    <a:pt x="45719" y="440436"/>
                  </a:lnTo>
                  <a:lnTo>
                    <a:pt x="46736" y="440436"/>
                  </a:lnTo>
                  <a:lnTo>
                    <a:pt x="43780" y="438219"/>
                  </a:lnTo>
                  <a:close/>
                </a:path>
                <a:path w="940435" h="483235">
                  <a:moveTo>
                    <a:pt x="897636" y="437388"/>
                  </a:moveTo>
                  <a:lnTo>
                    <a:pt x="896416" y="438302"/>
                  </a:lnTo>
                  <a:lnTo>
                    <a:pt x="894588" y="440436"/>
                  </a:lnTo>
                  <a:lnTo>
                    <a:pt x="897636" y="437388"/>
                  </a:lnTo>
                  <a:close/>
                </a:path>
                <a:path w="940435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94588" y="440436"/>
                  </a:lnTo>
                  <a:lnTo>
                    <a:pt x="926896" y="440436"/>
                  </a:lnTo>
                  <a:lnTo>
                    <a:pt x="928725" y="437388"/>
                  </a:lnTo>
                  <a:close/>
                </a:path>
                <a:path w="940435" h="483235">
                  <a:moveTo>
                    <a:pt x="932688" y="53339"/>
                  </a:moveTo>
                  <a:lnTo>
                    <a:pt x="903731" y="53339"/>
                  </a:lnTo>
                  <a:lnTo>
                    <a:pt x="909827" y="65531"/>
                  </a:lnTo>
                  <a:lnTo>
                    <a:pt x="911351" y="70103"/>
                  </a:lnTo>
                  <a:lnTo>
                    <a:pt x="912876" y="77724"/>
                  </a:lnTo>
                  <a:lnTo>
                    <a:pt x="914400" y="83819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79" y="425195"/>
                  </a:lnTo>
                  <a:lnTo>
                    <a:pt x="903731" y="429767"/>
                  </a:lnTo>
                  <a:lnTo>
                    <a:pt x="896416" y="43830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39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3" y="411479"/>
                  </a:lnTo>
                  <a:lnTo>
                    <a:pt x="940307" y="402336"/>
                  </a:lnTo>
                  <a:lnTo>
                    <a:pt x="940307" y="88391"/>
                  </a:lnTo>
                  <a:lnTo>
                    <a:pt x="938783" y="79247"/>
                  </a:lnTo>
                  <a:lnTo>
                    <a:pt x="938783" y="70103"/>
                  </a:lnTo>
                  <a:lnTo>
                    <a:pt x="935736" y="62483"/>
                  </a:lnTo>
                  <a:lnTo>
                    <a:pt x="932688" y="53339"/>
                  </a:lnTo>
                  <a:close/>
                </a:path>
                <a:path w="940435" h="483235">
                  <a:moveTo>
                    <a:pt x="43052" y="437388"/>
                  </a:moveTo>
                  <a:lnTo>
                    <a:pt x="42671" y="437388"/>
                  </a:lnTo>
                  <a:lnTo>
                    <a:pt x="43780" y="438219"/>
                  </a:lnTo>
                  <a:lnTo>
                    <a:pt x="43052" y="437388"/>
                  </a:lnTo>
                  <a:close/>
                </a:path>
                <a:path w="940435" h="483235">
                  <a:moveTo>
                    <a:pt x="35813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3" y="428243"/>
                  </a:lnTo>
                  <a:close/>
                </a:path>
                <a:path w="940435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60" y="54863"/>
                  </a:lnTo>
                  <a:lnTo>
                    <a:pt x="36575" y="53339"/>
                  </a:lnTo>
                  <a:close/>
                </a:path>
                <a:path w="940435" h="483235">
                  <a:moveTo>
                    <a:pt x="895419" y="43780"/>
                  </a:moveTo>
                  <a:lnTo>
                    <a:pt x="903731" y="54863"/>
                  </a:lnTo>
                  <a:lnTo>
                    <a:pt x="903731" y="53339"/>
                  </a:lnTo>
                  <a:lnTo>
                    <a:pt x="932688" y="53339"/>
                  </a:lnTo>
                  <a:lnTo>
                    <a:pt x="929639" y="45719"/>
                  </a:lnTo>
                  <a:lnTo>
                    <a:pt x="897636" y="45719"/>
                  </a:lnTo>
                  <a:lnTo>
                    <a:pt x="895419" y="43780"/>
                  </a:lnTo>
                  <a:close/>
                </a:path>
                <a:path w="940435" h="483235">
                  <a:moveTo>
                    <a:pt x="45719" y="42671"/>
                  </a:moveTo>
                  <a:lnTo>
                    <a:pt x="42671" y="45719"/>
                  </a:lnTo>
                  <a:lnTo>
                    <a:pt x="44297" y="44297"/>
                  </a:lnTo>
                  <a:lnTo>
                    <a:pt x="45719" y="42671"/>
                  </a:lnTo>
                  <a:close/>
                </a:path>
                <a:path w="940435" h="483235">
                  <a:moveTo>
                    <a:pt x="44297" y="44297"/>
                  </a:moveTo>
                  <a:lnTo>
                    <a:pt x="42671" y="45719"/>
                  </a:lnTo>
                  <a:lnTo>
                    <a:pt x="43052" y="45719"/>
                  </a:lnTo>
                  <a:lnTo>
                    <a:pt x="44297" y="44297"/>
                  </a:lnTo>
                  <a:close/>
                </a:path>
                <a:path w="940435" h="483235">
                  <a:moveTo>
                    <a:pt x="894588" y="42671"/>
                  </a:moveTo>
                  <a:lnTo>
                    <a:pt x="895419" y="43780"/>
                  </a:lnTo>
                  <a:lnTo>
                    <a:pt x="897636" y="45719"/>
                  </a:lnTo>
                  <a:lnTo>
                    <a:pt x="894588" y="42671"/>
                  </a:lnTo>
                  <a:close/>
                </a:path>
                <a:path w="940435" h="483235">
                  <a:moveTo>
                    <a:pt x="927353" y="42671"/>
                  </a:moveTo>
                  <a:lnTo>
                    <a:pt x="894588" y="42671"/>
                  </a:lnTo>
                  <a:lnTo>
                    <a:pt x="897636" y="45719"/>
                  </a:lnTo>
                  <a:lnTo>
                    <a:pt x="929639" y="45719"/>
                  </a:lnTo>
                  <a:lnTo>
                    <a:pt x="927353" y="42671"/>
                  </a:lnTo>
                  <a:close/>
                </a:path>
                <a:path w="940435" h="483235">
                  <a:moveTo>
                    <a:pt x="46155" y="42671"/>
                  </a:moveTo>
                  <a:lnTo>
                    <a:pt x="45719" y="42671"/>
                  </a:lnTo>
                  <a:lnTo>
                    <a:pt x="44297" y="44297"/>
                  </a:lnTo>
                  <a:lnTo>
                    <a:pt x="46155" y="42671"/>
                  </a:lnTo>
                  <a:close/>
                </a:path>
                <a:path w="940435" h="483235">
                  <a:moveTo>
                    <a:pt x="920931" y="35051"/>
                  </a:moveTo>
                  <a:lnTo>
                    <a:pt x="885443" y="35051"/>
                  </a:lnTo>
                  <a:lnTo>
                    <a:pt x="895419" y="43780"/>
                  </a:lnTo>
                  <a:lnTo>
                    <a:pt x="894588" y="42671"/>
                  </a:lnTo>
                  <a:lnTo>
                    <a:pt x="927353" y="42671"/>
                  </a:lnTo>
                  <a:lnTo>
                    <a:pt x="925067" y="39624"/>
                  </a:lnTo>
                  <a:lnTo>
                    <a:pt x="923543" y="38100"/>
                  </a:lnTo>
                  <a:lnTo>
                    <a:pt x="920931" y="35051"/>
                  </a:lnTo>
                  <a:close/>
                </a:path>
                <a:path w="940435" h="483235">
                  <a:moveTo>
                    <a:pt x="56387" y="35051"/>
                  </a:moveTo>
                  <a:lnTo>
                    <a:pt x="54863" y="35051"/>
                  </a:lnTo>
                  <a:lnTo>
                    <a:pt x="53339" y="36575"/>
                  </a:lnTo>
                  <a:lnTo>
                    <a:pt x="56387" y="35051"/>
                  </a:lnTo>
                  <a:close/>
                </a:path>
                <a:path w="940435" h="483235">
                  <a:moveTo>
                    <a:pt x="914400" y="25907"/>
                  </a:moveTo>
                  <a:lnTo>
                    <a:pt x="858012" y="25907"/>
                  </a:lnTo>
                  <a:lnTo>
                    <a:pt x="876300" y="30479"/>
                  </a:lnTo>
                  <a:lnTo>
                    <a:pt x="882395" y="33527"/>
                  </a:lnTo>
                  <a:lnTo>
                    <a:pt x="886967" y="36575"/>
                  </a:lnTo>
                  <a:lnTo>
                    <a:pt x="885443" y="35051"/>
                  </a:lnTo>
                  <a:lnTo>
                    <a:pt x="920931" y="35051"/>
                  </a:lnTo>
                  <a:lnTo>
                    <a:pt x="914400" y="27431"/>
                  </a:lnTo>
                  <a:lnTo>
                    <a:pt x="914400" y="25907"/>
                  </a:lnTo>
                  <a:close/>
                </a:path>
                <a:path w="940435" h="483235">
                  <a:moveTo>
                    <a:pt x="859536" y="0"/>
                  </a:moveTo>
                  <a:lnTo>
                    <a:pt x="79247" y="0"/>
                  </a:lnTo>
                  <a:lnTo>
                    <a:pt x="70103" y="1524"/>
                  </a:lnTo>
                  <a:lnTo>
                    <a:pt x="62483" y="4571"/>
                  </a:lnTo>
                  <a:lnTo>
                    <a:pt x="53339" y="7619"/>
                  </a:lnTo>
                  <a:lnTo>
                    <a:pt x="45719" y="10667"/>
                  </a:lnTo>
                  <a:lnTo>
                    <a:pt x="39624" y="15239"/>
                  </a:lnTo>
                  <a:lnTo>
                    <a:pt x="38100" y="16763"/>
                  </a:lnTo>
                  <a:lnTo>
                    <a:pt x="27431" y="25907"/>
                  </a:lnTo>
                  <a:lnTo>
                    <a:pt x="912876" y="25907"/>
                  </a:lnTo>
                  <a:lnTo>
                    <a:pt x="902207" y="16763"/>
                  </a:lnTo>
                  <a:lnTo>
                    <a:pt x="900683" y="15239"/>
                  </a:lnTo>
                  <a:lnTo>
                    <a:pt x="893063" y="10667"/>
                  </a:lnTo>
                  <a:lnTo>
                    <a:pt x="885443" y="7619"/>
                  </a:lnTo>
                  <a:lnTo>
                    <a:pt x="876300" y="4571"/>
                  </a:lnTo>
                  <a:lnTo>
                    <a:pt x="868679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922007" y="1353311"/>
            <a:ext cx="940435" cy="483234"/>
            <a:chOff x="6922007" y="1353311"/>
            <a:chExt cx="940435" cy="483234"/>
          </a:xfrm>
        </p:grpSpPr>
        <p:sp>
          <p:nvSpPr>
            <p:cNvPr id="30" name="object 30"/>
            <p:cNvSpPr/>
            <p:nvPr/>
          </p:nvSpPr>
          <p:spPr>
            <a:xfrm>
              <a:off x="6934199" y="1371529"/>
              <a:ext cx="914400" cy="451484"/>
            </a:xfrm>
            <a:custGeom>
              <a:avLst/>
              <a:gdLst/>
              <a:ahLst/>
              <a:cxnLst/>
              <a:rect l="l" t="t" r="r" b="b"/>
              <a:pathLst>
                <a:path w="914400" h="451485">
                  <a:moveTo>
                    <a:pt x="6610" y="40189"/>
                  </a:moveTo>
                  <a:lnTo>
                    <a:pt x="6119" y="40908"/>
                  </a:lnTo>
                  <a:lnTo>
                    <a:pt x="6025" y="41359"/>
                  </a:lnTo>
                  <a:lnTo>
                    <a:pt x="6610" y="40189"/>
                  </a:lnTo>
                  <a:close/>
                </a:path>
                <a:path w="914400" h="451485">
                  <a:moveTo>
                    <a:pt x="23867" y="15826"/>
                  </a:moveTo>
                  <a:lnTo>
                    <a:pt x="22669" y="16643"/>
                  </a:lnTo>
                  <a:lnTo>
                    <a:pt x="21852" y="17842"/>
                  </a:lnTo>
                  <a:lnTo>
                    <a:pt x="23867" y="15826"/>
                  </a:lnTo>
                  <a:close/>
                </a:path>
                <a:path w="914400" h="451485">
                  <a:moveTo>
                    <a:pt x="47384" y="0"/>
                  </a:moveTo>
                  <a:lnTo>
                    <a:pt x="46934" y="94"/>
                  </a:lnTo>
                  <a:lnTo>
                    <a:pt x="46214" y="584"/>
                  </a:lnTo>
                  <a:lnTo>
                    <a:pt x="47384" y="0"/>
                  </a:lnTo>
                  <a:close/>
                </a:path>
                <a:path w="914400" h="451485">
                  <a:moveTo>
                    <a:pt x="68707" y="449662"/>
                  </a:moveTo>
                  <a:lnTo>
                    <a:pt x="76200" y="451174"/>
                  </a:lnTo>
                  <a:lnTo>
                    <a:pt x="838200" y="451174"/>
                  </a:lnTo>
                  <a:lnTo>
                    <a:pt x="838347" y="451145"/>
                  </a:lnTo>
                  <a:lnTo>
                    <a:pt x="68707" y="449662"/>
                  </a:lnTo>
                  <a:close/>
                </a:path>
                <a:path w="914400" h="451485">
                  <a:moveTo>
                    <a:pt x="44870" y="443891"/>
                  </a:moveTo>
                  <a:lnTo>
                    <a:pt x="46934" y="445268"/>
                  </a:lnTo>
                  <a:lnTo>
                    <a:pt x="49167" y="445719"/>
                  </a:lnTo>
                  <a:lnTo>
                    <a:pt x="47244" y="445078"/>
                  </a:lnTo>
                  <a:lnTo>
                    <a:pt x="44870" y="443891"/>
                  </a:lnTo>
                  <a:close/>
                </a:path>
                <a:path w="914400" h="451485">
                  <a:moveTo>
                    <a:pt x="26654" y="431735"/>
                  </a:moveTo>
                  <a:lnTo>
                    <a:pt x="30113" y="434043"/>
                  </a:lnTo>
                  <a:lnTo>
                    <a:pt x="28955" y="432886"/>
                  </a:lnTo>
                  <a:lnTo>
                    <a:pt x="26654" y="431735"/>
                  </a:lnTo>
                  <a:close/>
                </a:path>
                <a:path w="914400" h="451485">
                  <a:moveTo>
                    <a:pt x="21335" y="426790"/>
                  </a:moveTo>
                  <a:lnTo>
                    <a:pt x="21105" y="426790"/>
                  </a:lnTo>
                  <a:lnTo>
                    <a:pt x="22669" y="429076"/>
                  </a:lnTo>
                  <a:lnTo>
                    <a:pt x="25532" y="430986"/>
                  </a:lnTo>
                  <a:lnTo>
                    <a:pt x="21335" y="426790"/>
                  </a:lnTo>
                  <a:close/>
                </a:path>
                <a:path w="914400" h="451485">
                  <a:moveTo>
                    <a:pt x="17307" y="421237"/>
                  </a:moveTo>
                  <a:lnTo>
                    <a:pt x="19811" y="424899"/>
                  </a:lnTo>
                  <a:lnTo>
                    <a:pt x="19811" y="423742"/>
                  </a:lnTo>
                  <a:lnTo>
                    <a:pt x="17307" y="421237"/>
                  </a:lnTo>
                  <a:close/>
                </a:path>
                <a:path w="914400" h="451485">
                  <a:moveTo>
                    <a:pt x="9144" y="408502"/>
                  </a:moveTo>
                  <a:lnTo>
                    <a:pt x="8595" y="408502"/>
                  </a:lnTo>
                  <a:lnTo>
                    <a:pt x="9144" y="409303"/>
                  </a:lnTo>
                  <a:lnTo>
                    <a:pt x="9144" y="408502"/>
                  </a:lnTo>
                  <a:close/>
                </a:path>
                <a:path w="914400" h="451485">
                  <a:moveTo>
                    <a:pt x="7620" y="405454"/>
                  </a:moveTo>
                  <a:lnTo>
                    <a:pt x="6510" y="405454"/>
                  </a:lnTo>
                  <a:lnTo>
                    <a:pt x="7620" y="407075"/>
                  </a:lnTo>
                  <a:lnTo>
                    <a:pt x="7620" y="405454"/>
                  </a:lnTo>
                  <a:close/>
                </a:path>
                <a:path w="914400" h="451485">
                  <a:moveTo>
                    <a:pt x="6096" y="400882"/>
                  </a:moveTo>
                  <a:lnTo>
                    <a:pt x="5301" y="400882"/>
                  </a:lnTo>
                  <a:lnTo>
                    <a:pt x="6096" y="404766"/>
                  </a:lnTo>
                  <a:lnTo>
                    <a:pt x="6096" y="400882"/>
                  </a:lnTo>
                  <a:close/>
                </a:path>
                <a:path w="914400" h="451485">
                  <a:moveTo>
                    <a:pt x="4572" y="396310"/>
                  </a:moveTo>
                  <a:lnTo>
                    <a:pt x="4365" y="396310"/>
                  </a:lnTo>
                  <a:lnTo>
                    <a:pt x="4572" y="397318"/>
                  </a:lnTo>
                  <a:lnTo>
                    <a:pt x="4572" y="396310"/>
                  </a:lnTo>
                  <a:close/>
                </a:path>
                <a:path w="914400" h="451485">
                  <a:moveTo>
                    <a:pt x="1524" y="374974"/>
                  </a:moveTo>
                  <a:lnTo>
                    <a:pt x="0" y="374974"/>
                  </a:lnTo>
                  <a:lnTo>
                    <a:pt x="1524" y="382422"/>
                  </a:lnTo>
                  <a:lnTo>
                    <a:pt x="1524" y="374974"/>
                  </a:lnTo>
                  <a:close/>
                </a:path>
                <a:path w="914400" h="451485">
                  <a:moveTo>
                    <a:pt x="908303" y="40623"/>
                  </a:moveTo>
                  <a:lnTo>
                    <a:pt x="908303" y="41218"/>
                  </a:lnTo>
                  <a:lnTo>
                    <a:pt x="908556" y="41218"/>
                  </a:lnTo>
                  <a:lnTo>
                    <a:pt x="908494" y="40908"/>
                  </a:lnTo>
                  <a:lnTo>
                    <a:pt x="908303" y="40623"/>
                  </a:lnTo>
                  <a:close/>
                </a:path>
                <a:path w="914400" h="451485">
                  <a:moveTo>
                    <a:pt x="914332" y="69838"/>
                  </a:moveTo>
                  <a:lnTo>
                    <a:pt x="912910" y="382515"/>
                  </a:lnTo>
                  <a:lnTo>
                    <a:pt x="914400" y="374974"/>
                  </a:lnTo>
                  <a:lnTo>
                    <a:pt x="914332" y="69838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1"/>
                  </a:lnTo>
                  <a:lnTo>
                    <a:pt x="865632" y="469391"/>
                  </a:lnTo>
                  <a:lnTo>
                    <a:pt x="74675" y="467867"/>
                  </a:lnTo>
                  <a:lnTo>
                    <a:pt x="68580" y="466343"/>
                  </a:lnTo>
                  <a:lnTo>
                    <a:pt x="59436" y="463296"/>
                  </a:lnTo>
                  <a:lnTo>
                    <a:pt x="50292" y="458724"/>
                  </a:lnTo>
                  <a:lnTo>
                    <a:pt x="48768" y="457200"/>
                  </a:lnTo>
                  <a:lnTo>
                    <a:pt x="45720" y="455675"/>
                  </a:lnTo>
                  <a:lnTo>
                    <a:pt x="41148" y="451103"/>
                  </a:lnTo>
                  <a:lnTo>
                    <a:pt x="38100" y="449579"/>
                  </a:lnTo>
                  <a:lnTo>
                    <a:pt x="33527" y="445008"/>
                  </a:lnTo>
                  <a:lnTo>
                    <a:pt x="32003" y="445008"/>
                  </a:lnTo>
                  <a:lnTo>
                    <a:pt x="32003" y="441960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39"/>
                  </a:lnTo>
                  <a:lnTo>
                    <a:pt x="24384" y="432815"/>
                  </a:lnTo>
                  <a:lnTo>
                    <a:pt x="22860" y="432815"/>
                  </a:lnTo>
                  <a:lnTo>
                    <a:pt x="22860" y="429767"/>
                  </a:lnTo>
                  <a:lnTo>
                    <a:pt x="21336" y="429767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7"/>
                  </a:lnTo>
                  <a:lnTo>
                    <a:pt x="15240" y="414527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1"/>
                  </a:lnTo>
                  <a:lnTo>
                    <a:pt x="12192" y="393191"/>
                  </a:lnTo>
                  <a:lnTo>
                    <a:pt x="12192" y="88391"/>
                  </a:lnTo>
                  <a:lnTo>
                    <a:pt x="13716" y="73151"/>
                  </a:lnTo>
                  <a:lnTo>
                    <a:pt x="15240" y="67055"/>
                  </a:lnTo>
                  <a:lnTo>
                    <a:pt x="16764" y="62484"/>
                  </a:lnTo>
                  <a:lnTo>
                    <a:pt x="24384" y="47243"/>
                  </a:lnTo>
                  <a:lnTo>
                    <a:pt x="27432" y="44196"/>
                  </a:lnTo>
                  <a:lnTo>
                    <a:pt x="28956" y="41148"/>
                  </a:lnTo>
                  <a:lnTo>
                    <a:pt x="41148" y="28955"/>
                  </a:lnTo>
                  <a:lnTo>
                    <a:pt x="44196" y="27432"/>
                  </a:lnTo>
                  <a:lnTo>
                    <a:pt x="47244" y="24384"/>
                  </a:lnTo>
                  <a:lnTo>
                    <a:pt x="62484" y="16763"/>
                  </a:lnTo>
                  <a:lnTo>
                    <a:pt x="67056" y="15239"/>
                  </a:lnTo>
                  <a:lnTo>
                    <a:pt x="73151" y="13715"/>
                  </a:lnTo>
                  <a:lnTo>
                    <a:pt x="85344" y="12191"/>
                  </a:lnTo>
                  <a:lnTo>
                    <a:pt x="895604" y="12191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3235">
                  <a:moveTo>
                    <a:pt x="895604" y="12191"/>
                  </a:moveTo>
                  <a:lnTo>
                    <a:pt x="854964" y="12191"/>
                  </a:lnTo>
                  <a:lnTo>
                    <a:pt x="867156" y="13715"/>
                  </a:lnTo>
                  <a:lnTo>
                    <a:pt x="873251" y="15239"/>
                  </a:lnTo>
                  <a:lnTo>
                    <a:pt x="877824" y="16763"/>
                  </a:lnTo>
                  <a:lnTo>
                    <a:pt x="893064" y="24384"/>
                  </a:lnTo>
                  <a:lnTo>
                    <a:pt x="896112" y="27432"/>
                  </a:lnTo>
                  <a:lnTo>
                    <a:pt x="899160" y="28955"/>
                  </a:lnTo>
                  <a:lnTo>
                    <a:pt x="911351" y="41148"/>
                  </a:lnTo>
                  <a:lnTo>
                    <a:pt x="911351" y="44196"/>
                  </a:lnTo>
                  <a:lnTo>
                    <a:pt x="912876" y="44196"/>
                  </a:lnTo>
                  <a:lnTo>
                    <a:pt x="915924" y="47243"/>
                  </a:lnTo>
                  <a:lnTo>
                    <a:pt x="915924" y="50291"/>
                  </a:lnTo>
                  <a:lnTo>
                    <a:pt x="917448" y="50291"/>
                  </a:lnTo>
                  <a:lnTo>
                    <a:pt x="917448" y="53339"/>
                  </a:lnTo>
                  <a:lnTo>
                    <a:pt x="918972" y="53339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5"/>
                  </a:lnTo>
                  <a:lnTo>
                    <a:pt x="925068" y="67055"/>
                  </a:lnTo>
                  <a:lnTo>
                    <a:pt x="925068" y="73151"/>
                  </a:lnTo>
                  <a:lnTo>
                    <a:pt x="926592" y="73151"/>
                  </a:lnTo>
                  <a:lnTo>
                    <a:pt x="925068" y="408432"/>
                  </a:lnTo>
                  <a:lnTo>
                    <a:pt x="914400" y="434339"/>
                  </a:lnTo>
                  <a:lnTo>
                    <a:pt x="912876" y="437388"/>
                  </a:lnTo>
                  <a:lnTo>
                    <a:pt x="909827" y="440436"/>
                  </a:lnTo>
                  <a:lnTo>
                    <a:pt x="908303" y="443484"/>
                  </a:lnTo>
                  <a:lnTo>
                    <a:pt x="900684" y="451103"/>
                  </a:lnTo>
                  <a:lnTo>
                    <a:pt x="897636" y="452627"/>
                  </a:lnTo>
                  <a:lnTo>
                    <a:pt x="894588" y="455675"/>
                  </a:lnTo>
                  <a:lnTo>
                    <a:pt x="891540" y="457200"/>
                  </a:lnTo>
                  <a:lnTo>
                    <a:pt x="890016" y="458724"/>
                  </a:lnTo>
                  <a:lnTo>
                    <a:pt x="880872" y="463296"/>
                  </a:lnTo>
                  <a:lnTo>
                    <a:pt x="871727" y="466343"/>
                  </a:lnTo>
                  <a:lnTo>
                    <a:pt x="865632" y="467867"/>
                  </a:lnTo>
                  <a:lnTo>
                    <a:pt x="865632" y="469391"/>
                  </a:lnTo>
                  <a:lnTo>
                    <a:pt x="897128" y="469391"/>
                  </a:lnTo>
                  <a:lnTo>
                    <a:pt x="902208" y="466343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95604" y="121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4199" y="136550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6119"/>
                  </a:lnTo>
                  <a:lnTo>
                    <a:pt x="22669" y="22669"/>
                  </a:lnTo>
                  <a:lnTo>
                    <a:pt x="6119" y="46934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2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2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934"/>
                  </a:lnTo>
                  <a:lnTo>
                    <a:pt x="892301" y="22669"/>
                  </a:lnTo>
                  <a:lnTo>
                    <a:pt x="868108" y="6119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22007" y="1353311"/>
              <a:ext cx="940435" cy="483234"/>
            </a:xfrm>
            <a:custGeom>
              <a:avLst/>
              <a:gdLst/>
              <a:ahLst/>
              <a:cxnLst/>
              <a:rect l="l" t="t" r="r" b="b"/>
              <a:pathLst>
                <a:path w="940434" h="483235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3"/>
                  </a:lnTo>
                  <a:lnTo>
                    <a:pt x="39624" y="466343"/>
                  </a:lnTo>
                  <a:lnTo>
                    <a:pt x="39624" y="467867"/>
                  </a:lnTo>
                  <a:lnTo>
                    <a:pt x="47244" y="472439"/>
                  </a:lnTo>
                  <a:lnTo>
                    <a:pt x="62484" y="478536"/>
                  </a:lnTo>
                  <a:lnTo>
                    <a:pt x="71627" y="481584"/>
                  </a:lnTo>
                  <a:lnTo>
                    <a:pt x="80772" y="481584"/>
                  </a:lnTo>
                  <a:lnTo>
                    <a:pt x="88392" y="483108"/>
                  </a:lnTo>
                  <a:lnTo>
                    <a:pt x="851916" y="483108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3"/>
                  </a:lnTo>
                  <a:lnTo>
                    <a:pt x="912876" y="457200"/>
                  </a:lnTo>
                  <a:close/>
                </a:path>
                <a:path w="940434" h="483235">
                  <a:moveTo>
                    <a:pt x="77724" y="25908"/>
                  </a:moveTo>
                  <a:lnTo>
                    <a:pt x="25908" y="25908"/>
                  </a:lnTo>
                  <a:lnTo>
                    <a:pt x="25908" y="27432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3"/>
                  </a:lnTo>
                  <a:lnTo>
                    <a:pt x="4572" y="62484"/>
                  </a:lnTo>
                  <a:lnTo>
                    <a:pt x="1524" y="71627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1524" y="413003"/>
                  </a:lnTo>
                  <a:lnTo>
                    <a:pt x="10668" y="435863"/>
                  </a:lnTo>
                  <a:lnTo>
                    <a:pt x="15240" y="443484"/>
                  </a:lnTo>
                  <a:lnTo>
                    <a:pt x="16764" y="445008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64008" y="452627"/>
                  </a:lnTo>
                  <a:lnTo>
                    <a:pt x="57912" y="449579"/>
                  </a:lnTo>
                  <a:lnTo>
                    <a:pt x="53340" y="446532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3"/>
                  </a:lnTo>
                  <a:lnTo>
                    <a:pt x="35814" y="428243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2296"/>
                  </a:lnTo>
                  <a:lnTo>
                    <a:pt x="30480" y="64008"/>
                  </a:lnTo>
                  <a:lnTo>
                    <a:pt x="33527" y="57912"/>
                  </a:lnTo>
                  <a:lnTo>
                    <a:pt x="35559" y="54863"/>
                  </a:lnTo>
                  <a:lnTo>
                    <a:pt x="35051" y="54863"/>
                  </a:lnTo>
                  <a:lnTo>
                    <a:pt x="44386" y="44196"/>
                  </a:lnTo>
                  <a:lnTo>
                    <a:pt x="42672" y="44196"/>
                  </a:lnTo>
                  <a:lnTo>
                    <a:pt x="54864" y="35051"/>
                  </a:lnTo>
                  <a:lnTo>
                    <a:pt x="56388" y="35051"/>
                  </a:lnTo>
                  <a:lnTo>
                    <a:pt x="65532" y="30479"/>
                  </a:lnTo>
                  <a:lnTo>
                    <a:pt x="70103" y="27432"/>
                  </a:lnTo>
                  <a:lnTo>
                    <a:pt x="77724" y="25908"/>
                  </a:lnTo>
                  <a:close/>
                </a:path>
                <a:path w="940434" h="483235">
                  <a:moveTo>
                    <a:pt x="928725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79"/>
                  </a:lnTo>
                  <a:lnTo>
                    <a:pt x="874776" y="452627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3484"/>
                  </a:lnTo>
                  <a:lnTo>
                    <a:pt x="928725" y="437388"/>
                  </a:lnTo>
                  <a:close/>
                </a:path>
                <a:path w="940434" h="483235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3235">
                  <a:moveTo>
                    <a:pt x="894588" y="42672"/>
                  </a:move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5196"/>
                  </a:lnTo>
                  <a:lnTo>
                    <a:pt x="903732" y="429767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725" y="437388"/>
                  </a:lnTo>
                  <a:lnTo>
                    <a:pt x="929640" y="435863"/>
                  </a:lnTo>
                  <a:lnTo>
                    <a:pt x="932688" y="428243"/>
                  </a:lnTo>
                  <a:lnTo>
                    <a:pt x="935736" y="419100"/>
                  </a:lnTo>
                  <a:lnTo>
                    <a:pt x="938784" y="411479"/>
                  </a:lnTo>
                  <a:lnTo>
                    <a:pt x="940308" y="402336"/>
                  </a:lnTo>
                  <a:lnTo>
                    <a:pt x="940308" y="88391"/>
                  </a:lnTo>
                  <a:lnTo>
                    <a:pt x="938784" y="79248"/>
                  </a:lnTo>
                  <a:lnTo>
                    <a:pt x="938784" y="70103"/>
                  </a:lnTo>
                  <a:lnTo>
                    <a:pt x="935736" y="62484"/>
                  </a:lnTo>
                  <a:lnTo>
                    <a:pt x="932688" y="53339"/>
                  </a:lnTo>
                  <a:lnTo>
                    <a:pt x="929640" y="45720"/>
                  </a:lnTo>
                  <a:lnTo>
                    <a:pt x="928420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3235">
                  <a:moveTo>
                    <a:pt x="35814" y="428243"/>
                  </a:moveTo>
                  <a:lnTo>
                    <a:pt x="35051" y="428243"/>
                  </a:lnTo>
                  <a:lnTo>
                    <a:pt x="36575" y="429767"/>
                  </a:lnTo>
                  <a:lnTo>
                    <a:pt x="35814" y="428243"/>
                  </a:lnTo>
                  <a:close/>
                </a:path>
                <a:path w="940434" h="483235">
                  <a:moveTo>
                    <a:pt x="36575" y="53339"/>
                  </a:moveTo>
                  <a:lnTo>
                    <a:pt x="35051" y="54863"/>
                  </a:lnTo>
                  <a:lnTo>
                    <a:pt x="35559" y="54863"/>
                  </a:lnTo>
                  <a:lnTo>
                    <a:pt x="36575" y="53339"/>
                  </a:lnTo>
                  <a:close/>
                </a:path>
                <a:path w="940434" h="483235">
                  <a:moveTo>
                    <a:pt x="45720" y="42672"/>
                  </a:moveTo>
                  <a:lnTo>
                    <a:pt x="42672" y="44196"/>
                  </a:lnTo>
                  <a:lnTo>
                    <a:pt x="44386" y="44196"/>
                  </a:lnTo>
                  <a:lnTo>
                    <a:pt x="45720" y="42672"/>
                  </a:lnTo>
                  <a:close/>
                </a:path>
                <a:path w="940434" h="483235">
                  <a:moveTo>
                    <a:pt x="914400" y="25908"/>
                  </a:moveTo>
                  <a:lnTo>
                    <a:pt x="858012" y="25908"/>
                  </a:lnTo>
                  <a:lnTo>
                    <a:pt x="876300" y="30479"/>
                  </a:lnTo>
                  <a:lnTo>
                    <a:pt x="882396" y="33527"/>
                  </a:lnTo>
                  <a:lnTo>
                    <a:pt x="886968" y="36575"/>
                  </a:lnTo>
                  <a:lnTo>
                    <a:pt x="897636" y="44196"/>
                  </a:lnTo>
                  <a:lnTo>
                    <a:pt x="928420" y="44196"/>
                  </a:lnTo>
                  <a:lnTo>
                    <a:pt x="923544" y="38100"/>
                  </a:lnTo>
                  <a:lnTo>
                    <a:pt x="914400" y="27432"/>
                  </a:lnTo>
                  <a:lnTo>
                    <a:pt x="914400" y="25908"/>
                  </a:lnTo>
                  <a:close/>
                </a:path>
                <a:path w="940434" h="483235">
                  <a:moveTo>
                    <a:pt x="56388" y="35051"/>
                  </a:moveTo>
                  <a:lnTo>
                    <a:pt x="54864" y="35051"/>
                  </a:lnTo>
                  <a:lnTo>
                    <a:pt x="53340" y="36575"/>
                  </a:lnTo>
                  <a:lnTo>
                    <a:pt x="56388" y="35051"/>
                  </a:lnTo>
                  <a:close/>
                </a:path>
                <a:path w="940434" h="483235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7"/>
                  </a:lnTo>
                  <a:lnTo>
                    <a:pt x="39624" y="15239"/>
                  </a:lnTo>
                  <a:lnTo>
                    <a:pt x="38100" y="15239"/>
                  </a:lnTo>
                  <a:lnTo>
                    <a:pt x="27432" y="25908"/>
                  </a:lnTo>
                  <a:lnTo>
                    <a:pt x="912876" y="25908"/>
                  </a:lnTo>
                  <a:lnTo>
                    <a:pt x="900684" y="15239"/>
                  </a:lnTo>
                  <a:lnTo>
                    <a:pt x="885444" y="6096"/>
                  </a:lnTo>
                  <a:lnTo>
                    <a:pt x="876300" y="4572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72232" y="1448739"/>
            <a:ext cx="4631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8450" algn="l"/>
                <a:tab pos="3064510" algn="l"/>
                <a:tab pos="4419600" algn="l"/>
              </a:tabLst>
            </a:pPr>
            <a:r>
              <a:rPr sz="1800" b="1" spc="-25" dirty="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-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800" b="1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2700" b="1" spc="-75" baseline="1543" dirty="0">
                <a:solidFill>
                  <a:srgbClr val="C00000"/>
                </a:solidFill>
                <a:latin typeface="Verdana"/>
                <a:cs typeface="Verdana"/>
              </a:rPr>
              <a:t>=</a:t>
            </a:r>
            <a:endParaRPr sz="2700" baseline="1543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17407" y="1345691"/>
            <a:ext cx="940435" cy="481965"/>
            <a:chOff x="8217407" y="1345691"/>
            <a:chExt cx="940435" cy="481965"/>
          </a:xfrm>
        </p:grpSpPr>
        <p:sp>
          <p:nvSpPr>
            <p:cNvPr id="36" name="object 36"/>
            <p:cNvSpPr/>
            <p:nvPr/>
          </p:nvSpPr>
          <p:spPr>
            <a:xfrm>
              <a:off x="8229599" y="1378071"/>
              <a:ext cx="914400" cy="437515"/>
            </a:xfrm>
            <a:custGeom>
              <a:avLst/>
              <a:gdLst/>
              <a:ahLst/>
              <a:cxnLst/>
              <a:rect l="l" t="t" r="r" b="b"/>
              <a:pathLst>
                <a:path w="914400" h="437514">
                  <a:moveTo>
                    <a:pt x="6692" y="25266"/>
                  </a:moveTo>
                  <a:lnTo>
                    <a:pt x="6119" y="26104"/>
                  </a:lnTo>
                  <a:lnTo>
                    <a:pt x="5806" y="27635"/>
                  </a:lnTo>
                  <a:lnTo>
                    <a:pt x="6096" y="27056"/>
                  </a:lnTo>
                  <a:lnTo>
                    <a:pt x="6692" y="25266"/>
                  </a:lnTo>
                  <a:close/>
                </a:path>
                <a:path w="914400" h="437514">
                  <a:moveTo>
                    <a:pt x="25532" y="0"/>
                  </a:moveTo>
                  <a:lnTo>
                    <a:pt x="22669" y="1910"/>
                  </a:lnTo>
                  <a:lnTo>
                    <a:pt x="20607" y="4925"/>
                  </a:lnTo>
                  <a:lnTo>
                    <a:pt x="25532" y="0"/>
                  </a:lnTo>
                  <a:close/>
                </a:path>
                <a:path w="914400" h="437514">
                  <a:moveTo>
                    <a:pt x="68677" y="435494"/>
                  </a:moveTo>
                  <a:lnTo>
                    <a:pt x="76200" y="437012"/>
                  </a:lnTo>
                  <a:lnTo>
                    <a:pt x="838200" y="437012"/>
                  </a:lnTo>
                  <a:lnTo>
                    <a:pt x="68677" y="435494"/>
                  </a:lnTo>
                  <a:close/>
                </a:path>
                <a:path w="914400" h="437514">
                  <a:moveTo>
                    <a:pt x="40316" y="426690"/>
                  </a:moveTo>
                  <a:lnTo>
                    <a:pt x="46934" y="431107"/>
                  </a:lnTo>
                  <a:lnTo>
                    <a:pt x="53028" y="432336"/>
                  </a:lnTo>
                  <a:lnTo>
                    <a:pt x="48768" y="430916"/>
                  </a:lnTo>
                  <a:lnTo>
                    <a:pt x="40316" y="426690"/>
                  </a:lnTo>
                  <a:close/>
                </a:path>
                <a:path w="914400" h="437514">
                  <a:moveTo>
                    <a:pt x="22859" y="414152"/>
                  </a:moveTo>
                  <a:lnTo>
                    <a:pt x="22148" y="414152"/>
                  </a:lnTo>
                  <a:lnTo>
                    <a:pt x="22669" y="414914"/>
                  </a:lnTo>
                  <a:lnTo>
                    <a:pt x="30113" y="419882"/>
                  </a:lnTo>
                  <a:lnTo>
                    <a:pt x="27431" y="417200"/>
                  </a:lnTo>
                  <a:lnTo>
                    <a:pt x="24383" y="415676"/>
                  </a:lnTo>
                  <a:lnTo>
                    <a:pt x="22859" y="414152"/>
                  </a:lnTo>
                  <a:close/>
                </a:path>
                <a:path w="914400" h="437514">
                  <a:moveTo>
                    <a:pt x="17307" y="407076"/>
                  </a:moveTo>
                  <a:lnTo>
                    <a:pt x="21335" y="412965"/>
                  </a:lnTo>
                  <a:lnTo>
                    <a:pt x="21335" y="411104"/>
                  </a:lnTo>
                  <a:lnTo>
                    <a:pt x="17307" y="407076"/>
                  </a:lnTo>
                  <a:close/>
                </a:path>
                <a:path w="914400" h="437514">
                  <a:moveTo>
                    <a:pt x="10708" y="397428"/>
                  </a:moveTo>
                  <a:lnTo>
                    <a:pt x="12192" y="399597"/>
                  </a:lnTo>
                  <a:lnTo>
                    <a:pt x="12192" y="398912"/>
                  </a:lnTo>
                  <a:lnTo>
                    <a:pt x="10708" y="397428"/>
                  </a:lnTo>
                  <a:close/>
                </a:path>
                <a:path w="914400" h="437514">
                  <a:moveTo>
                    <a:pt x="9144" y="394340"/>
                  </a:moveTo>
                  <a:lnTo>
                    <a:pt x="8595" y="394340"/>
                  </a:lnTo>
                  <a:lnTo>
                    <a:pt x="9144" y="395142"/>
                  </a:lnTo>
                  <a:lnTo>
                    <a:pt x="9144" y="394340"/>
                  </a:lnTo>
                  <a:close/>
                </a:path>
                <a:path w="914400" h="437514">
                  <a:moveTo>
                    <a:pt x="7620" y="391292"/>
                  </a:moveTo>
                  <a:lnTo>
                    <a:pt x="6510" y="391292"/>
                  </a:lnTo>
                  <a:lnTo>
                    <a:pt x="7620" y="392914"/>
                  </a:lnTo>
                  <a:lnTo>
                    <a:pt x="7620" y="391292"/>
                  </a:lnTo>
                  <a:close/>
                </a:path>
                <a:path w="914400" h="437514">
                  <a:moveTo>
                    <a:pt x="6096" y="386720"/>
                  </a:moveTo>
                  <a:lnTo>
                    <a:pt x="5301" y="386720"/>
                  </a:lnTo>
                  <a:lnTo>
                    <a:pt x="6096" y="390604"/>
                  </a:lnTo>
                  <a:lnTo>
                    <a:pt x="6096" y="386720"/>
                  </a:lnTo>
                  <a:close/>
                </a:path>
                <a:path w="914400" h="437514">
                  <a:moveTo>
                    <a:pt x="4572" y="382148"/>
                  </a:moveTo>
                  <a:lnTo>
                    <a:pt x="4365" y="382148"/>
                  </a:lnTo>
                  <a:lnTo>
                    <a:pt x="4572" y="383156"/>
                  </a:lnTo>
                  <a:lnTo>
                    <a:pt x="4572" y="382148"/>
                  </a:lnTo>
                  <a:close/>
                </a:path>
                <a:path w="914400" h="437514">
                  <a:moveTo>
                    <a:pt x="1524" y="360812"/>
                  </a:moveTo>
                  <a:lnTo>
                    <a:pt x="0" y="360812"/>
                  </a:lnTo>
                  <a:lnTo>
                    <a:pt x="1524" y="368260"/>
                  </a:lnTo>
                  <a:lnTo>
                    <a:pt x="1524" y="360812"/>
                  </a:lnTo>
                  <a:close/>
                </a:path>
                <a:path w="914400" h="437514">
                  <a:moveTo>
                    <a:pt x="906779" y="23542"/>
                  </a:moveTo>
                  <a:lnTo>
                    <a:pt x="906779" y="24008"/>
                  </a:lnTo>
                  <a:lnTo>
                    <a:pt x="907091" y="24008"/>
                  </a:lnTo>
                  <a:lnTo>
                    <a:pt x="906779" y="23542"/>
                  </a:lnTo>
                  <a:close/>
                </a:path>
                <a:path w="914400" h="437514">
                  <a:moveTo>
                    <a:pt x="908303" y="25819"/>
                  </a:moveTo>
                  <a:lnTo>
                    <a:pt x="908303" y="27056"/>
                  </a:lnTo>
                  <a:lnTo>
                    <a:pt x="908682" y="27056"/>
                  </a:lnTo>
                  <a:lnTo>
                    <a:pt x="908494" y="26104"/>
                  </a:lnTo>
                  <a:lnTo>
                    <a:pt x="908303" y="25819"/>
                  </a:lnTo>
                  <a:close/>
                </a:path>
                <a:path w="914400" h="437514">
                  <a:moveTo>
                    <a:pt x="914332" y="55669"/>
                  </a:moveTo>
                  <a:lnTo>
                    <a:pt x="912910" y="368353"/>
                  </a:lnTo>
                  <a:lnTo>
                    <a:pt x="914400" y="360812"/>
                  </a:lnTo>
                  <a:lnTo>
                    <a:pt x="914332" y="55669"/>
                  </a:lnTo>
                  <a:close/>
                </a:path>
                <a:path w="914400" h="437514">
                  <a:moveTo>
                    <a:pt x="890051" y="416420"/>
                  </a:moveTo>
                  <a:lnTo>
                    <a:pt x="888492" y="417200"/>
                  </a:lnTo>
                  <a:lnTo>
                    <a:pt x="887693" y="417998"/>
                  </a:lnTo>
                  <a:lnTo>
                    <a:pt x="890051" y="416420"/>
                  </a:lnTo>
                  <a:close/>
                </a:path>
                <a:path w="914400" h="437514">
                  <a:moveTo>
                    <a:pt x="872046" y="428471"/>
                  </a:moveTo>
                  <a:lnTo>
                    <a:pt x="867155" y="430916"/>
                  </a:lnTo>
                  <a:lnTo>
                    <a:pt x="864369" y="431845"/>
                  </a:lnTo>
                  <a:lnTo>
                    <a:pt x="868108" y="431107"/>
                  </a:lnTo>
                  <a:lnTo>
                    <a:pt x="872046" y="428471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897128" y="469392"/>
                  </a:lnTo>
                  <a:lnTo>
                    <a:pt x="862584" y="469392"/>
                  </a:lnTo>
                  <a:lnTo>
                    <a:pt x="77724" y="467868"/>
                  </a:lnTo>
                  <a:lnTo>
                    <a:pt x="70103" y="466344"/>
                  </a:lnTo>
                  <a:lnTo>
                    <a:pt x="60960" y="463296"/>
                  </a:lnTo>
                  <a:lnTo>
                    <a:pt x="45720" y="455675"/>
                  </a:lnTo>
                  <a:lnTo>
                    <a:pt x="39624" y="449580"/>
                  </a:lnTo>
                  <a:lnTo>
                    <a:pt x="36575" y="448056"/>
                  </a:lnTo>
                  <a:lnTo>
                    <a:pt x="35051" y="446532"/>
                  </a:lnTo>
                  <a:lnTo>
                    <a:pt x="33527" y="446532"/>
                  </a:lnTo>
                  <a:lnTo>
                    <a:pt x="33527" y="443484"/>
                  </a:lnTo>
                  <a:lnTo>
                    <a:pt x="27432" y="437388"/>
                  </a:lnTo>
                  <a:lnTo>
                    <a:pt x="25908" y="437388"/>
                  </a:lnTo>
                  <a:lnTo>
                    <a:pt x="25908" y="434340"/>
                  </a:lnTo>
                  <a:lnTo>
                    <a:pt x="24384" y="434340"/>
                  </a:lnTo>
                  <a:lnTo>
                    <a:pt x="24384" y="431292"/>
                  </a:lnTo>
                  <a:lnTo>
                    <a:pt x="22860" y="429768"/>
                  </a:lnTo>
                  <a:lnTo>
                    <a:pt x="21336" y="429768"/>
                  </a:lnTo>
                  <a:lnTo>
                    <a:pt x="21336" y="426720"/>
                  </a:lnTo>
                  <a:lnTo>
                    <a:pt x="19812" y="426720"/>
                  </a:lnTo>
                  <a:lnTo>
                    <a:pt x="19812" y="423672"/>
                  </a:lnTo>
                  <a:lnTo>
                    <a:pt x="18288" y="423672"/>
                  </a:lnTo>
                  <a:lnTo>
                    <a:pt x="18288" y="419100"/>
                  </a:lnTo>
                  <a:lnTo>
                    <a:pt x="16764" y="419100"/>
                  </a:lnTo>
                  <a:lnTo>
                    <a:pt x="16764" y="414528"/>
                  </a:lnTo>
                  <a:lnTo>
                    <a:pt x="15240" y="414528"/>
                  </a:lnTo>
                  <a:lnTo>
                    <a:pt x="15240" y="408432"/>
                  </a:lnTo>
                  <a:lnTo>
                    <a:pt x="13716" y="408432"/>
                  </a:lnTo>
                  <a:lnTo>
                    <a:pt x="13716" y="393192"/>
                  </a:lnTo>
                  <a:lnTo>
                    <a:pt x="12192" y="393192"/>
                  </a:lnTo>
                  <a:lnTo>
                    <a:pt x="12192" y="88392"/>
                  </a:lnTo>
                  <a:lnTo>
                    <a:pt x="13716" y="73152"/>
                  </a:lnTo>
                  <a:lnTo>
                    <a:pt x="15240" y="67056"/>
                  </a:lnTo>
                  <a:lnTo>
                    <a:pt x="16764" y="62484"/>
                  </a:lnTo>
                  <a:lnTo>
                    <a:pt x="18288" y="59436"/>
                  </a:lnTo>
                  <a:lnTo>
                    <a:pt x="19812" y="54863"/>
                  </a:lnTo>
                  <a:lnTo>
                    <a:pt x="21336" y="51816"/>
                  </a:lnTo>
                  <a:lnTo>
                    <a:pt x="22860" y="50292"/>
                  </a:lnTo>
                  <a:lnTo>
                    <a:pt x="24384" y="47244"/>
                  </a:lnTo>
                  <a:lnTo>
                    <a:pt x="25908" y="45720"/>
                  </a:lnTo>
                  <a:lnTo>
                    <a:pt x="27432" y="42672"/>
                  </a:lnTo>
                  <a:lnTo>
                    <a:pt x="42672" y="27432"/>
                  </a:lnTo>
                  <a:lnTo>
                    <a:pt x="45720" y="25908"/>
                  </a:lnTo>
                  <a:lnTo>
                    <a:pt x="47244" y="24384"/>
                  </a:lnTo>
                  <a:lnTo>
                    <a:pt x="50292" y="22860"/>
                  </a:lnTo>
                  <a:lnTo>
                    <a:pt x="51816" y="21336"/>
                  </a:lnTo>
                  <a:lnTo>
                    <a:pt x="57912" y="18287"/>
                  </a:lnTo>
                  <a:lnTo>
                    <a:pt x="62484" y="16763"/>
                  </a:lnTo>
                  <a:lnTo>
                    <a:pt x="65532" y="15240"/>
                  </a:lnTo>
                  <a:lnTo>
                    <a:pt x="71627" y="13716"/>
                  </a:lnTo>
                  <a:lnTo>
                    <a:pt x="80772" y="12192"/>
                  </a:lnTo>
                  <a:lnTo>
                    <a:pt x="895604" y="12192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  <a:path w="940434" h="481964">
                  <a:moveTo>
                    <a:pt x="895604" y="12192"/>
                  </a:moveTo>
                  <a:lnTo>
                    <a:pt x="859536" y="12192"/>
                  </a:lnTo>
                  <a:lnTo>
                    <a:pt x="868680" y="13716"/>
                  </a:lnTo>
                  <a:lnTo>
                    <a:pt x="874776" y="15240"/>
                  </a:lnTo>
                  <a:lnTo>
                    <a:pt x="877824" y="16763"/>
                  </a:lnTo>
                  <a:lnTo>
                    <a:pt x="882396" y="18287"/>
                  </a:lnTo>
                  <a:lnTo>
                    <a:pt x="888492" y="21336"/>
                  </a:lnTo>
                  <a:lnTo>
                    <a:pt x="890016" y="22860"/>
                  </a:lnTo>
                  <a:lnTo>
                    <a:pt x="893064" y="24384"/>
                  </a:lnTo>
                  <a:lnTo>
                    <a:pt x="894588" y="25908"/>
                  </a:lnTo>
                  <a:lnTo>
                    <a:pt x="897636" y="27432"/>
                  </a:lnTo>
                  <a:lnTo>
                    <a:pt x="912876" y="42672"/>
                  </a:lnTo>
                  <a:lnTo>
                    <a:pt x="912876" y="45720"/>
                  </a:lnTo>
                  <a:lnTo>
                    <a:pt x="914400" y="45720"/>
                  </a:lnTo>
                  <a:lnTo>
                    <a:pt x="915924" y="47244"/>
                  </a:lnTo>
                  <a:lnTo>
                    <a:pt x="915924" y="50292"/>
                  </a:lnTo>
                  <a:lnTo>
                    <a:pt x="917448" y="50292"/>
                  </a:lnTo>
                  <a:lnTo>
                    <a:pt x="918972" y="51816"/>
                  </a:lnTo>
                  <a:lnTo>
                    <a:pt x="918972" y="56387"/>
                  </a:lnTo>
                  <a:lnTo>
                    <a:pt x="920496" y="56387"/>
                  </a:lnTo>
                  <a:lnTo>
                    <a:pt x="920496" y="59436"/>
                  </a:lnTo>
                  <a:lnTo>
                    <a:pt x="922020" y="59436"/>
                  </a:lnTo>
                  <a:lnTo>
                    <a:pt x="922020" y="62484"/>
                  </a:lnTo>
                  <a:lnTo>
                    <a:pt x="923544" y="62484"/>
                  </a:lnTo>
                  <a:lnTo>
                    <a:pt x="923544" y="67056"/>
                  </a:lnTo>
                  <a:lnTo>
                    <a:pt x="925068" y="67056"/>
                  </a:lnTo>
                  <a:lnTo>
                    <a:pt x="925068" y="73152"/>
                  </a:lnTo>
                  <a:lnTo>
                    <a:pt x="926592" y="73152"/>
                  </a:lnTo>
                  <a:lnTo>
                    <a:pt x="925068" y="408432"/>
                  </a:lnTo>
                  <a:lnTo>
                    <a:pt x="923544" y="414528"/>
                  </a:lnTo>
                  <a:lnTo>
                    <a:pt x="920496" y="423672"/>
                  </a:lnTo>
                  <a:lnTo>
                    <a:pt x="917448" y="429768"/>
                  </a:lnTo>
                  <a:lnTo>
                    <a:pt x="915924" y="431292"/>
                  </a:lnTo>
                  <a:lnTo>
                    <a:pt x="912876" y="437388"/>
                  </a:lnTo>
                  <a:lnTo>
                    <a:pt x="908303" y="441960"/>
                  </a:lnTo>
                  <a:lnTo>
                    <a:pt x="906780" y="445008"/>
                  </a:lnTo>
                  <a:lnTo>
                    <a:pt x="903732" y="448056"/>
                  </a:lnTo>
                  <a:lnTo>
                    <a:pt x="900684" y="449580"/>
                  </a:lnTo>
                  <a:lnTo>
                    <a:pt x="894588" y="455675"/>
                  </a:lnTo>
                  <a:lnTo>
                    <a:pt x="879348" y="463296"/>
                  </a:lnTo>
                  <a:lnTo>
                    <a:pt x="870203" y="466344"/>
                  </a:lnTo>
                  <a:lnTo>
                    <a:pt x="862584" y="467868"/>
                  </a:lnTo>
                  <a:lnTo>
                    <a:pt x="862584" y="469392"/>
                  </a:lnTo>
                  <a:lnTo>
                    <a:pt x="897128" y="469392"/>
                  </a:lnTo>
                  <a:lnTo>
                    <a:pt x="902208" y="466344"/>
                  </a:lnTo>
                  <a:lnTo>
                    <a:pt x="912876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29640" y="45720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14400" y="25908"/>
                  </a:lnTo>
                  <a:lnTo>
                    <a:pt x="912876" y="24384"/>
                  </a:lnTo>
                  <a:lnTo>
                    <a:pt x="902208" y="15240"/>
                  </a:lnTo>
                  <a:lnTo>
                    <a:pt x="900684" y="15240"/>
                  </a:lnTo>
                  <a:lnTo>
                    <a:pt x="895604" y="1219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29599" y="1357883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838200" y="0"/>
                  </a:moveTo>
                  <a:lnTo>
                    <a:pt x="76200" y="0"/>
                  </a:lnTo>
                  <a:lnTo>
                    <a:pt x="46934" y="5905"/>
                  </a:lnTo>
                  <a:lnTo>
                    <a:pt x="22669" y="22098"/>
                  </a:lnTo>
                  <a:lnTo>
                    <a:pt x="6119" y="46291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119" y="410908"/>
                  </a:lnTo>
                  <a:lnTo>
                    <a:pt x="22669" y="435101"/>
                  </a:lnTo>
                  <a:lnTo>
                    <a:pt x="46934" y="451294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8108" y="451294"/>
                  </a:lnTo>
                  <a:lnTo>
                    <a:pt x="892301" y="435101"/>
                  </a:lnTo>
                  <a:lnTo>
                    <a:pt x="908494" y="410908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8494" y="46291"/>
                  </a:lnTo>
                  <a:lnTo>
                    <a:pt x="892301" y="22098"/>
                  </a:lnTo>
                  <a:lnTo>
                    <a:pt x="868108" y="590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17407" y="1345691"/>
              <a:ext cx="940435" cy="481965"/>
            </a:xfrm>
            <a:custGeom>
              <a:avLst/>
              <a:gdLst/>
              <a:ahLst/>
              <a:cxnLst/>
              <a:rect l="l" t="t" r="r" b="b"/>
              <a:pathLst>
                <a:path w="940434" h="481964">
                  <a:moveTo>
                    <a:pt x="912876" y="457200"/>
                  </a:moveTo>
                  <a:lnTo>
                    <a:pt x="27432" y="457200"/>
                  </a:lnTo>
                  <a:lnTo>
                    <a:pt x="38100" y="466344"/>
                  </a:lnTo>
                  <a:lnTo>
                    <a:pt x="39624" y="466344"/>
                  </a:lnTo>
                  <a:lnTo>
                    <a:pt x="39624" y="467868"/>
                  </a:lnTo>
                  <a:lnTo>
                    <a:pt x="47244" y="472440"/>
                  </a:lnTo>
                  <a:lnTo>
                    <a:pt x="62484" y="478536"/>
                  </a:lnTo>
                  <a:lnTo>
                    <a:pt x="80772" y="481584"/>
                  </a:lnTo>
                  <a:lnTo>
                    <a:pt x="861060" y="481584"/>
                  </a:lnTo>
                  <a:lnTo>
                    <a:pt x="870203" y="480060"/>
                  </a:lnTo>
                  <a:lnTo>
                    <a:pt x="877824" y="478536"/>
                  </a:lnTo>
                  <a:lnTo>
                    <a:pt x="886968" y="475488"/>
                  </a:lnTo>
                  <a:lnTo>
                    <a:pt x="902208" y="466344"/>
                  </a:lnTo>
                  <a:lnTo>
                    <a:pt x="912876" y="457200"/>
                  </a:lnTo>
                  <a:close/>
                </a:path>
                <a:path w="940434" h="481964">
                  <a:moveTo>
                    <a:pt x="902208" y="15240"/>
                  </a:moveTo>
                  <a:lnTo>
                    <a:pt x="38100" y="15240"/>
                  </a:lnTo>
                  <a:lnTo>
                    <a:pt x="27432" y="24384"/>
                  </a:lnTo>
                  <a:lnTo>
                    <a:pt x="25908" y="25908"/>
                  </a:lnTo>
                  <a:lnTo>
                    <a:pt x="16764" y="38100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0668" y="47244"/>
                  </a:lnTo>
                  <a:lnTo>
                    <a:pt x="4572" y="62484"/>
                  </a:lnTo>
                  <a:lnTo>
                    <a:pt x="1524" y="71628"/>
                  </a:lnTo>
                  <a:lnTo>
                    <a:pt x="0" y="80772"/>
                  </a:lnTo>
                  <a:lnTo>
                    <a:pt x="0" y="402336"/>
                  </a:lnTo>
                  <a:lnTo>
                    <a:pt x="1524" y="411480"/>
                  </a:lnTo>
                  <a:lnTo>
                    <a:pt x="4572" y="420624"/>
                  </a:lnTo>
                  <a:lnTo>
                    <a:pt x="10668" y="435863"/>
                  </a:lnTo>
                  <a:lnTo>
                    <a:pt x="15240" y="441960"/>
                  </a:lnTo>
                  <a:lnTo>
                    <a:pt x="15240" y="443484"/>
                  </a:lnTo>
                  <a:lnTo>
                    <a:pt x="16764" y="443484"/>
                  </a:lnTo>
                  <a:lnTo>
                    <a:pt x="25908" y="455675"/>
                  </a:lnTo>
                  <a:lnTo>
                    <a:pt x="25908" y="457200"/>
                  </a:lnTo>
                  <a:lnTo>
                    <a:pt x="82296" y="457200"/>
                  </a:lnTo>
                  <a:lnTo>
                    <a:pt x="70103" y="454152"/>
                  </a:lnTo>
                  <a:lnTo>
                    <a:pt x="64008" y="451104"/>
                  </a:lnTo>
                  <a:lnTo>
                    <a:pt x="57912" y="449580"/>
                  </a:lnTo>
                  <a:lnTo>
                    <a:pt x="54864" y="446532"/>
                  </a:lnTo>
                  <a:lnTo>
                    <a:pt x="42672" y="437388"/>
                  </a:lnTo>
                  <a:lnTo>
                    <a:pt x="44196" y="437388"/>
                  </a:lnTo>
                  <a:lnTo>
                    <a:pt x="35051" y="428244"/>
                  </a:lnTo>
                  <a:lnTo>
                    <a:pt x="35814" y="428244"/>
                  </a:lnTo>
                  <a:lnTo>
                    <a:pt x="30480" y="417575"/>
                  </a:lnTo>
                  <a:lnTo>
                    <a:pt x="25908" y="399288"/>
                  </a:lnTo>
                  <a:lnTo>
                    <a:pt x="25908" y="80772"/>
                  </a:lnTo>
                  <a:lnTo>
                    <a:pt x="28956" y="68580"/>
                  </a:lnTo>
                  <a:lnTo>
                    <a:pt x="30480" y="64008"/>
                  </a:lnTo>
                  <a:lnTo>
                    <a:pt x="35814" y="53340"/>
                  </a:lnTo>
                  <a:lnTo>
                    <a:pt x="35051" y="53340"/>
                  </a:lnTo>
                  <a:lnTo>
                    <a:pt x="44196" y="44196"/>
                  </a:lnTo>
                  <a:lnTo>
                    <a:pt x="42672" y="44196"/>
                  </a:lnTo>
                  <a:lnTo>
                    <a:pt x="54864" y="35052"/>
                  </a:lnTo>
                  <a:lnTo>
                    <a:pt x="55372" y="35052"/>
                  </a:lnTo>
                  <a:lnTo>
                    <a:pt x="59436" y="32004"/>
                  </a:lnTo>
                  <a:lnTo>
                    <a:pt x="65532" y="30480"/>
                  </a:lnTo>
                  <a:lnTo>
                    <a:pt x="70103" y="27432"/>
                  </a:lnTo>
                  <a:lnTo>
                    <a:pt x="77724" y="25908"/>
                  </a:lnTo>
                  <a:lnTo>
                    <a:pt x="83820" y="25908"/>
                  </a:lnTo>
                  <a:lnTo>
                    <a:pt x="89916" y="24384"/>
                  </a:lnTo>
                  <a:lnTo>
                    <a:pt x="912876" y="24384"/>
                  </a:lnTo>
                  <a:lnTo>
                    <a:pt x="902208" y="15240"/>
                  </a:lnTo>
                  <a:close/>
                </a:path>
                <a:path w="940434" h="481964">
                  <a:moveTo>
                    <a:pt x="928497" y="437388"/>
                  </a:moveTo>
                  <a:lnTo>
                    <a:pt x="897636" y="437388"/>
                  </a:lnTo>
                  <a:lnTo>
                    <a:pt x="885444" y="446532"/>
                  </a:lnTo>
                  <a:lnTo>
                    <a:pt x="880872" y="449580"/>
                  </a:lnTo>
                  <a:lnTo>
                    <a:pt x="874776" y="452628"/>
                  </a:lnTo>
                  <a:lnTo>
                    <a:pt x="856488" y="457200"/>
                  </a:lnTo>
                  <a:lnTo>
                    <a:pt x="914400" y="457200"/>
                  </a:lnTo>
                  <a:lnTo>
                    <a:pt x="914400" y="455675"/>
                  </a:lnTo>
                  <a:lnTo>
                    <a:pt x="925068" y="441960"/>
                  </a:lnTo>
                  <a:lnTo>
                    <a:pt x="928497" y="437388"/>
                  </a:lnTo>
                  <a:close/>
                </a:path>
                <a:path w="940434" h="481964">
                  <a:moveTo>
                    <a:pt x="44196" y="437388"/>
                  </a:moveTo>
                  <a:lnTo>
                    <a:pt x="42672" y="437388"/>
                  </a:lnTo>
                  <a:lnTo>
                    <a:pt x="45720" y="438912"/>
                  </a:lnTo>
                  <a:lnTo>
                    <a:pt x="44196" y="437388"/>
                  </a:lnTo>
                  <a:close/>
                </a:path>
                <a:path w="940434" h="481964">
                  <a:moveTo>
                    <a:pt x="932078" y="51816"/>
                  </a:moveTo>
                  <a:lnTo>
                    <a:pt x="903732" y="51816"/>
                  </a:lnTo>
                  <a:lnTo>
                    <a:pt x="906780" y="59436"/>
                  </a:lnTo>
                  <a:lnTo>
                    <a:pt x="909827" y="64008"/>
                  </a:lnTo>
                  <a:lnTo>
                    <a:pt x="914400" y="82296"/>
                  </a:lnTo>
                  <a:lnTo>
                    <a:pt x="914400" y="400812"/>
                  </a:lnTo>
                  <a:lnTo>
                    <a:pt x="909827" y="419100"/>
                  </a:lnTo>
                  <a:lnTo>
                    <a:pt x="906780" y="423672"/>
                  </a:lnTo>
                  <a:lnTo>
                    <a:pt x="903732" y="429768"/>
                  </a:lnTo>
                  <a:lnTo>
                    <a:pt x="894588" y="438912"/>
                  </a:lnTo>
                  <a:lnTo>
                    <a:pt x="897636" y="437388"/>
                  </a:lnTo>
                  <a:lnTo>
                    <a:pt x="928497" y="437388"/>
                  </a:lnTo>
                  <a:lnTo>
                    <a:pt x="929640" y="435863"/>
                  </a:lnTo>
                  <a:lnTo>
                    <a:pt x="932688" y="426720"/>
                  </a:lnTo>
                  <a:lnTo>
                    <a:pt x="935736" y="419100"/>
                  </a:lnTo>
                  <a:lnTo>
                    <a:pt x="938784" y="409956"/>
                  </a:lnTo>
                  <a:lnTo>
                    <a:pt x="940308" y="402336"/>
                  </a:lnTo>
                  <a:lnTo>
                    <a:pt x="940308" y="88392"/>
                  </a:lnTo>
                  <a:lnTo>
                    <a:pt x="938784" y="79248"/>
                  </a:lnTo>
                  <a:lnTo>
                    <a:pt x="938784" y="70104"/>
                  </a:lnTo>
                  <a:lnTo>
                    <a:pt x="935736" y="60960"/>
                  </a:lnTo>
                  <a:lnTo>
                    <a:pt x="932078" y="51816"/>
                  </a:lnTo>
                  <a:close/>
                </a:path>
                <a:path w="940434" h="481964">
                  <a:moveTo>
                    <a:pt x="35814" y="428244"/>
                  </a:moveTo>
                  <a:lnTo>
                    <a:pt x="35051" y="428244"/>
                  </a:lnTo>
                  <a:lnTo>
                    <a:pt x="36575" y="429768"/>
                  </a:lnTo>
                  <a:lnTo>
                    <a:pt x="35814" y="428244"/>
                  </a:lnTo>
                  <a:close/>
                </a:path>
                <a:path w="940434" h="481964">
                  <a:moveTo>
                    <a:pt x="36575" y="51816"/>
                  </a:moveTo>
                  <a:lnTo>
                    <a:pt x="35051" y="53340"/>
                  </a:lnTo>
                  <a:lnTo>
                    <a:pt x="35814" y="53340"/>
                  </a:lnTo>
                  <a:lnTo>
                    <a:pt x="36575" y="51816"/>
                  </a:lnTo>
                  <a:close/>
                </a:path>
                <a:path w="940434" h="481964">
                  <a:moveTo>
                    <a:pt x="894588" y="42672"/>
                  </a:moveTo>
                  <a:lnTo>
                    <a:pt x="903732" y="53340"/>
                  </a:lnTo>
                  <a:lnTo>
                    <a:pt x="903732" y="51816"/>
                  </a:lnTo>
                  <a:lnTo>
                    <a:pt x="932078" y="51816"/>
                  </a:lnTo>
                  <a:lnTo>
                    <a:pt x="929640" y="45720"/>
                  </a:lnTo>
                  <a:lnTo>
                    <a:pt x="928497" y="44196"/>
                  </a:lnTo>
                  <a:lnTo>
                    <a:pt x="897636" y="44196"/>
                  </a:lnTo>
                  <a:lnTo>
                    <a:pt x="894588" y="42672"/>
                  </a:lnTo>
                  <a:close/>
                </a:path>
                <a:path w="940434" h="481964">
                  <a:moveTo>
                    <a:pt x="45720" y="42672"/>
                  </a:moveTo>
                  <a:lnTo>
                    <a:pt x="42672" y="44196"/>
                  </a:lnTo>
                  <a:lnTo>
                    <a:pt x="44196" y="44196"/>
                  </a:lnTo>
                  <a:lnTo>
                    <a:pt x="45720" y="42672"/>
                  </a:lnTo>
                  <a:close/>
                </a:path>
                <a:path w="940434" h="481964">
                  <a:moveTo>
                    <a:pt x="921258" y="35052"/>
                  </a:moveTo>
                  <a:lnTo>
                    <a:pt x="885444" y="35052"/>
                  </a:lnTo>
                  <a:lnTo>
                    <a:pt x="897636" y="44196"/>
                  </a:lnTo>
                  <a:lnTo>
                    <a:pt x="928497" y="44196"/>
                  </a:lnTo>
                  <a:lnTo>
                    <a:pt x="925068" y="39624"/>
                  </a:lnTo>
                  <a:lnTo>
                    <a:pt x="925068" y="38100"/>
                  </a:lnTo>
                  <a:lnTo>
                    <a:pt x="923544" y="38100"/>
                  </a:lnTo>
                  <a:lnTo>
                    <a:pt x="921258" y="35052"/>
                  </a:lnTo>
                  <a:close/>
                </a:path>
                <a:path w="940434" h="481964">
                  <a:moveTo>
                    <a:pt x="55372" y="35052"/>
                  </a:moveTo>
                  <a:lnTo>
                    <a:pt x="54864" y="35052"/>
                  </a:lnTo>
                  <a:lnTo>
                    <a:pt x="53340" y="36575"/>
                  </a:lnTo>
                  <a:lnTo>
                    <a:pt x="55372" y="35052"/>
                  </a:lnTo>
                  <a:close/>
                </a:path>
                <a:path w="940434" h="481964">
                  <a:moveTo>
                    <a:pt x="912876" y="24384"/>
                  </a:moveTo>
                  <a:lnTo>
                    <a:pt x="850392" y="24384"/>
                  </a:lnTo>
                  <a:lnTo>
                    <a:pt x="858012" y="25908"/>
                  </a:lnTo>
                  <a:lnTo>
                    <a:pt x="864108" y="25908"/>
                  </a:lnTo>
                  <a:lnTo>
                    <a:pt x="870203" y="27432"/>
                  </a:lnTo>
                  <a:lnTo>
                    <a:pt x="882396" y="33528"/>
                  </a:lnTo>
                  <a:lnTo>
                    <a:pt x="886968" y="36575"/>
                  </a:lnTo>
                  <a:lnTo>
                    <a:pt x="885444" y="35052"/>
                  </a:lnTo>
                  <a:lnTo>
                    <a:pt x="921258" y="35052"/>
                  </a:lnTo>
                  <a:lnTo>
                    <a:pt x="914400" y="25908"/>
                  </a:lnTo>
                  <a:lnTo>
                    <a:pt x="912876" y="24384"/>
                  </a:lnTo>
                  <a:close/>
                </a:path>
                <a:path w="940434" h="481964">
                  <a:moveTo>
                    <a:pt x="859536" y="0"/>
                  </a:moveTo>
                  <a:lnTo>
                    <a:pt x="79248" y="0"/>
                  </a:lnTo>
                  <a:lnTo>
                    <a:pt x="70103" y="1524"/>
                  </a:lnTo>
                  <a:lnTo>
                    <a:pt x="62484" y="4572"/>
                  </a:lnTo>
                  <a:lnTo>
                    <a:pt x="53340" y="7620"/>
                  </a:lnTo>
                  <a:lnTo>
                    <a:pt x="45720" y="10668"/>
                  </a:lnTo>
                  <a:lnTo>
                    <a:pt x="39624" y="15240"/>
                  </a:lnTo>
                  <a:lnTo>
                    <a:pt x="900684" y="15240"/>
                  </a:lnTo>
                  <a:lnTo>
                    <a:pt x="885444" y="6096"/>
                  </a:lnTo>
                  <a:lnTo>
                    <a:pt x="876300" y="3048"/>
                  </a:lnTo>
                  <a:lnTo>
                    <a:pt x="868680" y="1524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591804" y="1435023"/>
            <a:ext cx="187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Verdana"/>
                <a:cs typeface="Verdana"/>
              </a:rPr>
              <a:t>9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58180" y="4060952"/>
            <a:ext cx="187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223504" y="3886200"/>
            <a:ext cx="699770" cy="464820"/>
            <a:chOff x="8223504" y="3886200"/>
            <a:chExt cx="699770" cy="464820"/>
          </a:xfrm>
        </p:grpSpPr>
        <p:sp>
          <p:nvSpPr>
            <p:cNvPr id="43" name="object 43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243187" y="324612"/>
                  </a:moveTo>
                  <a:lnTo>
                    <a:pt x="210311" y="324612"/>
                  </a:lnTo>
                  <a:lnTo>
                    <a:pt x="341375" y="455675"/>
                  </a:lnTo>
                  <a:lnTo>
                    <a:pt x="243187" y="324612"/>
                  </a:lnTo>
                  <a:close/>
                </a:path>
                <a:path w="685800" h="457200">
                  <a:moveTo>
                    <a:pt x="277368" y="271272"/>
                  </a:moveTo>
                  <a:lnTo>
                    <a:pt x="203227" y="271272"/>
                  </a:lnTo>
                  <a:lnTo>
                    <a:pt x="243187" y="324612"/>
                  </a:lnTo>
                  <a:lnTo>
                    <a:pt x="277368" y="324612"/>
                  </a:lnTo>
                  <a:lnTo>
                    <a:pt x="277368" y="271272"/>
                  </a:lnTo>
                  <a:close/>
                </a:path>
                <a:path w="685800" h="457200">
                  <a:moveTo>
                    <a:pt x="0" y="0"/>
                  </a:moveTo>
                  <a:lnTo>
                    <a:pt x="0" y="271272"/>
                  </a:lnTo>
                  <a:lnTo>
                    <a:pt x="203227" y="271272"/>
                  </a:lnTo>
                  <a:lnTo>
                    <a:pt x="0" y="0"/>
                  </a:lnTo>
                  <a:close/>
                </a:path>
                <a:path w="685800" h="457200">
                  <a:moveTo>
                    <a:pt x="477011" y="324612"/>
                  </a:moveTo>
                  <a:lnTo>
                    <a:pt x="475488" y="324612"/>
                  </a:lnTo>
                  <a:lnTo>
                    <a:pt x="344424" y="455675"/>
                  </a:lnTo>
                  <a:lnTo>
                    <a:pt x="342392" y="456691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510046" y="271272"/>
                  </a:moveTo>
                  <a:lnTo>
                    <a:pt x="409955" y="271272"/>
                  </a:lnTo>
                  <a:lnTo>
                    <a:pt x="409955" y="324612"/>
                  </a:lnTo>
                  <a:lnTo>
                    <a:pt x="475488" y="324612"/>
                  </a:lnTo>
                  <a:lnTo>
                    <a:pt x="510046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510046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58192" y="457200"/>
                  </a:lnTo>
                  <a:lnTo>
                    <a:pt x="347472" y="457200"/>
                  </a:lnTo>
                  <a:lnTo>
                    <a:pt x="347472" y="455675"/>
                  </a:lnTo>
                  <a:lnTo>
                    <a:pt x="222503" y="330708"/>
                  </a:lnTo>
                  <a:lnTo>
                    <a:pt x="216407" y="330708"/>
                  </a:lnTo>
                  <a:lnTo>
                    <a:pt x="218236" y="326440"/>
                  </a:lnTo>
                  <a:lnTo>
                    <a:pt x="216407" y="324612"/>
                  </a:lnTo>
                  <a:lnTo>
                    <a:pt x="219020" y="324612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52810" y="453385"/>
                  </a:moveTo>
                  <a:lnTo>
                    <a:pt x="350520" y="455675"/>
                  </a:lnTo>
                  <a:lnTo>
                    <a:pt x="347472" y="457200"/>
                  </a:lnTo>
                  <a:lnTo>
                    <a:pt x="358192" y="457200"/>
                  </a:lnTo>
                  <a:lnTo>
                    <a:pt x="361275" y="454151"/>
                  </a:lnTo>
                  <a:lnTo>
                    <a:pt x="353568" y="454151"/>
                  </a:lnTo>
                  <a:lnTo>
                    <a:pt x="352810" y="453385"/>
                  </a:lnTo>
                  <a:close/>
                </a:path>
                <a:path w="699770" h="464820">
                  <a:moveTo>
                    <a:pt x="480822" y="325374"/>
                  </a:moveTo>
                  <a:lnTo>
                    <a:pt x="352810" y="453385"/>
                  </a:lnTo>
                  <a:lnTo>
                    <a:pt x="353568" y="454151"/>
                  </a:lnTo>
                  <a:lnTo>
                    <a:pt x="361275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80822" y="325374"/>
                  </a:lnTo>
                  <a:close/>
                </a:path>
                <a:path w="699770" h="464820">
                  <a:moveTo>
                    <a:pt x="218236" y="326440"/>
                  </a:moveTo>
                  <a:lnTo>
                    <a:pt x="216407" y="330708"/>
                  </a:lnTo>
                  <a:lnTo>
                    <a:pt x="222503" y="330708"/>
                  </a:lnTo>
                  <a:lnTo>
                    <a:pt x="218236" y="326440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0495" y="324612"/>
                  </a:lnTo>
                  <a:lnTo>
                    <a:pt x="481584" y="324612"/>
                  </a:lnTo>
                  <a:lnTo>
                    <a:pt x="480822" y="325374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9020" y="324612"/>
                  </a:lnTo>
                  <a:lnTo>
                    <a:pt x="225500" y="324612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2550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3464" y="318515"/>
                  </a:moveTo>
                  <a:lnTo>
                    <a:pt x="277368" y="324612"/>
                  </a:lnTo>
                  <a:lnTo>
                    <a:pt x="283464" y="324612"/>
                  </a:lnTo>
                  <a:lnTo>
                    <a:pt x="283464" y="318515"/>
                  </a:lnTo>
                  <a:close/>
                </a:path>
                <a:path w="699770" h="464820">
                  <a:moveTo>
                    <a:pt x="416051" y="318515"/>
                  </a:moveTo>
                  <a:lnTo>
                    <a:pt x="416051" y="324612"/>
                  </a:lnTo>
                  <a:lnTo>
                    <a:pt x="422148" y="324612"/>
                  </a:lnTo>
                  <a:lnTo>
                    <a:pt x="416051" y="31851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474015" y="324612"/>
                  </a:lnTo>
                  <a:lnTo>
                    <a:pt x="480495" y="324612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609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6096" y="271272"/>
                  </a:lnTo>
                  <a:lnTo>
                    <a:pt x="6096" y="0"/>
                  </a:lnTo>
                  <a:close/>
                </a:path>
                <a:path w="699770" h="464820">
                  <a:moveTo>
                    <a:pt x="283464" y="271272"/>
                  </a:moveTo>
                  <a:lnTo>
                    <a:pt x="277368" y="271272"/>
                  </a:lnTo>
                  <a:lnTo>
                    <a:pt x="283464" y="277367"/>
                  </a:lnTo>
                  <a:lnTo>
                    <a:pt x="283464" y="271272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1272"/>
                  </a:lnTo>
                  <a:lnTo>
                    <a:pt x="416051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91896" y="0"/>
                  </a:lnTo>
                  <a:lnTo>
                    <a:pt x="691896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296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477011" y="324612"/>
                  </a:moveTo>
                  <a:lnTo>
                    <a:pt x="210311" y="324612"/>
                  </a:lnTo>
                  <a:lnTo>
                    <a:pt x="342900" y="457200"/>
                  </a:lnTo>
                  <a:lnTo>
                    <a:pt x="477011" y="324612"/>
                  </a:lnTo>
                  <a:close/>
                </a:path>
                <a:path w="685800" h="457200">
                  <a:moveTo>
                    <a:pt x="409955" y="271272"/>
                  </a:moveTo>
                  <a:lnTo>
                    <a:pt x="277368" y="271272"/>
                  </a:lnTo>
                  <a:lnTo>
                    <a:pt x="277368" y="324612"/>
                  </a:lnTo>
                  <a:lnTo>
                    <a:pt x="409955" y="324612"/>
                  </a:lnTo>
                  <a:lnTo>
                    <a:pt x="409955" y="271272"/>
                  </a:lnTo>
                  <a:close/>
                </a:path>
                <a:path w="685800" h="457200">
                  <a:moveTo>
                    <a:pt x="685800" y="0"/>
                  </a:moveTo>
                  <a:lnTo>
                    <a:pt x="0" y="0"/>
                  </a:lnTo>
                  <a:lnTo>
                    <a:pt x="0" y="271272"/>
                  </a:lnTo>
                  <a:lnTo>
                    <a:pt x="685800" y="27127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5D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23504" y="3886200"/>
              <a:ext cx="699770" cy="464820"/>
            </a:xfrm>
            <a:custGeom>
              <a:avLst/>
              <a:gdLst/>
              <a:ahLst/>
              <a:cxnLst/>
              <a:rect l="l" t="t" r="r" b="b"/>
              <a:pathLst>
                <a:path w="699770" h="464820">
                  <a:moveTo>
                    <a:pt x="277368" y="318515"/>
                  </a:moveTo>
                  <a:lnTo>
                    <a:pt x="213360" y="318515"/>
                  </a:lnTo>
                  <a:lnTo>
                    <a:pt x="210312" y="321563"/>
                  </a:lnTo>
                  <a:lnTo>
                    <a:pt x="208788" y="324612"/>
                  </a:lnTo>
                  <a:lnTo>
                    <a:pt x="210312" y="327660"/>
                  </a:lnTo>
                  <a:lnTo>
                    <a:pt x="345948" y="461772"/>
                  </a:lnTo>
                  <a:lnTo>
                    <a:pt x="347472" y="464820"/>
                  </a:lnTo>
                  <a:lnTo>
                    <a:pt x="352044" y="464820"/>
                  </a:lnTo>
                  <a:lnTo>
                    <a:pt x="353568" y="461772"/>
                  </a:lnTo>
                  <a:lnTo>
                    <a:pt x="361274" y="454151"/>
                  </a:lnTo>
                  <a:lnTo>
                    <a:pt x="345948" y="454151"/>
                  </a:lnTo>
                  <a:lnTo>
                    <a:pt x="349757" y="450298"/>
                  </a:lnTo>
                  <a:lnTo>
                    <a:pt x="231526" y="330708"/>
                  </a:lnTo>
                  <a:lnTo>
                    <a:pt x="216407" y="330708"/>
                  </a:lnTo>
                  <a:lnTo>
                    <a:pt x="220979" y="320039"/>
                  </a:lnTo>
                  <a:lnTo>
                    <a:pt x="277368" y="320039"/>
                  </a:lnTo>
                  <a:lnTo>
                    <a:pt x="277368" y="318515"/>
                  </a:lnTo>
                  <a:close/>
                </a:path>
                <a:path w="699770" h="464820">
                  <a:moveTo>
                    <a:pt x="349757" y="450298"/>
                  </a:moveTo>
                  <a:lnTo>
                    <a:pt x="345948" y="454151"/>
                  </a:lnTo>
                  <a:lnTo>
                    <a:pt x="353568" y="454151"/>
                  </a:lnTo>
                  <a:lnTo>
                    <a:pt x="349757" y="450298"/>
                  </a:lnTo>
                  <a:close/>
                </a:path>
                <a:path w="699770" h="464820">
                  <a:moveTo>
                    <a:pt x="478536" y="320039"/>
                  </a:moveTo>
                  <a:lnTo>
                    <a:pt x="349757" y="450298"/>
                  </a:lnTo>
                  <a:lnTo>
                    <a:pt x="353568" y="454151"/>
                  </a:lnTo>
                  <a:lnTo>
                    <a:pt x="361274" y="454151"/>
                  </a:lnTo>
                  <a:lnTo>
                    <a:pt x="486121" y="330708"/>
                  </a:lnTo>
                  <a:lnTo>
                    <a:pt x="483107" y="330708"/>
                  </a:lnTo>
                  <a:lnTo>
                    <a:pt x="478536" y="320039"/>
                  </a:lnTo>
                  <a:close/>
                </a:path>
                <a:path w="699770" h="464820">
                  <a:moveTo>
                    <a:pt x="220979" y="320039"/>
                  </a:moveTo>
                  <a:lnTo>
                    <a:pt x="216407" y="330708"/>
                  </a:lnTo>
                  <a:lnTo>
                    <a:pt x="231526" y="330708"/>
                  </a:lnTo>
                  <a:lnTo>
                    <a:pt x="220979" y="320039"/>
                  </a:lnTo>
                  <a:close/>
                </a:path>
                <a:path w="699770" h="464820">
                  <a:moveTo>
                    <a:pt x="277368" y="320039"/>
                  </a:moveTo>
                  <a:lnTo>
                    <a:pt x="220979" y="320039"/>
                  </a:lnTo>
                  <a:lnTo>
                    <a:pt x="231526" y="330708"/>
                  </a:lnTo>
                  <a:lnTo>
                    <a:pt x="286512" y="330708"/>
                  </a:lnTo>
                  <a:lnTo>
                    <a:pt x="289560" y="327660"/>
                  </a:lnTo>
                  <a:lnTo>
                    <a:pt x="289560" y="324612"/>
                  </a:lnTo>
                  <a:lnTo>
                    <a:pt x="277368" y="324612"/>
                  </a:lnTo>
                  <a:lnTo>
                    <a:pt x="277368" y="320039"/>
                  </a:lnTo>
                  <a:close/>
                </a:path>
                <a:path w="699770" h="464820">
                  <a:moveTo>
                    <a:pt x="685800" y="265175"/>
                  </a:moveTo>
                  <a:lnTo>
                    <a:pt x="413003" y="265175"/>
                  </a:lnTo>
                  <a:lnTo>
                    <a:pt x="409955" y="268224"/>
                  </a:lnTo>
                  <a:lnTo>
                    <a:pt x="409955" y="327660"/>
                  </a:lnTo>
                  <a:lnTo>
                    <a:pt x="413003" y="330708"/>
                  </a:lnTo>
                  <a:lnTo>
                    <a:pt x="467989" y="330708"/>
                  </a:lnTo>
                  <a:lnTo>
                    <a:pt x="474015" y="324612"/>
                  </a:lnTo>
                  <a:lnTo>
                    <a:pt x="422148" y="324612"/>
                  </a:lnTo>
                  <a:lnTo>
                    <a:pt x="416051" y="318515"/>
                  </a:lnTo>
                  <a:lnTo>
                    <a:pt x="422148" y="318515"/>
                  </a:lnTo>
                  <a:lnTo>
                    <a:pt x="422148" y="277367"/>
                  </a:lnTo>
                  <a:lnTo>
                    <a:pt x="416051" y="277367"/>
                  </a:lnTo>
                  <a:lnTo>
                    <a:pt x="422148" y="271272"/>
                  </a:lnTo>
                  <a:lnTo>
                    <a:pt x="685800" y="271272"/>
                  </a:lnTo>
                  <a:lnTo>
                    <a:pt x="685800" y="265175"/>
                  </a:lnTo>
                  <a:close/>
                </a:path>
                <a:path w="699770" h="464820">
                  <a:moveTo>
                    <a:pt x="487679" y="320039"/>
                  </a:moveTo>
                  <a:lnTo>
                    <a:pt x="478536" y="320039"/>
                  </a:lnTo>
                  <a:lnTo>
                    <a:pt x="483107" y="330708"/>
                  </a:lnTo>
                  <a:lnTo>
                    <a:pt x="486121" y="330708"/>
                  </a:lnTo>
                  <a:lnTo>
                    <a:pt x="489203" y="327660"/>
                  </a:lnTo>
                  <a:lnTo>
                    <a:pt x="489203" y="321563"/>
                  </a:lnTo>
                  <a:lnTo>
                    <a:pt x="487679" y="320039"/>
                  </a:lnTo>
                  <a:close/>
                </a:path>
                <a:path w="699770" h="464820">
                  <a:moveTo>
                    <a:pt x="277368" y="271272"/>
                  </a:moveTo>
                  <a:lnTo>
                    <a:pt x="277368" y="324612"/>
                  </a:lnTo>
                  <a:lnTo>
                    <a:pt x="283464" y="318515"/>
                  </a:lnTo>
                  <a:lnTo>
                    <a:pt x="289560" y="318515"/>
                  </a:lnTo>
                  <a:lnTo>
                    <a:pt x="289560" y="277367"/>
                  </a:lnTo>
                  <a:lnTo>
                    <a:pt x="283464" y="277367"/>
                  </a:lnTo>
                  <a:lnTo>
                    <a:pt x="277368" y="271272"/>
                  </a:lnTo>
                  <a:close/>
                </a:path>
                <a:path w="699770" h="464820">
                  <a:moveTo>
                    <a:pt x="289560" y="318515"/>
                  </a:moveTo>
                  <a:lnTo>
                    <a:pt x="283464" y="318515"/>
                  </a:lnTo>
                  <a:lnTo>
                    <a:pt x="277368" y="324612"/>
                  </a:lnTo>
                  <a:lnTo>
                    <a:pt x="289560" y="324612"/>
                  </a:lnTo>
                  <a:lnTo>
                    <a:pt x="289560" y="318515"/>
                  </a:lnTo>
                  <a:close/>
                </a:path>
                <a:path w="699770" h="464820">
                  <a:moveTo>
                    <a:pt x="422148" y="318515"/>
                  </a:moveTo>
                  <a:lnTo>
                    <a:pt x="416051" y="318515"/>
                  </a:lnTo>
                  <a:lnTo>
                    <a:pt x="422148" y="324612"/>
                  </a:lnTo>
                  <a:lnTo>
                    <a:pt x="422148" y="318515"/>
                  </a:lnTo>
                  <a:close/>
                </a:path>
                <a:path w="699770" h="464820">
                  <a:moveTo>
                    <a:pt x="486155" y="318515"/>
                  </a:moveTo>
                  <a:lnTo>
                    <a:pt x="422148" y="318515"/>
                  </a:lnTo>
                  <a:lnTo>
                    <a:pt x="422148" y="324612"/>
                  </a:lnTo>
                  <a:lnTo>
                    <a:pt x="474015" y="324612"/>
                  </a:lnTo>
                  <a:lnTo>
                    <a:pt x="478536" y="320039"/>
                  </a:lnTo>
                  <a:lnTo>
                    <a:pt x="487679" y="320039"/>
                  </a:lnTo>
                  <a:lnTo>
                    <a:pt x="486155" y="318515"/>
                  </a:lnTo>
                  <a:close/>
                </a:path>
                <a:path w="699770" h="464820">
                  <a:moveTo>
                    <a:pt x="1371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048" y="277367"/>
                  </a:lnTo>
                  <a:lnTo>
                    <a:pt x="277368" y="277367"/>
                  </a:lnTo>
                  <a:lnTo>
                    <a:pt x="277368" y="271272"/>
                  </a:lnTo>
                  <a:lnTo>
                    <a:pt x="13716" y="271272"/>
                  </a:lnTo>
                  <a:lnTo>
                    <a:pt x="6096" y="265175"/>
                  </a:lnTo>
                  <a:lnTo>
                    <a:pt x="13716" y="265175"/>
                  </a:lnTo>
                  <a:lnTo>
                    <a:pt x="13716" y="0"/>
                  </a:lnTo>
                  <a:close/>
                </a:path>
                <a:path w="699770" h="464820">
                  <a:moveTo>
                    <a:pt x="286512" y="265175"/>
                  </a:moveTo>
                  <a:lnTo>
                    <a:pt x="13716" y="265175"/>
                  </a:lnTo>
                  <a:lnTo>
                    <a:pt x="13716" y="271272"/>
                  </a:lnTo>
                  <a:lnTo>
                    <a:pt x="277368" y="271272"/>
                  </a:lnTo>
                  <a:lnTo>
                    <a:pt x="283464" y="277367"/>
                  </a:lnTo>
                  <a:lnTo>
                    <a:pt x="289560" y="277367"/>
                  </a:lnTo>
                  <a:lnTo>
                    <a:pt x="289560" y="268224"/>
                  </a:lnTo>
                  <a:lnTo>
                    <a:pt x="286512" y="265175"/>
                  </a:lnTo>
                  <a:close/>
                </a:path>
                <a:path w="699770" h="464820">
                  <a:moveTo>
                    <a:pt x="422148" y="271272"/>
                  </a:moveTo>
                  <a:lnTo>
                    <a:pt x="416051" y="277367"/>
                  </a:lnTo>
                  <a:lnTo>
                    <a:pt x="422148" y="277367"/>
                  </a:lnTo>
                  <a:lnTo>
                    <a:pt x="422148" y="271272"/>
                  </a:lnTo>
                  <a:close/>
                </a:path>
                <a:path w="699770" h="464820">
                  <a:moveTo>
                    <a:pt x="699516" y="265175"/>
                  </a:moveTo>
                  <a:lnTo>
                    <a:pt x="691896" y="265175"/>
                  </a:lnTo>
                  <a:lnTo>
                    <a:pt x="685800" y="271272"/>
                  </a:lnTo>
                  <a:lnTo>
                    <a:pt x="422148" y="271272"/>
                  </a:lnTo>
                  <a:lnTo>
                    <a:pt x="422148" y="277367"/>
                  </a:lnTo>
                  <a:lnTo>
                    <a:pt x="696468" y="277367"/>
                  </a:lnTo>
                  <a:lnTo>
                    <a:pt x="699516" y="274320"/>
                  </a:lnTo>
                  <a:lnTo>
                    <a:pt x="699516" y="265175"/>
                  </a:lnTo>
                  <a:close/>
                </a:path>
                <a:path w="699770" h="464820">
                  <a:moveTo>
                    <a:pt x="13716" y="265175"/>
                  </a:moveTo>
                  <a:lnTo>
                    <a:pt x="6096" y="265175"/>
                  </a:lnTo>
                  <a:lnTo>
                    <a:pt x="13716" y="271272"/>
                  </a:lnTo>
                  <a:lnTo>
                    <a:pt x="13716" y="265175"/>
                  </a:lnTo>
                  <a:close/>
                </a:path>
                <a:path w="699770" h="464820">
                  <a:moveTo>
                    <a:pt x="699516" y="0"/>
                  </a:moveTo>
                  <a:lnTo>
                    <a:pt x="685800" y="0"/>
                  </a:lnTo>
                  <a:lnTo>
                    <a:pt x="685800" y="271272"/>
                  </a:lnTo>
                  <a:lnTo>
                    <a:pt x="691896" y="265175"/>
                  </a:lnTo>
                  <a:lnTo>
                    <a:pt x="699516" y="265175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395207" y="3832352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Verdana"/>
                <a:cs typeface="Verdana"/>
              </a:rPr>
              <a:t>12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operators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8535" y="4495800"/>
              <a:ext cx="6096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21739" y="1800783"/>
            <a:ext cx="7123430" cy="4110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Pointers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hold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addresses</a:t>
            </a:r>
            <a:r>
              <a:rPr sz="18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which</a:t>
            </a:r>
            <a:r>
              <a:rPr sz="1800" b="1" spc="-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are</a:t>
            </a:r>
            <a:r>
              <a:rPr sz="18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nothing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but</a:t>
            </a:r>
            <a:r>
              <a:rPr sz="18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numbers</a:t>
            </a:r>
            <a:endParaRPr sz="1800">
              <a:latin typeface="Arial"/>
              <a:cs typeface="Arial"/>
            </a:endParaRPr>
          </a:p>
          <a:p>
            <a:pPr marL="1999614" marR="2799715" indent="-6350">
              <a:lnSpc>
                <a:spcPct val="151100"/>
              </a:lnSpc>
              <a:spcBef>
                <a:spcPts val="65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*p,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*q,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b;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&amp;a;</a:t>
            </a:r>
            <a:endParaRPr sz="1800">
              <a:latin typeface="Courier New"/>
              <a:cs typeface="Courier New"/>
            </a:endParaRPr>
          </a:p>
          <a:p>
            <a:pPr marL="1993900">
              <a:lnSpc>
                <a:spcPct val="100000"/>
              </a:lnSpc>
              <a:spcBef>
                <a:spcPts val="57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q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What</a:t>
            </a:r>
            <a:r>
              <a:rPr sz="18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binary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operators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are</a:t>
            </a: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applicable</a:t>
            </a:r>
            <a:r>
              <a:rPr sz="18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between</a:t>
            </a:r>
            <a:r>
              <a:rPr sz="18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q</a:t>
            </a:r>
            <a:r>
              <a:rPr sz="18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marL="2755900">
              <a:lnSpc>
                <a:spcPct val="100000"/>
              </a:lnSpc>
              <a:spcBef>
                <a:spcPts val="1885"/>
              </a:spcBef>
              <a:tabLst>
                <a:tab pos="3352800" algn="l"/>
                <a:tab pos="3874135" algn="l"/>
                <a:tab pos="4584065" algn="l"/>
                <a:tab pos="5004435" algn="l"/>
              </a:tabLst>
            </a:pP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%</a:t>
            </a:r>
            <a:endParaRPr sz="2400">
              <a:latin typeface="Arial"/>
              <a:cs typeface="Arial"/>
            </a:endParaRPr>
          </a:p>
          <a:p>
            <a:pPr marL="469265" marR="5080" indent="-153035">
              <a:lnSpc>
                <a:spcPct val="222200"/>
              </a:lnSpc>
              <a:spcBef>
                <a:spcPts val="124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Whatever</a:t>
            </a: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operator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makes</a:t>
            </a:r>
            <a:r>
              <a:rPr sz="1800" b="1" spc="-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sense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is</a:t>
            </a:r>
            <a:r>
              <a:rPr sz="18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applicable</a:t>
            </a:r>
            <a:r>
              <a:rPr sz="18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between</a:t>
            </a:r>
            <a:r>
              <a:rPr sz="1800" b="1" spc="-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q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ONLY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minus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sz="1800" b="1" spc="4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operator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applicable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between</a:t>
            </a:r>
            <a:r>
              <a:rPr sz="18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76" y="761288"/>
            <a:ext cx="5252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unary</a:t>
            </a:r>
            <a:r>
              <a:rPr spc="-25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21739" y="1563039"/>
            <a:ext cx="7249795" cy="220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Pointers</a:t>
            </a:r>
            <a:r>
              <a:rPr sz="1800" b="1" spc="-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hold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addresses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which</a:t>
            </a:r>
            <a:r>
              <a:rPr sz="1800" b="1" spc="-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are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nothing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but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numbers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(integers)</a:t>
            </a:r>
            <a:endParaRPr sz="1800" dirty="0">
              <a:latin typeface="Arial"/>
              <a:cs typeface="Arial"/>
            </a:endParaRPr>
          </a:p>
          <a:p>
            <a:pPr marL="2070100" marR="3881754" indent="-76200">
              <a:lnSpc>
                <a:spcPct val="138800"/>
              </a:lnSpc>
              <a:spcBef>
                <a:spcPts val="91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*p,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a;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&amp;a;</a:t>
            </a:r>
            <a:endParaRPr sz="1800" dirty="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1125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Following</a:t>
            </a:r>
            <a:r>
              <a:rPr sz="1800" b="1" spc="-7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both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uniray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operators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are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applicable</a:t>
            </a:r>
            <a:r>
              <a:rPr sz="18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p:</a:t>
            </a:r>
            <a:endParaRPr sz="1800" dirty="0">
              <a:latin typeface="Arial"/>
              <a:cs typeface="Arial"/>
            </a:endParaRPr>
          </a:p>
          <a:p>
            <a:pPr marL="1536065">
              <a:lnSpc>
                <a:spcPct val="100000"/>
              </a:lnSpc>
              <a:spcBef>
                <a:spcPts val="1885"/>
              </a:spcBef>
              <a:tabLst>
                <a:tab pos="2310765" algn="l"/>
              </a:tabLst>
            </a:pP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++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216" y="3998543"/>
            <a:ext cx="574675" cy="81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100"/>
              </a:spcBef>
            </a:pPr>
            <a:r>
              <a:rPr lang="en-US"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p++; </a:t>
            </a:r>
            <a:r>
              <a:rPr lang="en-US"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p--</a:t>
            </a:r>
            <a:r>
              <a:rPr lang="en-US"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8152" y="3998543"/>
            <a:ext cx="4533900" cy="77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increase</a:t>
            </a:r>
            <a:r>
              <a:rPr sz="18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the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value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by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unit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decrease</a:t>
            </a:r>
            <a:r>
              <a:rPr sz="18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the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value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by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unit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263" y="5117083"/>
            <a:ext cx="8022590" cy="1181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Suppose</a:t>
            </a:r>
            <a:r>
              <a:rPr sz="18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a’s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address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is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200,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so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that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&amp;a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makes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p=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200.</a:t>
            </a:r>
            <a:endParaRPr sz="1800" dirty="0">
              <a:latin typeface="Courier New"/>
              <a:cs typeface="Courier New"/>
            </a:endParaRPr>
          </a:p>
          <a:p>
            <a:pPr marL="88900" marR="5080">
              <a:lnSpc>
                <a:spcPct val="166700"/>
              </a:lnSpc>
              <a:spcBef>
                <a:spcPts val="8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p++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make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to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hold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204;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p-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-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make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to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hold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196 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+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5;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make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to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hold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220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as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integers</a:t>
            </a:r>
            <a:r>
              <a:rPr sz="18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are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4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bytes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unary</a:t>
            </a:r>
            <a:r>
              <a:rPr spc="-25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800783"/>
            <a:ext cx="7249795" cy="220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Pointers</a:t>
            </a:r>
            <a:r>
              <a:rPr sz="1800" b="1" spc="-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hold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addresses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which</a:t>
            </a:r>
            <a:r>
              <a:rPr sz="1800" b="1" spc="-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are</a:t>
            </a:r>
            <a:r>
              <a:rPr sz="18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nothing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but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numbers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(integers)</a:t>
            </a:r>
            <a:endParaRPr sz="1800">
              <a:latin typeface="Arial"/>
              <a:cs typeface="Arial"/>
            </a:endParaRPr>
          </a:p>
          <a:p>
            <a:pPr marL="2070100" marR="3746500" indent="-76200">
              <a:lnSpc>
                <a:spcPct val="138800"/>
              </a:lnSpc>
              <a:spcBef>
                <a:spcPts val="91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8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*p,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a;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&amp;a;</a:t>
            </a:r>
            <a:endParaRPr sz="18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1125"/>
              </a:spcBef>
            </a:pP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Following</a:t>
            </a:r>
            <a:r>
              <a:rPr sz="1800" b="1" spc="-7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both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uniray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operators</a:t>
            </a:r>
            <a:r>
              <a:rPr sz="18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are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applicable</a:t>
            </a:r>
            <a:r>
              <a:rPr sz="18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to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p:</a:t>
            </a:r>
            <a:endParaRPr sz="1800">
              <a:latin typeface="Arial"/>
              <a:cs typeface="Arial"/>
            </a:endParaRPr>
          </a:p>
          <a:p>
            <a:pPr marL="1536065">
              <a:lnSpc>
                <a:spcPct val="100000"/>
              </a:lnSpc>
              <a:spcBef>
                <a:spcPts val="1885"/>
              </a:spcBef>
              <a:tabLst>
                <a:tab pos="2310765" algn="l"/>
              </a:tabLst>
            </a:pP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++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4216" y="4237888"/>
            <a:ext cx="574675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7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p++;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p--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148152" y="4237888"/>
            <a:ext cx="4533900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7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increase</a:t>
            </a:r>
            <a:r>
              <a:rPr sz="18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the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value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by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unit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decrease</a:t>
            </a:r>
            <a:r>
              <a:rPr sz="18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the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value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by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8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unit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9263" y="5117083"/>
            <a:ext cx="8157845" cy="1682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Suppose</a:t>
            </a:r>
            <a:r>
              <a:rPr sz="18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a’s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address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is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200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,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so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that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&amp;a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makes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p=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200.</a:t>
            </a:r>
            <a:endParaRPr sz="1800" dirty="0">
              <a:latin typeface="Courier New"/>
              <a:cs typeface="Courier New"/>
            </a:endParaRPr>
          </a:p>
          <a:p>
            <a:pPr marL="88900">
              <a:lnSpc>
                <a:spcPct val="100000"/>
              </a:lnSpc>
              <a:spcBef>
                <a:spcPts val="1525"/>
              </a:spcBef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p++</a:t>
            </a: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make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to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hold</a:t>
            </a:r>
            <a:r>
              <a:rPr sz="18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201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p-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-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make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to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hold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199</a:t>
            </a:r>
            <a:endParaRPr sz="1800" dirty="0">
              <a:latin typeface="Courier New"/>
              <a:cs typeface="Courier New"/>
            </a:endParaRPr>
          </a:p>
          <a:p>
            <a:pPr marL="697865" marR="5080" indent="-609600">
              <a:lnSpc>
                <a:spcPct val="166700"/>
              </a:lnSpc>
            </a:pP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+</a:t>
            </a:r>
            <a:r>
              <a:rPr sz="18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5;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will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make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to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hold</a:t>
            </a:r>
            <a:r>
              <a:rPr sz="18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205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as</a:t>
            </a: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characters</a:t>
            </a:r>
            <a:r>
              <a:rPr sz="18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are</a:t>
            </a:r>
            <a:r>
              <a:rPr sz="18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6600"/>
                </a:solidFill>
                <a:latin typeface="Courier New"/>
                <a:cs typeface="Courier New"/>
              </a:rPr>
              <a:t>1</a:t>
            </a: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 byte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For</a:t>
            </a:r>
            <a:r>
              <a:rPr sz="1800" b="1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float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and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double</a:t>
            </a:r>
            <a:r>
              <a:rPr sz="18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r>
              <a:rPr sz="18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result</a:t>
            </a:r>
            <a:r>
              <a:rPr sz="1800" b="1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will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be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similar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186600"/>
                </a:solidFill>
              </a:rPr>
              <a:t>A</a:t>
            </a:r>
            <a:r>
              <a:rPr sz="2000" spc="-35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detail</a:t>
            </a:r>
            <a:r>
              <a:rPr sz="2000" spc="-1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example</a:t>
            </a:r>
            <a:r>
              <a:rPr sz="2000" spc="-5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using</a:t>
            </a:r>
            <a:r>
              <a:rPr sz="2000" spc="-10" dirty="0">
                <a:solidFill>
                  <a:srgbClr val="186600"/>
                </a:solidFill>
              </a:rPr>
              <a:t> pointers </a:t>
            </a: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40" dirty="0"/>
              <a:t> </a:t>
            </a:r>
            <a:r>
              <a:rPr sz="2000" spc="-10" dirty="0"/>
              <a:t>Manipulations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 </a:t>
            </a:r>
            <a:r>
              <a:rPr sz="2000" dirty="0">
                <a:solidFill>
                  <a:srgbClr val="008000"/>
                </a:solidFill>
              </a:rPr>
              <a:t>Operators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applicable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to</a:t>
            </a:r>
            <a:r>
              <a:rPr sz="2000" spc="-25" dirty="0">
                <a:solidFill>
                  <a:srgbClr val="008000"/>
                </a:solidFill>
              </a:rPr>
              <a:t> </a:t>
            </a:r>
            <a:r>
              <a:rPr sz="2000" spc="-10" dirty="0">
                <a:solidFill>
                  <a:srgbClr val="008000"/>
                </a:solidFill>
              </a:rPr>
              <a:t>pointers </a:t>
            </a:r>
            <a:r>
              <a:rPr sz="2000" dirty="0">
                <a:solidFill>
                  <a:srgbClr val="FF0000"/>
                </a:solidFill>
              </a:rPr>
              <a:t>Arrays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and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1514855"/>
            <a:ext cx="8389620" cy="2371725"/>
            <a:chOff x="990600" y="1514855"/>
            <a:chExt cx="8389620" cy="2371725"/>
          </a:xfrm>
        </p:grpSpPr>
        <p:sp>
          <p:nvSpPr>
            <p:cNvPr id="3" name="object 3"/>
            <p:cNvSpPr/>
            <p:nvPr/>
          </p:nvSpPr>
          <p:spPr>
            <a:xfrm>
              <a:off x="1136904" y="1746503"/>
              <a:ext cx="2529840" cy="2139950"/>
            </a:xfrm>
            <a:custGeom>
              <a:avLst/>
              <a:gdLst/>
              <a:ahLst/>
              <a:cxnLst/>
              <a:rect l="l" t="t" r="r" b="b"/>
              <a:pathLst>
                <a:path w="2529840" h="2139950">
                  <a:moveTo>
                    <a:pt x="1309116" y="1859280"/>
                  </a:moveTo>
                  <a:lnTo>
                    <a:pt x="1306068" y="1856232"/>
                  </a:lnTo>
                  <a:lnTo>
                    <a:pt x="3048" y="1856232"/>
                  </a:lnTo>
                  <a:lnTo>
                    <a:pt x="0" y="1859280"/>
                  </a:lnTo>
                  <a:lnTo>
                    <a:pt x="0" y="2139696"/>
                  </a:lnTo>
                  <a:lnTo>
                    <a:pt x="13716" y="2139696"/>
                  </a:lnTo>
                  <a:lnTo>
                    <a:pt x="13716" y="1868424"/>
                  </a:lnTo>
                  <a:lnTo>
                    <a:pt x="1295400" y="1868424"/>
                  </a:lnTo>
                  <a:lnTo>
                    <a:pt x="1295400" y="2139696"/>
                  </a:lnTo>
                  <a:lnTo>
                    <a:pt x="1309116" y="2139696"/>
                  </a:lnTo>
                  <a:lnTo>
                    <a:pt x="1309116" y="1868424"/>
                  </a:lnTo>
                  <a:lnTo>
                    <a:pt x="1309116" y="1862328"/>
                  </a:lnTo>
                  <a:lnTo>
                    <a:pt x="1309116" y="1859280"/>
                  </a:lnTo>
                  <a:close/>
                </a:path>
                <a:path w="2529840" h="2139950">
                  <a:moveTo>
                    <a:pt x="1309116" y="475488"/>
                  </a:moveTo>
                  <a:lnTo>
                    <a:pt x="1306068" y="472440"/>
                  </a:lnTo>
                  <a:lnTo>
                    <a:pt x="1295400" y="472440"/>
                  </a:lnTo>
                  <a:lnTo>
                    <a:pt x="1295400" y="484632"/>
                  </a:lnTo>
                  <a:lnTo>
                    <a:pt x="1295400" y="914400"/>
                  </a:lnTo>
                  <a:lnTo>
                    <a:pt x="1295400" y="1842516"/>
                  </a:lnTo>
                  <a:lnTo>
                    <a:pt x="13716" y="1842516"/>
                  </a:lnTo>
                  <a:lnTo>
                    <a:pt x="13716" y="1397508"/>
                  </a:lnTo>
                  <a:lnTo>
                    <a:pt x="1295400" y="1397508"/>
                  </a:lnTo>
                  <a:lnTo>
                    <a:pt x="1295400" y="1371600"/>
                  </a:lnTo>
                  <a:lnTo>
                    <a:pt x="13716" y="1371600"/>
                  </a:lnTo>
                  <a:lnTo>
                    <a:pt x="13716" y="941832"/>
                  </a:lnTo>
                  <a:lnTo>
                    <a:pt x="1295400" y="941832"/>
                  </a:lnTo>
                  <a:lnTo>
                    <a:pt x="1295400" y="929640"/>
                  </a:lnTo>
                  <a:lnTo>
                    <a:pt x="13716" y="929640"/>
                  </a:lnTo>
                  <a:lnTo>
                    <a:pt x="13716" y="928116"/>
                  </a:lnTo>
                  <a:lnTo>
                    <a:pt x="1295400" y="928116"/>
                  </a:lnTo>
                  <a:lnTo>
                    <a:pt x="1295400" y="914400"/>
                  </a:lnTo>
                  <a:lnTo>
                    <a:pt x="13716" y="914400"/>
                  </a:lnTo>
                  <a:lnTo>
                    <a:pt x="13716" y="484632"/>
                  </a:lnTo>
                  <a:lnTo>
                    <a:pt x="1295400" y="484632"/>
                  </a:lnTo>
                  <a:lnTo>
                    <a:pt x="1295400" y="472440"/>
                  </a:lnTo>
                  <a:lnTo>
                    <a:pt x="3048" y="472440"/>
                  </a:lnTo>
                  <a:lnTo>
                    <a:pt x="0" y="475488"/>
                  </a:lnTo>
                  <a:lnTo>
                    <a:pt x="0" y="917448"/>
                  </a:lnTo>
                  <a:lnTo>
                    <a:pt x="0" y="938784"/>
                  </a:lnTo>
                  <a:lnTo>
                    <a:pt x="0" y="1382268"/>
                  </a:lnTo>
                  <a:lnTo>
                    <a:pt x="3048" y="1385316"/>
                  </a:lnTo>
                  <a:lnTo>
                    <a:pt x="0" y="1388364"/>
                  </a:lnTo>
                  <a:lnTo>
                    <a:pt x="0" y="1851660"/>
                  </a:lnTo>
                  <a:lnTo>
                    <a:pt x="3048" y="1854708"/>
                  </a:lnTo>
                  <a:lnTo>
                    <a:pt x="1306068" y="1854708"/>
                  </a:lnTo>
                  <a:lnTo>
                    <a:pt x="1309116" y="1851660"/>
                  </a:lnTo>
                  <a:lnTo>
                    <a:pt x="1309116" y="1848612"/>
                  </a:lnTo>
                  <a:lnTo>
                    <a:pt x="1309116" y="1842516"/>
                  </a:lnTo>
                  <a:lnTo>
                    <a:pt x="1309116" y="1397508"/>
                  </a:lnTo>
                  <a:lnTo>
                    <a:pt x="1309116" y="1391412"/>
                  </a:lnTo>
                  <a:lnTo>
                    <a:pt x="1309116" y="1388364"/>
                  </a:lnTo>
                  <a:lnTo>
                    <a:pt x="1306068" y="1385316"/>
                  </a:lnTo>
                  <a:lnTo>
                    <a:pt x="1309116" y="1382268"/>
                  </a:lnTo>
                  <a:lnTo>
                    <a:pt x="1309116" y="1377696"/>
                  </a:lnTo>
                  <a:lnTo>
                    <a:pt x="1309116" y="1371600"/>
                  </a:lnTo>
                  <a:lnTo>
                    <a:pt x="1309116" y="478536"/>
                  </a:lnTo>
                  <a:lnTo>
                    <a:pt x="1309116" y="475488"/>
                  </a:lnTo>
                  <a:close/>
                </a:path>
                <a:path w="2529840" h="2139950">
                  <a:moveTo>
                    <a:pt x="1309116" y="3048"/>
                  </a:moveTo>
                  <a:lnTo>
                    <a:pt x="1306068" y="0"/>
                  </a:lnTo>
                  <a:lnTo>
                    <a:pt x="1295400" y="0"/>
                  </a:lnTo>
                  <a:lnTo>
                    <a:pt x="1295400" y="13716"/>
                  </a:lnTo>
                  <a:lnTo>
                    <a:pt x="1295400" y="457200"/>
                  </a:lnTo>
                  <a:lnTo>
                    <a:pt x="13716" y="457200"/>
                  </a:lnTo>
                  <a:lnTo>
                    <a:pt x="13716" y="13716"/>
                  </a:lnTo>
                  <a:lnTo>
                    <a:pt x="1295400" y="13716"/>
                  </a:lnTo>
                  <a:lnTo>
                    <a:pt x="129540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67868"/>
                  </a:lnTo>
                  <a:lnTo>
                    <a:pt x="3048" y="470916"/>
                  </a:lnTo>
                  <a:lnTo>
                    <a:pt x="1306068" y="470916"/>
                  </a:lnTo>
                  <a:lnTo>
                    <a:pt x="1309116" y="467868"/>
                  </a:lnTo>
                  <a:lnTo>
                    <a:pt x="1309116" y="463296"/>
                  </a:lnTo>
                  <a:lnTo>
                    <a:pt x="1309116" y="457200"/>
                  </a:lnTo>
                  <a:lnTo>
                    <a:pt x="1309116" y="13716"/>
                  </a:lnTo>
                  <a:lnTo>
                    <a:pt x="1309116" y="6096"/>
                  </a:lnTo>
                  <a:lnTo>
                    <a:pt x="1309116" y="3048"/>
                  </a:lnTo>
                  <a:close/>
                </a:path>
                <a:path w="2529840" h="2139950">
                  <a:moveTo>
                    <a:pt x="2529840" y="1562100"/>
                  </a:moveTo>
                  <a:lnTo>
                    <a:pt x="2523744" y="1556004"/>
                  </a:lnTo>
                  <a:lnTo>
                    <a:pt x="2516124" y="1556004"/>
                  </a:lnTo>
                  <a:lnTo>
                    <a:pt x="2487168" y="1556004"/>
                  </a:lnTo>
                  <a:lnTo>
                    <a:pt x="2471928" y="1554480"/>
                  </a:lnTo>
                  <a:lnTo>
                    <a:pt x="2458212" y="1554480"/>
                  </a:lnTo>
                  <a:lnTo>
                    <a:pt x="2421636" y="1549908"/>
                  </a:lnTo>
                  <a:lnTo>
                    <a:pt x="2410968" y="1548384"/>
                  </a:lnTo>
                  <a:lnTo>
                    <a:pt x="2401824" y="1546860"/>
                  </a:lnTo>
                  <a:lnTo>
                    <a:pt x="2386584" y="1543812"/>
                  </a:lnTo>
                  <a:lnTo>
                    <a:pt x="2377440" y="1540764"/>
                  </a:lnTo>
                  <a:lnTo>
                    <a:pt x="2377440" y="1537716"/>
                  </a:lnTo>
                  <a:lnTo>
                    <a:pt x="2377440" y="495300"/>
                  </a:lnTo>
                  <a:lnTo>
                    <a:pt x="2377440" y="489204"/>
                  </a:lnTo>
                  <a:lnTo>
                    <a:pt x="2377440" y="487680"/>
                  </a:lnTo>
                  <a:lnTo>
                    <a:pt x="2375916" y="486156"/>
                  </a:lnTo>
                  <a:lnTo>
                    <a:pt x="2375916" y="483108"/>
                  </a:lnTo>
                  <a:lnTo>
                    <a:pt x="2374392" y="481584"/>
                  </a:lnTo>
                  <a:lnTo>
                    <a:pt x="2374392" y="480060"/>
                  </a:lnTo>
                  <a:lnTo>
                    <a:pt x="2372868" y="478536"/>
                  </a:lnTo>
                  <a:lnTo>
                    <a:pt x="2371344" y="475488"/>
                  </a:lnTo>
                  <a:lnTo>
                    <a:pt x="2369820" y="475488"/>
                  </a:lnTo>
                  <a:lnTo>
                    <a:pt x="2368296" y="473964"/>
                  </a:lnTo>
                  <a:lnTo>
                    <a:pt x="2356104" y="467868"/>
                  </a:lnTo>
                  <a:lnTo>
                    <a:pt x="2348484" y="464820"/>
                  </a:lnTo>
                  <a:lnTo>
                    <a:pt x="2340864" y="463296"/>
                  </a:lnTo>
                  <a:lnTo>
                    <a:pt x="2331720" y="460248"/>
                  </a:lnTo>
                  <a:lnTo>
                    <a:pt x="2310384" y="457200"/>
                  </a:lnTo>
                  <a:lnTo>
                    <a:pt x="2286000" y="454152"/>
                  </a:lnTo>
                  <a:lnTo>
                    <a:pt x="2272284" y="452628"/>
                  </a:lnTo>
                  <a:lnTo>
                    <a:pt x="2257044" y="452628"/>
                  </a:lnTo>
                  <a:lnTo>
                    <a:pt x="2243328" y="451104"/>
                  </a:lnTo>
                  <a:lnTo>
                    <a:pt x="2211324" y="451104"/>
                  </a:lnTo>
                  <a:lnTo>
                    <a:pt x="2211324" y="477012"/>
                  </a:lnTo>
                  <a:lnTo>
                    <a:pt x="2241804" y="477012"/>
                  </a:lnTo>
                  <a:lnTo>
                    <a:pt x="2257044" y="478536"/>
                  </a:lnTo>
                  <a:lnTo>
                    <a:pt x="2270760" y="478536"/>
                  </a:lnTo>
                  <a:lnTo>
                    <a:pt x="2307336" y="483108"/>
                  </a:lnTo>
                  <a:lnTo>
                    <a:pt x="2318004" y="484632"/>
                  </a:lnTo>
                  <a:lnTo>
                    <a:pt x="2327148" y="486156"/>
                  </a:lnTo>
                  <a:lnTo>
                    <a:pt x="2342388" y="489204"/>
                  </a:lnTo>
                  <a:lnTo>
                    <a:pt x="2351532" y="493776"/>
                  </a:lnTo>
                  <a:lnTo>
                    <a:pt x="2351532" y="1546860"/>
                  </a:lnTo>
                  <a:lnTo>
                    <a:pt x="2353056" y="1549908"/>
                  </a:lnTo>
                  <a:lnTo>
                    <a:pt x="2353056" y="1551432"/>
                  </a:lnTo>
                  <a:lnTo>
                    <a:pt x="2356104" y="1554480"/>
                  </a:lnTo>
                  <a:lnTo>
                    <a:pt x="2357628" y="1557528"/>
                  </a:lnTo>
                  <a:lnTo>
                    <a:pt x="2359152" y="1557528"/>
                  </a:lnTo>
                  <a:lnTo>
                    <a:pt x="2359152" y="1559052"/>
                  </a:lnTo>
                  <a:lnTo>
                    <a:pt x="2360676" y="1559052"/>
                  </a:lnTo>
                  <a:lnTo>
                    <a:pt x="2363724" y="1562100"/>
                  </a:lnTo>
                  <a:lnTo>
                    <a:pt x="2378964" y="1568196"/>
                  </a:lnTo>
                  <a:lnTo>
                    <a:pt x="2383117" y="1569034"/>
                  </a:lnTo>
                  <a:lnTo>
                    <a:pt x="2378964" y="1569720"/>
                  </a:lnTo>
                  <a:lnTo>
                    <a:pt x="2377440" y="1570482"/>
                  </a:lnTo>
                  <a:lnTo>
                    <a:pt x="2377440" y="1595628"/>
                  </a:lnTo>
                  <a:lnTo>
                    <a:pt x="2377440" y="1597164"/>
                  </a:lnTo>
                  <a:lnTo>
                    <a:pt x="2375916" y="1598676"/>
                  </a:lnTo>
                  <a:lnTo>
                    <a:pt x="2377427" y="1597164"/>
                  </a:lnTo>
                  <a:lnTo>
                    <a:pt x="2377440" y="1595628"/>
                  </a:lnTo>
                  <a:lnTo>
                    <a:pt x="2377440" y="1570482"/>
                  </a:lnTo>
                  <a:lnTo>
                    <a:pt x="2372868" y="1572768"/>
                  </a:lnTo>
                  <a:lnTo>
                    <a:pt x="2365248" y="1575816"/>
                  </a:lnTo>
                  <a:lnTo>
                    <a:pt x="2360676" y="1578864"/>
                  </a:lnTo>
                  <a:lnTo>
                    <a:pt x="2359152" y="1578864"/>
                  </a:lnTo>
                  <a:lnTo>
                    <a:pt x="2359152" y="1580388"/>
                  </a:lnTo>
                  <a:lnTo>
                    <a:pt x="2357628" y="1580388"/>
                  </a:lnTo>
                  <a:lnTo>
                    <a:pt x="2356104" y="1583436"/>
                  </a:lnTo>
                  <a:lnTo>
                    <a:pt x="2353056" y="1586484"/>
                  </a:lnTo>
                  <a:lnTo>
                    <a:pt x="2353056" y="1588008"/>
                  </a:lnTo>
                  <a:lnTo>
                    <a:pt x="2351532" y="1591056"/>
                  </a:lnTo>
                  <a:lnTo>
                    <a:pt x="2351532" y="2139696"/>
                  </a:lnTo>
                  <a:lnTo>
                    <a:pt x="2377440" y="2139696"/>
                  </a:lnTo>
                  <a:lnTo>
                    <a:pt x="2377440" y="1600200"/>
                  </a:lnTo>
                  <a:lnTo>
                    <a:pt x="2377440" y="1598168"/>
                  </a:lnTo>
                  <a:lnTo>
                    <a:pt x="2380475" y="1597164"/>
                  </a:lnTo>
                  <a:lnTo>
                    <a:pt x="2386584" y="1594104"/>
                  </a:lnTo>
                  <a:lnTo>
                    <a:pt x="2392680" y="1592580"/>
                  </a:lnTo>
                  <a:lnTo>
                    <a:pt x="2410968" y="1589532"/>
                  </a:lnTo>
                  <a:lnTo>
                    <a:pt x="2432304" y="1586484"/>
                  </a:lnTo>
                  <a:lnTo>
                    <a:pt x="2444496" y="1584960"/>
                  </a:lnTo>
                  <a:lnTo>
                    <a:pt x="2458212" y="1583436"/>
                  </a:lnTo>
                  <a:lnTo>
                    <a:pt x="2471928" y="1583436"/>
                  </a:lnTo>
                  <a:lnTo>
                    <a:pt x="2485644" y="1581912"/>
                  </a:lnTo>
                  <a:lnTo>
                    <a:pt x="2516124" y="1581912"/>
                  </a:lnTo>
                  <a:lnTo>
                    <a:pt x="2523744" y="1581912"/>
                  </a:lnTo>
                  <a:lnTo>
                    <a:pt x="2529840" y="1575816"/>
                  </a:lnTo>
                  <a:lnTo>
                    <a:pt x="2529840" y="156210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27903" y="1517903"/>
              <a:ext cx="4052570" cy="2368550"/>
            </a:xfrm>
            <a:custGeom>
              <a:avLst/>
              <a:gdLst/>
              <a:ahLst/>
              <a:cxnLst/>
              <a:rect l="l" t="t" r="r" b="b"/>
              <a:pathLst>
                <a:path w="4052570" h="2368550">
                  <a:moveTo>
                    <a:pt x="4052316" y="0"/>
                  </a:moveTo>
                  <a:lnTo>
                    <a:pt x="0" y="0"/>
                  </a:lnTo>
                  <a:lnTo>
                    <a:pt x="0" y="2368296"/>
                  </a:lnTo>
                  <a:lnTo>
                    <a:pt x="13716" y="2368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4052316" y="6096"/>
                  </a:lnTo>
                  <a:lnTo>
                    <a:pt x="4052316" y="0"/>
                  </a:lnTo>
                  <a:close/>
                </a:path>
                <a:path w="4052570" h="2368550">
                  <a:moveTo>
                    <a:pt x="4038600" y="6096"/>
                  </a:moveTo>
                  <a:lnTo>
                    <a:pt x="4038600" y="2368296"/>
                  </a:lnTo>
                  <a:lnTo>
                    <a:pt x="4052316" y="2368296"/>
                  </a:lnTo>
                  <a:lnTo>
                    <a:pt x="4052316" y="13716"/>
                  </a:lnTo>
                  <a:lnTo>
                    <a:pt x="4044696" y="13716"/>
                  </a:lnTo>
                  <a:lnTo>
                    <a:pt x="4038600" y="6096"/>
                  </a:lnTo>
                  <a:close/>
                </a:path>
                <a:path w="4052570" h="2368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4052570" h="2368550">
                  <a:moveTo>
                    <a:pt x="40386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4038600" y="13716"/>
                  </a:lnTo>
                  <a:lnTo>
                    <a:pt x="4038600" y="6096"/>
                  </a:lnTo>
                  <a:close/>
                </a:path>
                <a:path w="4052570" h="2368550">
                  <a:moveTo>
                    <a:pt x="4052316" y="6096"/>
                  </a:moveTo>
                  <a:lnTo>
                    <a:pt x="4038600" y="6096"/>
                  </a:lnTo>
                  <a:lnTo>
                    <a:pt x="4044696" y="13716"/>
                  </a:lnTo>
                  <a:lnTo>
                    <a:pt x="4052316" y="13716"/>
                  </a:lnTo>
                  <a:lnTo>
                    <a:pt x="4052316" y="609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4803" y="830059"/>
            <a:ext cx="45364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Arrays</a:t>
            </a:r>
            <a:r>
              <a:rPr spc="-4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pointers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14174" y="1484973"/>
            <a:ext cx="1487805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927100" marR="187325">
              <a:lnSpc>
                <a:spcPts val="2300"/>
              </a:lnSpc>
              <a:spcBef>
                <a:spcPts val="110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 int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7717" y="1777251"/>
            <a:ext cx="2343785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a[5]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{3,8,2,7,6};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*p;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8727" y="2412072"/>
            <a:ext cx="1243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&amp;a[0];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1327" y="2297760"/>
            <a:ext cx="17589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3</a:t>
            </a:r>
            <a:endParaRPr sz="1800">
              <a:latin typeface="Courier New"/>
              <a:cs typeface="Courier New"/>
            </a:endParaRPr>
          </a:p>
          <a:p>
            <a:pPr marL="34925">
              <a:lnSpc>
                <a:spcPct val="100000"/>
              </a:lnSpc>
              <a:spcBef>
                <a:spcPts val="1555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7540" y="2297760"/>
            <a:ext cx="436880" cy="122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208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132" y="2313432"/>
            <a:ext cx="996695" cy="157276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0528" y="3135807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3520" y="2308275"/>
            <a:ext cx="588010" cy="118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a[0]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a[1]</a:t>
            </a:r>
            <a:endParaRPr sz="1800">
              <a:latin typeface="Courier New"/>
              <a:cs typeface="Courier New"/>
            </a:endParaRPr>
          </a:p>
          <a:p>
            <a:pPr marL="26034">
              <a:lnSpc>
                <a:spcPct val="100000"/>
              </a:lnSpc>
              <a:spcBef>
                <a:spcPts val="133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a[2]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90952" y="3679875"/>
            <a:ext cx="57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a[3]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4187" y="3237991"/>
            <a:ext cx="15303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76388" y="2404287"/>
            <a:ext cx="1254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</a:t>
            </a:r>
            <a:r>
              <a:rPr sz="1800" b="1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a;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841714" y="6886525"/>
            <a:ext cx="2241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36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36903" y="3886200"/>
            <a:ext cx="8243570" cy="1988820"/>
            <a:chOff x="1136903" y="3886200"/>
            <a:chExt cx="8243570" cy="1988820"/>
          </a:xfrm>
        </p:grpSpPr>
        <p:sp>
          <p:nvSpPr>
            <p:cNvPr id="22" name="object 22"/>
            <p:cNvSpPr/>
            <p:nvPr/>
          </p:nvSpPr>
          <p:spPr>
            <a:xfrm>
              <a:off x="1136904" y="3886199"/>
              <a:ext cx="2377440" cy="1988820"/>
            </a:xfrm>
            <a:custGeom>
              <a:avLst/>
              <a:gdLst/>
              <a:ahLst/>
              <a:cxnLst/>
              <a:rect l="l" t="t" r="r" b="b"/>
              <a:pathLst>
                <a:path w="2377440" h="1988820">
                  <a:moveTo>
                    <a:pt x="1309116" y="1078992"/>
                  </a:moveTo>
                  <a:lnTo>
                    <a:pt x="1306068" y="1075944"/>
                  </a:lnTo>
                  <a:lnTo>
                    <a:pt x="1295400" y="1075944"/>
                  </a:lnTo>
                  <a:lnTo>
                    <a:pt x="1295400" y="1088136"/>
                  </a:lnTo>
                  <a:lnTo>
                    <a:pt x="1295400" y="1517904"/>
                  </a:lnTo>
                  <a:lnTo>
                    <a:pt x="1295400" y="1531620"/>
                  </a:lnTo>
                  <a:lnTo>
                    <a:pt x="1295400" y="1533144"/>
                  </a:lnTo>
                  <a:lnTo>
                    <a:pt x="1295400" y="1545336"/>
                  </a:lnTo>
                  <a:lnTo>
                    <a:pt x="1295400" y="1975104"/>
                  </a:lnTo>
                  <a:lnTo>
                    <a:pt x="13716" y="1975104"/>
                  </a:lnTo>
                  <a:lnTo>
                    <a:pt x="13716" y="1545336"/>
                  </a:lnTo>
                  <a:lnTo>
                    <a:pt x="1295400" y="1545336"/>
                  </a:lnTo>
                  <a:lnTo>
                    <a:pt x="1295400" y="1533144"/>
                  </a:lnTo>
                  <a:lnTo>
                    <a:pt x="13716" y="1533144"/>
                  </a:lnTo>
                  <a:lnTo>
                    <a:pt x="13716" y="1531620"/>
                  </a:lnTo>
                  <a:lnTo>
                    <a:pt x="1295400" y="1531620"/>
                  </a:lnTo>
                  <a:lnTo>
                    <a:pt x="1295400" y="1517904"/>
                  </a:lnTo>
                  <a:lnTo>
                    <a:pt x="13716" y="1517904"/>
                  </a:lnTo>
                  <a:lnTo>
                    <a:pt x="13716" y="1088136"/>
                  </a:lnTo>
                  <a:lnTo>
                    <a:pt x="1295400" y="1088136"/>
                  </a:lnTo>
                  <a:lnTo>
                    <a:pt x="1295400" y="1075944"/>
                  </a:lnTo>
                  <a:lnTo>
                    <a:pt x="3048" y="1075944"/>
                  </a:lnTo>
                  <a:lnTo>
                    <a:pt x="0" y="1078992"/>
                  </a:lnTo>
                  <a:lnTo>
                    <a:pt x="0" y="1520952"/>
                  </a:lnTo>
                  <a:lnTo>
                    <a:pt x="0" y="1542288"/>
                  </a:lnTo>
                  <a:lnTo>
                    <a:pt x="0" y="1985772"/>
                  </a:lnTo>
                  <a:lnTo>
                    <a:pt x="3048" y="1988820"/>
                  </a:lnTo>
                  <a:lnTo>
                    <a:pt x="1306068" y="1988820"/>
                  </a:lnTo>
                  <a:lnTo>
                    <a:pt x="1309116" y="1985772"/>
                  </a:lnTo>
                  <a:lnTo>
                    <a:pt x="1309116" y="1981200"/>
                  </a:lnTo>
                  <a:lnTo>
                    <a:pt x="1309116" y="1975104"/>
                  </a:lnTo>
                  <a:lnTo>
                    <a:pt x="1309116" y="1082040"/>
                  </a:lnTo>
                  <a:lnTo>
                    <a:pt x="1309116" y="1078992"/>
                  </a:lnTo>
                  <a:close/>
                </a:path>
                <a:path w="2377440" h="1988820">
                  <a:moveTo>
                    <a:pt x="1309116" y="0"/>
                  </a:moveTo>
                  <a:lnTo>
                    <a:pt x="1295400" y="0"/>
                  </a:lnTo>
                  <a:lnTo>
                    <a:pt x="1295400" y="160020"/>
                  </a:lnTo>
                  <a:lnTo>
                    <a:pt x="1295400" y="172212"/>
                  </a:lnTo>
                  <a:lnTo>
                    <a:pt x="1295400" y="1060704"/>
                  </a:lnTo>
                  <a:lnTo>
                    <a:pt x="13716" y="1060704"/>
                  </a:lnTo>
                  <a:lnTo>
                    <a:pt x="13716" y="629412"/>
                  </a:lnTo>
                  <a:lnTo>
                    <a:pt x="1295400" y="629412"/>
                  </a:lnTo>
                  <a:lnTo>
                    <a:pt x="1295400" y="603504"/>
                  </a:lnTo>
                  <a:lnTo>
                    <a:pt x="13716" y="603504"/>
                  </a:lnTo>
                  <a:lnTo>
                    <a:pt x="13716" y="185928"/>
                  </a:lnTo>
                  <a:lnTo>
                    <a:pt x="1295400" y="185928"/>
                  </a:lnTo>
                  <a:lnTo>
                    <a:pt x="1295400" y="173736"/>
                  </a:lnTo>
                  <a:lnTo>
                    <a:pt x="13716" y="173736"/>
                  </a:lnTo>
                  <a:lnTo>
                    <a:pt x="13716" y="172212"/>
                  </a:lnTo>
                  <a:lnTo>
                    <a:pt x="1295400" y="172212"/>
                  </a:lnTo>
                  <a:lnTo>
                    <a:pt x="1295400" y="160020"/>
                  </a:lnTo>
                  <a:lnTo>
                    <a:pt x="13716" y="16002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071372"/>
                  </a:lnTo>
                  <a:lnTo>
                    <a:pt x="3048" y="1074420"/>
                  </a:lnTo>
                  <a:lnTo>
                    <a:pt x="1306068" y="1074420"/>
                  </a:lnTo>
                  <a:lnTo>
                    <a:pt x="1309116" y="1071372"/>
                  </a:lnTo>
                  <a:lnTo>
                    <a:pt x="1309116" y="1066800"/>
                  </a:lnTo>
                  <a:lnTo>
                    <a:pt x="1309116" y="1060704"/>
                  </a:lnTo>
                  <a:lnTo>
                    <a:pt x="1309116" y="161544"/>
                  </a:lnTo>
                  <a:lnTo>
                    <a:pt x="1309116" y="0"/>
                  </a:lnTo>
                  <a:close/>
                </a:path>
                <a:path w="2377440" h="1988820">
                  <a:moveTo>
                    <a:pt x="2377440" y="0"/>
                  </a:moveTo>
                  <a:lnTo>
                    <a:pt x="2351532" y="0"/>
                  </a:lnTo>
                  <a:lnTo>
                    <a:pt x="2351532" y="504952"/>
                  </a:lnTo>
                  <a:lnTo>
                    <a:pt x="2350008" y="505968"/>
                  </a:lnTo>
                  <a:lnTo>
                    <a:pt x="2307336" y="515112"/>
                  </a:lnTo>
                  <a:lnTo>
                    <a:pt x="2270760" y="519684"/>
                  </a:lnTo>
                  <a:lnTo>
                    <a:pt x="2257044" y="519684"/>
                  </a:lnTo>
                  <a:lnTo>
                    <a:pt x="2241804" y="521208"/>
                  </a:lnTo>
                  <a:lnTo>
                    <a:pt x="2211324" y="521208"/>
                  </a:lnTo>
                  <a:lnTo>
                    <a:pt x="2211324" y="547116"/>
                  </a:lnTo>
                  <a:lnTo>
                    <a:pt x="2243328" y="545592"/>
                  </a:lnTo>
                  <a:lnTo>
                    <a:pt x="2258568" y="545592"/>
                  </a:lnTo>
                  <a:lnTo>
                    <a:pt x="2272284" y="544068"/>
                  </a:lnTo>
                  <a:lnTo>
                    <a:pt x="2286000" y="544068"/>
                  </a:lnTo>
                  <a:lnTo>
                    <a:pt x="2322576" y="539496"/>
                  </a:lnTo>
                  <a:lnTo>
                    <a:pt x="2331720" y="537972"/>
                  </a:lnTo>
                  <a:lnTo>
                    <a:pt x="2340864" y="534924"/>
                  </a:lnTo>
                  <a:lnTo>
                    <a:pt x="2350008" y="533400"/>
                  </a:lnTo>
                  <a:lnTo>
                    <a:pt x="2357628" y="530352"/>
                  </a:lnTo>
                  <a:lnTo>
                    <a:pt x="2363724" y="527304"/>
                  </a:lnTo>
                  <a:lnTo>
                    <a:pt x="2368296" y="524256"/>
                  </a:lnTo>
                  <a:lnTo>
                    <a:pt x="2369820" y="522732"/>
                  </a:lnTo>
                  <a:lnTo>
                    <a:pt x="2371344" y="522732"/>
                  </a:lnTo>
                  <a:lnTo>
                    <a:pt x="2372868" y="519684"/>
                  </a:lnTo>
                  <a:lnTo>
                    <a:pt x="2374392" y="518160"/>
                  </a:lnTo>
                  <a:lnTo>
                    <a:pt x="2374392" y="516636"/>
                  </a:lnTo>
                  <a:lnTo>
                    <a:pt x="2375916" y="515112"/>
                  </a:lnTo>
                  <a:lnTo>
                    <a:pt x="2375916" y="512064"/>
                  </a:lnTo>
                  <a:lnTo>
                    <a:pt x="2377440" y="510540"/>
                  </a:lnTo>
                  <a:lnTo>
                    <a:pt x="2377440" y="509016"/>
                  </a:lnTo>
                  <a:lnTo>
                    <a:pt x="2377440" y="502920"/>
                  </a:lnTo>
                  <a:lnTo>
                    <a:pt x="2377440" y="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27903" y="3886200"/>
              <a:ext cx="4052570" cy="1824355"/>
            </a:xfrm>
            <a:custGeom>
              <a:avLst/>
              <a:gdLst/>
              <a:ahLst/>
              <a:cxnLst/>
              <a:rect l="l" t="t" r="r" b="b"/>
              <a:pathLst>
                <a:path w="4052570" h="1824354">
                  <a:moveTo>
                    <a:pt x="13716" y="0"/>
                  </a:moveTo>
                  <a:lnTo>
                    <a:pt x="0" y="0"/>
                  </a:lnTo>
                  <a:lnTo>
                    <a:pt x="0" y="1824227"/>
                  </a:lnTo>
                  <a:lnTo>
                    <a:pt x="4052316" y="1824227"/>
                  </a:lnTo>
                  <a:lnTo>
                    <a:pt x="4052316" y="1818132"/>
                  </a:lnTo>
                  <a:lnTo>
                    <a:pt x="13716" y="1818132"/>
                  </a:lnTo>
                  <a:lnTo>
                    <a:pt x="6096" y="1812036"/>
                  </a:lnTo>
                  <a:lnTo>
                    <a:pt x="13716" y="1812036"/>
                  </a:lnTo>
                  <a:lnTo>
                    <a:pt x="13716" y="0"/>
                  </a:lnTo>
                  <a:close/>
                </a:path>
                <a:path w="4052570" h="1824354">
                  <a:moveTo>
                    <a:pt x="13716" y="1812036"/>
                  </a:moveTo>
                  <a:lnTo>
                    <a:pt x="6096" y="1812036"/>
                  </a:lnTo>
                  <a:lnTo>
                    <a:pt x="13716" y="1818132"/>
                  </a:lnTo>
                  <a:lnTo>
                    <a:pt x="13716" y="1812036"/>
                  </a:lnTo>
                  <a:close/>
                </a:path>
                <a:path w="4052570" h="1824354">
                  <a:moveTo>
                    <a:pt x="4038600" y="1812036"/>
                  </a:moveTo>
                  <a:lnTo>
                    <a:pt x="13716" y="1812036"/>
                  </a:lnTo>
                  <a:lnTo>
                    <a:pt x="13716" y="1818132"/>
                  </a:lnTo>
                  <a:lnTo>
                    <a:pt x="4038600" y="1818132"/>
                  </a:lnTo>
                  <a:lnTo>
                    <a:pt x="4038600" y="1812036"/>
                  </a:lnTo>
                  <a:close/>
                </a:path>
                <a:path w="4052570" h="1824354">
                  <a:moveTo>
                    <a:pt x="4052316" y="0"/>
                  </a:moveTo>
                  <a:lnTo>
                    <a:pt x="4038600" y="0"/>
                  </a:lnTo>
                  <a:lnTo>
                    <a:pt x="4038600" y="1818132"/>
                  </a:lnTo>
                  <a:lnTo>
                    <a:pt x="4044696" y="1812036"/>
                  </a:lnTo>
                  <a:lnTo>
                    <a:pt x="4052316" y="1812036"/>
                  </a:lnTo>
                  <a:lnTo>
                    <a:pt x="4052316" y="0"/>
                  </a:lnTo>
                  <a:close/>
                </a:path>
                <a:path w="4052570" h="1824354">
                  <a:moveTo>
                    <a:pt x="4052316" y="1812036"/>
                  </a:moveTo>
                  <a:lnTo>
                    <a:pt x="4044696" y="1812036"/>
                  </a:lnTo>
                  <a:lnTo>
                    <a:pt x="4038600" y="1818132"/>
                  </a:lnTo>
                  <a:lnTo>
                    <a:pt x="4052316" y="1818132"/>
                  </a:lnTo>
                  <a:lnTo>
                    <a:pt x="4052316" y="181203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7731" y="3886200"/>
              <a:ext cx="214884" cy="95554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37540" y="3747084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7540" y="4138676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216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25927" y="4127931"/>
            <a:ext cx="574040" cy="783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a[4]</a:t>
            </a:r>
            <a:endParaRPr sz="1800">
              <a:latin typeface="Courier New"/>
              <a:cs typeface="Courier New"/>
            </a:endParaRPr>
          </a:p>
          <a:p>
            <a:pPr marL="15240">
              <a:lnSpc>
                <a:spcPct val="100000"/>
              </a:lnSpc>
              <a:spcBef>
                <a:spcPts val="1645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04187" y="4091355"/>
            <a:ext cx="40576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6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spc="-25" dirty="0">
                <a:solidFill>
                  <a:srgbClr val="006600"/>
                </a:solidFill>
                <a:latin typeface="Arial"/>
                <a:cs typeface="Arial"/>
              </a:rPr>
              <a:t>200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601096"/>
              </p:ext>
            </p:extLst>
          </p:nvPr>
        </p:nvGraphicFramePr>
        <p:xfrm>
          <a:off x="4404690" y="2799774"/>
          <a:ext cx="4775196" cy="281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8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R="36830" algn="r">
                        <a:lnSpc>
                          <a:spcPts val="1860"/>
                        </a:lnSpc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60"/>
                        </a:lnSpc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65"/>
                        </a:lnSpc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printf(“%d\n”,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65"/>
                        </a:lnSpc>
                      </a:pPr>
                      <a:r>
                        <a:rPr sz="1600" b="1" spc="-2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printf(“%d\n”,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600" b="1" spc="-2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*p);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060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9969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9969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printf(“%d\n”,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5875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p+3);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587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23825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2382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printf(“%d\n”,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5875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*(p+3));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58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43510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14351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printf(“%d\n”,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14351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600" b="1" spc="-10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*p+3);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1435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FFB2FA1-B874-4F28-8FE7-DFB0B34E4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317989"/>
              </p:ext>
            </p:extLst>
          </p:nvPr>
        </p:nvGraphicFramePr>
        <p:xfrm>
          <a:off x="4419014" y="2817621"/>
          <a:ext cx="1687828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069">
                  <a:extLst>
                    <a:ext uri="{9D8B030D-6E8A-4147-A177-3AD203B41FA5}">
                      <a16:colId xmlns:a16="http://schemas.microsoft.com/office/drawing/2014/main" val="2041447880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2830933569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R="36830" algn="r">
                        <a:lnSpc>
                          <a:spcPts val="1860"/>
                        </a:lnSpc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860"/>
                        </a:lnSpc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200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9293350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ACE728E-C488-4D91-9E5F-97E639873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46159"/>
              </p:ext>
            </p:extLst>
          </p:nvPr>
        </p:nvGraphicFramePr>
        <p:xfrm>
          <a:off x="4411853" y="3216453"/>
          <a:ext cx="1687828" cy="534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069">
                  <a:extLst>
                    <a:ext uri="{9D8B030D-6E8A-4147-A177-3AD203B41FA5}">
                      <a16:colId xmlns:a16="http://schemas.microsoft.com/office/drawing/2014/main" val="1740971657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1802358397"/>
                    </a:ext>
                  </a:extLst>
                </a:gridCol>
              </a:tblGrid>
              <a:tr h="534035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98425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98425" marB="0"/>
                </a:tc>
                <a:extLst>
                  <a:ext uri="{0D108BD9-81ED-4DB2-BD59-A6C34878D82A}">
                    <a16:rowId xmlns:a16="http://schemas.microsoft.com/office/drawing/2014/main" val="3544469101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55A1340-DAD2-4AE1-B765-FB1A18DAD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391774"/>
              </p:ext>
            </p:extLst>
          </p:nvPr>
        </p:nvGraphicFramePr>
        <p:xfrm>
          <a:off x="4411853" y="3798937"/>
          <a:ext cx="168782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069">
                  <a:extLst>
                    <a:ext uri="{9D8B030D-6E8A-4147-A177-3AD203B41FA5}">
                      <a16:colId xmlns:a16="http://schemas.microsoft.com/office/drawing/2014/main" val="2988222733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2216118519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9969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212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99695" marB="0"/>
                </a:tc>
                <a:extLst>
                  <a:ext uri="{0D108BD9-81ED-4DB2-BD59-A6C34878D82A}">
                    <a16:rowId xmlns:a16="http://schemas.microsoft.com/office/drawing/2014/main" val="3773069827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3342734-5CBF-4AA8-81E9-4E166CEDE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66262"/>
              </p:ext>
            </p:extLst>
          </p:nvPr>
        </p:nvGraphicFramePr>
        <p:xfrm>
          <a:off x="4375437" y="4383772"/>
          <a:ext cx="1687828" cy="5940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069">
                  <a:extLst>
                    <a:ext uri="{9D8B030D-6E8A-4147-A177-3AD203B41FA5}">
                      <a16:colId xmlns:a16="http://schemas.microsoft.com/office/drawing/2014/main" val="1686978439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1048587332"/>
                    </a:ext>
                  </a:extLst>
                </a:gridCol>
              </a:tblGrid>
              <a:tr h="594062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23825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23825" marB="0"/>
                </a:tc>
                <a:extLst>
                  <a:ext uri="{0D108BD9-81ED-4DB2-BD59-A6C34878D82A}">
                    <a16:rowId xmlns:a16="http://schemas.microsoft.com/office/drawing/2014/main" val="42586956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DCFF9F0-1FB7-46D7-8623-11B811964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035304"/>
              </p:ext>
            </p:extLst>
          </p:nvPr>
        </p:nvGraphicFramePr>
        <p:xfrm>
          <a:off x="4391880" y="4962773"/>
          <a:ext cx="1687828" cy="4657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069">
                  <a:extLst>
                    <a:ext uri="{9D8B030D-6E8A-4147-A177-3AD203B41FA5}">
                      <a16:colId xmlns:a16="http://schemas.microsoft.com/office/drawing/2014/main" val="965775550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1455855356"/>
                    </a:ext>
                  </a:extLst>
                </a:gridCol>
              </a:tblGrid>
              <a:tr h="465734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43510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43510" marB="0"/>
                </a:tc>
                <a:extLst>
                  <a:ext uri="{0D108BD9-81ED-4DB2-BD59-A6C34878D82A}">
                    <a16:rowId xmlns:a16="http://schemas.microsoft.com/office/drawing/2014/main" val="219534685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8F8F8080-16E4-4247-8739-B94D79E8684D}"/>
              </a:ext>
            </a:extLst>
          </p:cNvPr>
          <p:cNvSpPr txBox="1"/>
          <p:nvPr/>
        </p:nvSpPr>
        <p:spPr>
          <a:xfrm>
            <a:off x="5206321" y="5367182"/>
            <a:ext cx="649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lang="en-US"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lang="en-US"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186600"/>
                </a:solidFill>
              </a:rPr>
              <a:t>A</a:t>
            </a:r>
            <a:r>
              <a:rPr sz="2000" spc="-35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detail</a:t>
            </a:r>
            <a:r>
              <a:rPr sz="2000" spc="-1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example</a:t>
            </a:r>
            <a:r>
              <a:rPr sz="2000" spc="-5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using</a:t>
            </a:r>
            <a:r>
              <a:rPr sz="2000" spc="-10" dirty="0">
                <a:solidFill>
                  <a:srgbClr val="186600"/>
                </a:solidFill>
              </a:rPr>
              <a:t> pointers </a:t>
            </a: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40" dirty="0"/>
              <a:t> </a:t>
            </a:r>
            <a:r>
              <a:rPr sz="2000" spc="-10" dirty="0"/>
              <a:t>Manipulations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 </a:t>
            </a:r>
            <a:r>
              <a:rPr sz="2000" dirty="0">
                <a:solidFill>
                  <a:srgbClr val="008000"/>
                </a:solidFill>
              </a:rPr>
              <a:t>Operators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applicable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to</a:t>
            </a:r>
            <a:r>
              <a:rPr sz="2000" spc="-25" dirty="0">
                <a:solidFill>
                  <a:srgbClr val="008000"/>
                </a:solidFill>
              </a:rPr>
              <a:t> </a:t>
            </a:r>
            <a:r>
              <a:rPr sz="2000" spc="-10" dirty="0">
                <a:solidFill>
                  <a:srgbClr val="008000"/>
                </a:solidFill>
              </a:rPr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</a:rPr>
              <a:t>Problem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solving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with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pointers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and</a:t>
            </a:r>
            <a:r>
              <a:rPr sz="2000" spc="-2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arrays </a:t>
            </a: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927096"/>
            <a:ext cx="80702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>
              <a:lnSpc>
                <a:spcPct val="100000"/>
              </a:lnSpc>
              <a:spcBef>
                <a:spcPts val="100"/>
              </a:spcBef>
              <a:tabLst>
                <a:tab pos="1116965" algn="l"/>
                <a:tab pos="2220595" algn="l"/>
                <a:tab pos="2587625" algn="l"/>
                <a:tab pos="4215765" algn="l"/>
                <a:tab pos="5074920" algn="l"/>
                <a:tab pos="5854065" algn="l"/>
                <a:tab pos="6679565" algn="l"/>
              </a:tabLst>
            </a:pP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down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program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find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average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-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array</a:t>
            </a:r>
            <a:r>
              <a:rPr sz="2400" b="1" spc="-8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elements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pointers.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1514855"/>
            <a:ext cx="8389620" cy="2371725"/>
            <a:chOff x="990600" y="1514855"/>
            <a:chExt cx="8389620" cy="2371725"/>
          </a:xfrm>
        </p:grpSpPr>
        <p:sp>
          <p:nvSpPr>
            <p:cNvPr id="3" name="object 3"/>
            <p:cNvSpPr/>
            <p:nvPr/>
          </p:nvSpPr>
          <p:spPr>
            <a:xfrm>
              <a:off x="1136904" y="1746503"/>
              <a:ext cx="2529840" cy="2139950"/>
            </a:xfrm>
            <a:custGeom>
              <a:avLst/>
              <a:gdLst/>
              <a:ahLst/>
              <a:cxnLst/>
              <a:rect l="l" t="t" r="r" b="b"/>
              <a:pathLst>
                <a:path w="2529840" h="2139950">
                  <a:moveTo>
                    <a:pt x="1309116" y="1859280"/>
                  </a:moveTo>
                  <a:lnTo>
                    <a:pt x="1306068" y="1856232"/>
                  </a:lnTo>
                  <a:lnTo>
                    <a:pt x="3048" y="1856232"/>
                  </a:lnTo>
                  <a:lnTo>
                    <a:pt x="0" y="1859280"/>
                  </a:lnTo>
                  <a:lnTo>
                    <a:pt x="0" y="2139696"/>
                  </a:lnTo>
                  <a:lnTo>
                    <a:pt x="13716" y="2139696"/>
                  </a:lnTo>
                  <a:lnTo>
                    <a:pt x="13716" y="1868424"/>
                  </a:lnTo>
                  <a:lnTo>
                    <a:pt x="1295400" y="1868424"/>
                  </a:lnTo>
                  <a:lnTo>
                    <a:pt x="1295400" y="2139696"/>
                  </a:lnTo>
                  <a:lnTo>
                    <a:pt x="1309116" y="2139696"/>
                  </a:lnTo>
                  <a:lnTo>
                    <a:pt x="1309116" y="1868424"/>
                  </a:lnTo>
                  <a:lnTo>
                    <a:pt x="1309116" y="1862328"/>
                  </a:lnTo>
                  <a:lnTo>
                    <a:pt x="1309116" y="1859280"/>
                  </a:lnTo>
                  <a:close/>
                </a:path>
                <a:path w="2529840" h="2139950">
                  <a:moveTo>
                    <a:pt x="1309116" y="475488"/>
                  </a:moveTo>
                  <a:lnTo>
                    <a:pt x="1306068" y="472440"/>
                  </a:lnTo>
                  <a:lnTo>
                    <a:pt x="1295400" y="472440"/>
                  </a:lnTo>
                  <a:lnTo>
                    <a:pt x="1295400" y="484632"/>
                  </a:lnTo>
                  <a:lnTo>
                    <a:pt x="1295400" y="914400"/>
                  </a:lnTo>
                  <a:lnTo>
                    <a:pt x="1295400" y="1842516"/>
                  </a:lnTo>
                  <a:lnTo>
                    <a:pt x="13716" y="1842516"/>
                  </a:lnTo>
                  <a:lnTo>
                    <a:pt x="13716" y="1397508"/>
                  </a:lnTo>
                  <a:lnTo>
                    <a:pt x="1295400" y="1397508"/>
                  </a:lnTo>
                  <a:lnTo>
                    <a:pt x="1295400" y="1371600"/>
                  </a:lnTo>
                  <a:lnTo>
                    <a:pt x="13716" y="1371600"/>
                  </a:lnTo>
                  <a:lnTo>
                    <a:pt x="13716" y="941832"/>
                  </a:lnTo>
                  <a:lnTo>
                    <a:pt x="1295400" y="941832"/>
                  </a:lnTo>
                  <a:lnTo>
                    <a:pt x="1295400" y="929640"/>
                  </a:lnTo>
                  <a:lnTo>
                    <a:pt x="13716" y="929640"/>
                  </a:lnTo>
                  <a:lnTo>
                    <a:pt x="13716" y="928116"/>
                  </a:lnTo>
                  <a:lnTo>
                    <a:pt x="1295400" y="928116"/>
                  </a:lnTo>
                  <a:lnTo>
                    <a:pt x="1295400" y="914400"/>
                  </a:lnTo>
                  <a:lnTo>
                    <a:pt x="13716" y="914400"/>
                  </a:lnTo>
                  <a:lnTo>
                    <a:pt x="13716" y="484632"/>
                  </a:lnTo>
                  <a:lnTo>
                    <a:pt x="1295400" y="484632"/>
                  </a:lnTo>
                  <a:lnTo>
                    <a:pt x="1295400" y="472440"/>
                  </a:lnTo>
                  <a:lnTo>
                    <a:pt x="3048" y="472440"/>
                  </a:lnTo>
                  <a:lnTo>
                    <a:pt x="0" y="475488"/>
                  </a:lnTo>
                  <a:lnTo>
                    <a:pt x="0" y="917448"/>
                  </a:lnTo>
                  <a:lnTo>
                    <a:pt x="0" y="938784"/>
                  </a:lnTo>
                  <a:lnTo>
                    <a:pt x="0" y="1382268"/>
                  </a:lnTo>
                  <a:lnTo>
                    <a:pt x="3048" y="1385316"/>
                  </a:lnTo>
                  <a:lnTo>
                    <a:pt x="0" y="1388364"/>
                  </a:lnTo>
                  <a:lnTo>
                    <a:pt x="0" y="1851660"/>
                  </a:lnTo>
                  <a:lnTo>
                    <a:pt x="3048" y="1854708"/>
                  </a:lnTo>
                  <a:lnTo>
                    <a:pt x="1306068" y="1854708"/>
                  </a:lnTo>
                  <a:lnTo>
                    <a:pt x="1309116" y="1851660"/>
                  </a:lnTo>
                  <a:lnTo>
                    <a:pt x="1309116" y="1848612"/>
                  </a:lnTo>
                  <a:lnTo>
                    <a:pt x="1309116" y="1842516"/>
                  </a:lnTo>
                  <a:lnTo>
                    <a:pt x="1309116" y="1397508"/>
                  </a:lnTo>
                  <a:lnTo>
                    <a:pt x="1309116" y="1391412"/>
                  </a:lnTo>
                  <a:lnTo>
                    <a:pt x="1309116" y="1388364"/>
                  </a:lnTo>
                  <a:lnTo>
                    <a:pt x="1306068" y="1385316"/>
                  </a:lnTo>
                  <a:lnTo>
                    <a:pt x="1309116" y="1382268"/>
                  </a:lnTo>
                  <a:lnTo>
                    <a:pt x="1309116" y="1377696"/>
                  </a:lnTo>
                  <a:lnTo>
                    <a:pt x="1309116" y="1371600"/>
                  </a:lnTo>
                  <a:lnTo>
                    <a:pt x="1309116" y="478536"/>
                  </a:lnTo>
                  <a:lnTo>
                    <a:pt x="1309116" y="475488"/>
                  </a:lnTo>
                  <a:close/>
                </a:path>
                <a:path w="2529840" h="2139950">
                  <a:moveTo>
                    <a:pt x="1309116" y="3048"/>
                  </a:moveTo>
                  <a:lnTo>
                    <a:pt x="1306068" y="0"/>
                  </a:lnTo>
                  <a:lnTo>
                    <a:pt x="1295400" y="0"/>
                  </a:lnTo>
                  <a:lnTo>
                    <a:pt x="1295400" y="13716"/>
                  </a:lnTo>
                  <a:lnTo>
                    <a:pt x="1295400" y="457200"/>
                  </a:lnTo>
                  <a:lnTo>
                    <a:pt x="13716" y="457200"/>
                  </a:lnTo>
                  <a:lnTo>
                    <a:pt x="13716" y="13716"/>
                  </a:lnTo>
                  <a:lnTo>
                    <a:pt x="1295400" y="13716"/>
                  </a:lnTo>
                  <a:lnTo>
                    <a:pt x="129540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67868"/>
                  </a:lnTo>
                  <a:lnTo>
                    <a:pt x="3048" y="470916"/>
                  </a:lnTo>
                  <a:lnTo>
                    <a:pt x="1306068" y="470916"/>
                  </a:lnTo>
                  <a:lnTo>
                    <a:pt x="1309116" y="467868"/>
                  </a:lnTo>
                  <a:lnTo>
                    <a:pt x="1309116" y="463296"/>
                  </a:lnTo>
                  <a:lnTo>
                    <a:pt x="1309116" y="457200"/>
                  </a:lnTo>
                  <a:lnTo>
                    <a:pt x="1309116" y="13716"/>
                  </a:lnTo>
                  <a:lnTo>
                    <a:pt x="1309116" y="6096"/>
                  </a:lnTo>
                  <a:lnTo>
                    <a:pt x="1309116" y="3048"/>
                  </a:lnTo>
                  <a:close/>
                </a:path>
                <a:path w="2529840" h="2139950">
                  <a:moveTo>
                    <a:pt x="2529840" y="1562100"/>
                  </a:moveTo>
                  <a:lnTo>
                    <a:pt x="2523744" y="1556004"/>
                  </a:lnTo>
                  <a:lnTo>
                    <a:pt x="2516124" y="1556004"/>
                  </a:lnTo>
                  <a:lnTo>
                    <a:pt x="2487168" y="1556004"/>
                  </a:lnTo>
                  <a:lnTo>
                    <a:pt x="2471928" y="1554480"/>
                  </a:lnTo>
                  <a:lnTo>
                    <a:pt x="2458212" y="1554480"/>
                  </a:lnTo>
                  <a:lnTo>
                    <a:pt x="2421636" y="1549908"/>
                  </a:lnTo>
                  <a:lnTo>
                    <a:pt x="2410968" y="1548384"/>
                  </a:lnTo>
                  <a:lnTo>
                    <a:pt x="2401824" y="1546860"/>
                  </a:lnTo>
                  <a:lnTo>
                    <a:pt x="2386584" y="1543812"/>
                  </a:lnTo>
                  <a:lnTo>
                    <a:pt x="2377440" y="1540764"/>
                  </a:lnTo>
                  <a:lnTo>
                    <a:pt x="2377440" y="1537716"/>
                  </a:lnTo>
                  <a:lnTo>
                    <a:pt x="2377440" y="495300"/>
                  </a:lnTo>
                  <a:lnTo>
                    <a:pt x="2377440" y="489204"/>
                  </a:lnTo>
                  <a:lnTo>
                    <a:pt x="2377440" y="487680"/>
                  </a:lnTo>
                  <a:lnTo>
                    <a:pt x="2375916" y="486156"/>
                  </a:lnTo>
                  <a:lnTo>
                    <a:pt x="2375916" y="483108"/>
                  </a:lnTo>
                  <a:lnTo>
                    <a:pt x="2374392" y="481584"/>
                  </a:lnTo>
                  <a:lnTo>
                    <a:pt x="2374392" y="480060"/>
                  </a:lnTo>
                  <a:lnTo>
                    <a:pt x="2372868" y="478536"/>
                  </a:lnTo>
                  <a:lnTo>
                    <a:pt x="2371344" y="475488"/>
                  </a:lnTo>
                  <a:lnTo>
                    <a:pt x="2369820" y="475488"/>
                  </a:lnTo>
                  <a:lnTo>
                    <a:pt x="2368296" y="473964"/>
                  </a:lnTo>
                  <a:lnTo>
                    <a:pt x="2356104" y="467868"/>
                  </a:lnTo>
                  <a:lnTo>
                    <a:pt x="2348484" y="464820"/>
                  </a:lnTo>
                  <a:lnTo>
                    <a:pt x="2340864" y="463296"/>
                  </a:lnTo>
                  <a:lnTo>
                    <a:pt x="2331720" y="460248"/>
                  </a:lnTo>
                  <a:lnTo>
                    <a:pt x="2310384" y="457200"/>
                  </a:lnTo>
                  <a:lnTo>
                    <a:pt x="2286000" y="454152"/>
                  </a:lnTo>
                  <a:lnTo>
                    <a:pt x="2272284" y="452628"/>
                  </a:lnTo>
                  <a:lnTo>
                    <a:pt x="2257044" y="452628"/>
                  </a:lnTo>
                  <a:lnTo>
                    <a:pt x="2243328" y="451104"/>
                  </a:lnTo>
                  <a:lnTo>
                    <a:pt x="2211324" y="451104"/>
                  </a:lnTo>
                  <a:lnTo>
                    <a:pt x="2211324" y="477012"/>
                  </a:lnTo>
                  <a:lnTo>
                    <a:pt x="2241804" y="477012"/>
                  </a:lnTo>
                  <a:lnTo>
                    <a:pt x="2257044" y="478536"/>
                  </a:lnTo>
                  <a:lnTo>
                    <a:pt x="2270760" y="478536"/>
                  </a:lnTo>
                  <a:lnTo>
                    <a:pt x="2307336" y="483108"/>
                  </a:lnTo>
                  <a:lnTo>
                    <a:pt x="2318004" y="484632"/>
                  </a:lnTo>
                  <a:lnTo>
                    <a:pt x="2327148" y="486156"/>
                  </a:lnTo>
                  <a:lnTo>
                    <a:pt x="2342388" y="489204"/>
                  </a:lnTo>
                  <a:lnTo>
                    <a:pt x="2351532" y="493776"/>
                  </a:lnTo>
                  <a:lnTo>
                    <a:pt x="2351532" y="1546860"/>
                  </a:lnTo>
                  <a:lnTo>
                    <a:pt x="2353056" y="1549908"/>
                  </a:lnTo>
                  <a:lnTo>
                    <a:pt x="2353056" y="1551432"/>
                  </a:lnTo>
                  <a:lnTo>
                    <a:pt x="2356104" y="1554480"/>
                  </a:lnTo>
                  <a:lnTo>
                    <a:pt x="2357628" y="1557528"/>
                  </a:lnTo>
                  <a:lnTo>
                    <a:pt x="2359152" y="1557528"/>
                  </a:lnTo>
                  <a:lnTo>
                    <a:pt x="2359152" y="1559052"/>
                  </a:lnTo>
                  <a:lnTo>
                    <a:pt x="2360676" y="1559052"/>
                  </a:lnTo>
                  <a:lnTo>
                    <a:pt x="2363724" y="1562100"/>
                  </a:lnTo>
                  <a:lnTo>
                    <a:pt x="2378964" y="1568196"/>
                  </a:lnTo>
                  <a:lnTo>
                    <a:pt x="2383117" y="1569034"/>
                  </a:lnTo>
                  <a:lnTo>
                    <a:pt x="2378964" y="1569720"/>
                  </a:lnTo>
                  <a:lnTo>
                    <a:pt x="2377440" y="1570482"/>
                  </a:lnTo>
                  <a:lnTo>
                    <a:pt x="2377440" y="1595628"/>
                  </a:lnTo>
                  <a:lnTo>
                    <a:pt x="2377440" y="1597164"/>
                  </a:lnTo>
                  <a:lnTo>
                    <a:pt x="2375916" y="1598676"/>
                  </a:lnTo>
                  <a:lnTo>
                    <a:pt x="2377427" y="1597164"/>
                  </a:lnTo>
                  <a:lnTo>
                    <a:pt x="2377440" y="1595628"/>
                  </a:lnTo>
                  <a:lnTo>
                    <a:pt x="2377440" y="1570482"/>
                  </a:lnTo>
                  <a:lnTo>
                    <a:pt x="2372868" y="1572768"/>
                  </a:lnTo>
                  <a:lnTo>
                    <a:pt x="2365248" y="1575816"/>
                  </a:lnTo>
                  <a:lnTo>
                    <a:pt x="2360676" y="1578864"/>
                  </a:lnTo>
                  <a:lnTo>
                    <a:pt x="2359152" y="1578864"/>
                  </a:lnTo>
                  <a:lnTo>
                    <a:pt x="2359152" y="1580388"/>
                  </a:lnTo>
                  <a:lnTo>
                    <a:pt x="2357628" y="1580388"/>
                  </a:lnTo>
                  <a:lnTo>
                    <a:pt x="2356104" y="1583436"/>
                  </a:lnTo>
                  <a:lnTo>
                    <a:pt x="2353056" y="1586484"/>
                  </a:lnTo>
                  <a:lnTo>
                    <a:pt x="2353056" y="1588008"/>
                  </a:lnTo>
                  <a:lnTo>
                    <a:pt x="2351532" y="1591056"/>
                  </a:lnTo>
                  <a:lnTo>
                    <a:pt x="2351532" y="2139696"/>
                  </a:lnTo>
                  <a:lnTo>
                    <a:pt x="2377440" y="2139696"/>
                  </a:lnTo>
                  <a:lnTo>
                    <a:pt x="2377440" y="1600200"/>
                  </a:lnTo>
                  <a:lnTo>
                    <a:pt x="2377440" y="1598168"/>
                  </a:lnTo>
                  <a:lnTo>
                    <a:pt x="2380475" y="1597164"/>
                  </a:lnTo>
                  <a:lnTo>
                    <a:pt x="2386584" y="1594104"/>
                  </a:lnTo>
                  <a:lnTo>
                    <a:pt x="2392680" y="1592580"/>
                  </a:lnTo>
                  <a:lnTo>
                    <a:pt x="2410968" y="1589532"/>
                  </a:lnTo>
                  <a:lnTo>
                    <a:pt x="2432304" y="1586484"/>
                  </a:lnTo>
                  <a:lnTo>
                    <a:pt x="2444496" y="1584960"/>
                  </a:lnTo>
                  <a:lnTo>
                    <a:pt x="2458212" y="1583436"/>
                  </a:lnTo>
                  <a:lnTo>
                    <a:pt x="2471928" y="1583436"/>
                  </a:lnTo>
                  <a:lnTo>
                    <a:pt x="2485644" y="1581912"/>
                  </a:lnTo>
                  <a:lnTo>
                    <a:pt x="2516124" y="1581912"/>
                  </a:lnTo>
                  <a:lnTo>
                    <a:pt x="2523744" y="1581912"/>
                  </a:lnTo>
                  <a:lnTo>
                    <a:pt x="2529840" y="1575816"/>
                  </a:lnTo>
                  <a:lnTo>
                    <a:pt x="2529840" y="156210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27903" y="1517903"/>
              <a:ext cx="4052570" cy="2368550"/>
            </a:xfrm>
            <a:custGeom>
              <a:avLst/>
              <a:gdLst/>
              <a:ahLst/>
              <a:cxnLst/>
              <a:rect l="l" t="t" r="r" b="b"/>
              <a:pathLst>
                <a:path w="4052570" h="2368550">
                  <a:moveTo>
                    <a:pt x="4052316" y="0"/>
                  </a:moveTo>
                  <a:lnTo>
                    <a:pt x="0" y="0"/>
                  </a:lnTo>
                  <a:lnTo>
                    <a:pt x="0" y="2368296"/>
                  </a:lnTo>
                  <a:lnTo>
                    <a:pt x="13716" y="23682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4052316" y="6096"/>
                  </a:lnTo>
                  <a:lnTo>
                    <a:pt x="4052316" y="0"/>
                  </a:lnTo>
                  <a:close/>
                </a:path>
                <a:path w="4052570" h="2368550">
                  <a:moveTo>
                    <a:pt x="4038600" y="6096"/>
                  </a:moveTo>
                  <a:lnTo>
                    <a:pt x="4038600" y="2368296"/>
                  </a:lnTo>
                  <a:lnTo>
                    <a:pt x="4052316" y="2368296"/>
                  </a:lnTo>
                  <a:lnTo>
                    <a:pt x="4052316" y="13716"/>
                  </a:lnTo>
                  <a:lnTo>
                    <a:pt x="4044696" y="13716"/>
                  </a:lnTo>
                  <a:lnTo>
                    <a:pt x="4038600" y="6096"/>
                  </a:lnTo>
                  <a:close/>
                </a:path>
                <a:path w="4052570" h="23685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4052570" h="2368550">
                  <a:moveTo>
                    <a:pt x="40386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4038600" y="13716"/>
                  </a:lnTo>
                  <a:lnTo>
                    <a:pt x="4038600" y="6096"/>
                  </a:lnTo>
                  <a:close/>
                </a:path>
                <a:path w="4052570" h="2368550">
                  <a:moveTo>
                    <a:pt x="4052316" y="6096"/>
                  </a:moveTo>
                  <a:lnTo>
                    <a:pt x="4038600" y="6096"/>
                  </a:lnTo>
                  <a:lnTo>
                    <a:pt x="4044696" y="13716"/>
                  </a:lnTo>
                  <a:lnTo>
                    <a:pt x="4052316" y="13716"/>
                  </a:lnTo>
                  <a:lnTo>
                    <a:pt x="4052316" y="609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4803" y="830059"/>
            <a:ext cx="29571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14174" y="1484973"/>
            <a:ext cx="1487805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7100" marR="187325">
              <a:lnSpc>
                <a:spcPts val="2300"/>
              </a:lnSpc>
              <a:spcBef>
                <a:spcPts val="110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int int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7717" y="1777251"/>
            <a:ext cx="2343785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a[5]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{3,8,2,7,6};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*p;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8727" y="2362809"/>
            <a:ext cx="259016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147637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&amp;a[0];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// p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a;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sum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8727" y="2948000"/>
            <a:ext cx="2769870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i;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for(i=0;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600" b="1" spc="-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&lt;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5;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i++){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sum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sum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+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*p;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1327" y="2297760"/>
            <a:ext cx="17589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3</a:t>
            </a:r>
            <a:endParaRPr sz="1800">
              <a:latin typeface="Courier New"/>
              <a:cs typeface="Courier New"/>
            </a:endParaRPr>
          </a:p>
          <a:p>
            <a:pPr marL="34925">
              <a:lnSpc>
                <a:spcPct val="100000"/>
              </a:lnSpc>
              <a:spcBef>
                <a:spcPts val="1555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7540" y="2297760"/>
            <a:ext cx="436880" cy="122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208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132" y="2313432"/>
            <a:ext cx="996695" cy="157276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870528" y="3135807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63520" y="2308275"/>
            <a:ext cx="588010" cy="118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a[0]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a[1]</a:t>
            </a:r>
            <a:endParaRPr sz="1800">
              <a:latin typeface="Courier New"/>
              <a:cs typeface="Courier New"/>
            </a:endParaRPr>
          </a:p>
          <a:p>
            <a:pPr marL="26034">
              <a:lnSpc>
                <a:spcPct val="100000"/>
              </a:lnSpc>
              <a:spcBef>
                <a:spcPts val="133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a[2]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90952" y="3679875"/>
            <a:ext cx="57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a[3]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04187" y="3237991"/>
            <a:ext cx="15303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18" name="object 18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6904" y="3886199"/>
              <a:ext cx="2377440" cy="1988820"/>
            </a:xfrm>
            <a:custGeom>
              <a:avLst/>
              <a:gdLst/>
              <a:ahLst/>
              <a:cxnLst/>
              <a:rect l="l" t="t" r="r" b="b"/>
              <a:pathLst>
                <a:path w="2377440" h="1988820">
                  <a:moveTo>
                    <a:pt x="1309116" y="1078992"/>
                  </a:moveTo>
                  <a:lnTo>
                    <a:pt x="1306068" y="1075944"/>
                  </a:lnTo>
                  <a:lnTo>
                    <a:pt x="1295400" y="1075944"/>
                  </a:lnTo>
                  <a:lnTo>
                    <a:pt x="1295400" y="1088136"/>
                  </a:lnTo>
                  <a:lnTo>
                    <a:pt x="1295400" y="1517904"/>
                  </a:lnTo>
                  <a:lnTo>
                    <a:pt x="1295400" y="1531620"/>
                  </a:lnTo>
                  <a:lnTo>
                    <a:pt x="1295400" y="1533144"/>
                  </a:lnTo>
                  <a:lnTo>
                    <a:pt x="1295400" y="1545336"/>
                  </a:lnTo>
                  <a:lnTo>
                    <a:pt x="1295400" y="1975104"/>
                  </a:lnTo>
                  <a:lnTo>
                    <a:pt x="13716" y="1975104"/>
                  </a:lnTo>
                  <a:lnTo>
                    <a:pt x="13716" y="1545336"/>
                  </a:lnTo>
                  <a:lnTo>
                    <a:pt x="1295400" y="1545336"/>
                  </a:lnTo>
                  <a:lnTo>
                    <a:pt x="1295400" y="1533144"/>
                  </a:lnTo>
                  <a:lnTo>
                    <a:pt x="13716" y="1533144"/>
                  </a:lnTo>
                  <a:lnTo>
                    <a:pt x="13716" y="1531620"/>
                  </a:lnTo>
                  <a:lnTo>
                    <a:pt x="1295400" y="1531620"/>
                  </a:lnTo>
                  <a:lnTo>
                    <a:pt x="1295400" y="1517904"/>
                  </a:lnTo>
                  <a:lnTo>
                    <a:pt x="13716" y="1517904"/>
                  </a:lnTo>
                  <a:lnTo>
                    <a:pt x="13716" y="1088136"/>
                  </a:lnTo>
                  <a:lnTo>
                    <a:pt x="1295400" y="1088136"/>
                  </a:lnTo>
                  <a:lnTo>
                    <a:pt x="1295400" y="1075944"/>
                  </a:lnTo>
                  <a:lnTo>
                    <a:pt x="3048" y="1075944"/>
                  </a:lnTo>
                  <a:lnTo>
                    <a:pt x="0" y="1078992"/>
                  </a:lnTo>
                  <a:lnTo>
                    <a:pt x="0" y="1520952"/>
                  </a:lnTo>
                  <a:lnTo>
                    <a:pt x="0" y="1542288"/>
                  </a:lnTo>
                  <a:lnTo>
                    <a:pt x="0" y="1985772"/>
                  </a:lnTo>
                  <a:lnTo>
                    <a:pt x="3048" y="1988820"/>
                  </a:lnTo>
                  <a:lnTo>
                    <a:pt x="1306068" y="1988820"/>
                  </a:lnTo>
                  <a:lnTo>
                    <a:pt x="1309116" y="1985772"/>
                  </a:lnTo>
                  <a:lnTo>
                    <a:pt x="1309116" y="1981200"/>
                  </a:lnTo>
                  <a:lnTo>
                    <a:pt x="1309116" y="1975104"/>
                  </a:lnTo>
                  <a:lnTo>
                    <a:pt x="1309116" y="1082040"/>
                  </a:lnTo>
                  <a:lnTo>
                    <a:pt x="1309116" y="1078992"/>
                  </a:lnTo>
                  <a:close/>
                </a:path>
                <a:path w="2377440" h="1988820">
                  <a:moveTo>
                    <a:pt x="1309116" y="0"/>
                  </a:moveTo>
                  <a:lnTo>
                    <a:pt x="1295400" y="0"/>
                  </a:lnTo>
                  <a:lnTo>
                    <a:pt x="1295400" y="160020"/>
                  </a:lnTo>
                  <a:lnTo>
                    <a:pt x="1295400" y="172212"/>
                  </a:lnTo>
                  <a:lnTo>
                    <a:pt x="1295400" y="1060704"/>
                  </a:lnTo>
                  <a:lnTo>
                    <a:pt x="13716" y="1060704"/>
                  </a:lnTo>
                  <a:lnTo>
                    <a:pt x="13716" y="629412"/>
                  </a:lnTo>
                  <a:lnTo>
                    <a:pt x="1295400" y="629412"/>
                  </a:lnTo>
                  <a:lnTo>
                    <a:pt x="1295400" y="603504"/>
                  </a:lnTo>
                  <a:lnTo>
                    <a:pt x="13716" y="603504"/>
                  </a:lnTo>
                  <a:lnTo>
                    <a:pt x="13716" y="185928"/>
                  </a:lnTo>
                  <a:lnTo>
                    <a:pt x="1295400" y="185928"/>
                  </a:lnTo>
                  <a:lnTo>
                    <a:pt x="1295400" y="173736"/>
                  </a:lnTo>
                  <a:lnTo>
                    <a:pt x="13716" y="173736"/>
                  </a:lnTo>
                  <a:lnTo>
                    <a:pt x="13716" y="172212"/>
                  </a:lnTo>
                  <a:lnTo>
                    <a:pt x="1295400" y="172212"/>
                  </a:lnTo>
                  <a:lnTo>
                    <a:pt x="1295400" y="160020"/>
                  </a:lnTo>
                  <a:lnTo>
                    <a:pt x="13716" y="16002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1071372"/>
                  </a:lnTo>
                  <a:lnTo>
                    <a:pt x="3048" y="1074420"/>
                  </a:lnTo>
                  <a:lnTo>
                    <a:pt x="1306068" y="1074420"/>
                  </a:lnTo>
                  <a:lnTo>
                    <a:pt x="1309116" y="1071372"/>
                  </a:lnTo>
                  <a:lnTo>
                    <a:pt x="1309116" y="1066800"/>
                  </a:lnTo>
                  <a:lnTo>
                    <a:pt x="1309116" y="1060704"/>
                  </a:lnTo>
                  <a:lnTo>
                    <a:pt x="1309116" y="161544"/>
                  </a:lnTo>
                  <a:lnTo>
                    <a:pt x="1309116" y="0"/>
                  </a:lnTo>
                  <a:close/>
                </a:path>
                <a:path w="2377440" h="1988820">
                  <a:moveTo>
                    <a:pt x="2377440" y="0"/>
                  </a:moveTo>
                  <a:lnTo>
                    <a:pt x="2351532" y="0"/>
                  </a:lnTo>
                  <a:lnTo>
                    <a:pt x="2351532" y="504952"/>
                  </a:lnTo>
                  <a:lnTo>
                    <a:pt x="2350008" y="505968"/>
                  </a:lnTo>
                  <a:lnTo>
                    <a:pt x="2307336" y="515112"/>
                  </a:lnTo>
                  <a:lnTo>
                    <a:pt x="2270760" y="519684"/>
                  </a:lnTo>
                  <a:lnTo>
                    <a:pt x="2257044" y="519684"/>
                  </a:lnTo>
                  <a:lnTo>
                    <a:pt x="2241804" y="521208"/>
                  </a:lnTo>
                  <a:lnTo>
                    <a:pt x="2211324" y="521208"/>
                  </a:lnTo>
                  <a:lnTo>
                    <a:pt x="2211324" y="547116"/>
                  </a:lnTo>
                  <a:lnTo>
                    <a:pt x="2243328" y="545592"/>
                  </a:lnTo>
                  <a:lnTo>
                    <a:pt x="2258568" y="545592"/>
                  </a:lnTo>
                  <a:lnTo>
                    <a:pt x="2272284" y="544068"/>
                  </a:lnTo>
                  <a:lnTo>
                    <a:pt x="2286000" y="544068"/>
                  </a:lnTo>
                  <a:lnTo>
                    <a:pt x="2322576" y="539496"/>
                  </a:lnTo>
                  <a:lnTo>
                    <a:pt x="2331720" y="537972"/>
                  </a:lnTo>
                  <a:lnTo>
                    <a:pt x="2340864" y="534924"/>
                  </a:lnTo>
                  <a:lnTo>
                    <a:pt x="2350008" y="533400"/>
                  </a:lnTo>
                  <a:lnTo>
                    <a:pt x="2357628" y="530352"/>
                  </a:lnTo>
                  <a:lnTo>
                    <a:pt x="2363724" y="527304"/>
                  </a:lnTo>
                  <a:lnTo>
                    <a:pt x="2368296" y="524256"/>
                  </a:lnTo>
                  <a:lnTo>
                    <a:pt x="2369820" y="522732"/>
                  </a:lnTo>
                  <a:lnTo>
                    <a:pt x="2371344" y="522732"/>
                  </a:lnTo>
                  <a:lnTo>
                    <a:pt x="2372868" y="519684"/>
                  </a:lnTo>
                  <a:lnTo>
                    <a:pt x="2374392" y="518160"/>
                  </a:lnTo>
                  <a:lnTo>
                    <a:pt x="2374392" y="516636"/>
                  </a:lnTo>
                  <a:lnTo>
                    <a:pt x="2375916" y="515112"/>
                  </a:lnTo>
                  <a:lnTo>
                    <a:pt x="2375916" y="512064"/>
                  </a:lnTo>
                  <a:lnTo>
                    <a:pt x="2377440" y="510540"/>
                  </a:lnTo>
                  <a:lnTo>
                    <a:pt x="2377440" y="509016"/>
                  </a:lnTo>
                  <a:lnTo>
                    <a:pt x="2377440" y="502920"/>
                  </a:lnTo>
                  <a:lnTo>
                    <a:pt x="2377440" y="0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27903" y="3886200"/>
              <a:ext cx="4052570" cy="1530350"/>
            </a:xfrm>
            <a:custGeom>
              <a:avLst/>
              <a:gdLst/>
              <a:ahLst/>
              <a:cxnLst/>
              <a:rect l="l" t="t" r="r" b="b"/>
              <a:pathLst>
                <a:path w="4052570" h="1530350">
                  <a:moveTo>
                    <a:pt x="13716" y="0"/>
                  </a:moveTo>
                  <a:lnTo>
                    <a:pt x="0" y="0"/>
                  </a:lnTo>
                  <a:lnTo>
                    <a:pt x="0" y="1530095"/>
                  </a:lnTo>
                  <a:lnTo>
                    <a:pt x="4052316" y="1530095"/>
                  </a:lnTo>
                  <a:lnTo>
                    <a:pt x="4052316" y="1522476"/>
                  </a:lnTo>
                  <a:lnTo>
                    <a:pt x="13716" y="1522476"/>
                  </a:lnTo>
                  <a:lnTo>
                    <a:pt x="6096" y="1516380"/>
                  </a:lnTo>
                  <a:lnTo>
                    <a:pt x="13716" y="1516380"/>
                  </a:lnTo>
                  <a:lnTo>
                    <a:pt x="13716" y="0"/>
                  </a:lnTo>
                  <a:close/>
                </a:path>
                <a:path w="4052570" h="1530350">
                  <a:moveTo>
                    <a:pt x="13716" y="1516380"/>
                  </a:moveTo>
                  <a:lnTo>
                    <a:pt x="6096" y="1516380"/>
                  </a:lnTo>
                  <a:lnTo>
                    <a:pt x="13716" y="1522476"/>
                  </a:lnTo>
                  <a:lnTo>
                    <a:pt x="13716" y="1516380"/>
                  </a:lnTo>
                  <a:close/>
                </a:path>
                <a:path w="4052570" h="1530350">
                  <a:moveTo>
                    <a:pt x="4038600" y="1516380"/>
                  </a:moveTo>
                  <a:lnTo>
                    <a:pt x="13716" y="1516380"/>
                  </a:lnTo>
                  <a:lnTo>
                    <a:pt x="13716" y="1522476"/>
                  </a:lnTo>
                  <a:lnTo>
                    <a:pt x="4038600" y="1522476"/>
                  </a:lnTo>
                  <a:lnTo>
                    <a:pt x="4038600" y="1516380"/>
                  </a:lnTo>
                  <a:close/>
                </a:path>
                <a:path w="4052570" h="1530350">
                  <a:moveTo>
                    <a:pt x="4052316" y="0"/>
                  </a:moveTo>
                  <a:lnTo>
                    <a:pt x="4038600" y="0"/>
                  </a:lnTo>
                  <a:lnTo>
                    <a:pt x="4038600" y="1522476"/>
                  </a:lnTo>
                  <a:lnTo>
                    <a:pt x="4044696" y="1516380"/>
                  </a:lnTo>
                  <a:lnTo>
                    <a:pt x="4052316" y="1516380"/>
                  </a:lnTo>
                  <a:lnTo>
                    <a:pt x="4052316" y="0"/>
                  </a:lnTo>
                  <a:close/>
                </a:path>
                <a:path w="4052570" h="1530350">
                  <a:moveTo>
                    <a:pt x="4052316" y="1516380"/>
                  </a:moveTo>
                  <a:lnTo>
                    <a:pt x="4044696" y="1516380"/>
                  </a:lnTo>
                  <a:lnTo>
                    <a:pt x="4038600" y="1522476"/>
                  </a:lnTo>
                  <a:lnTo>
                    <a:pt x="4052316" y="1522476"/>
                  </a:lnTo>
                  <a:lnTo>
                    <a:pt x="4052316" y="151638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243064" y="3876522"/>
            <a:ext cx="513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p++;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28727" y="4119968"/>
            <a:ext cx="2098040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 marR="5080">
              <a:lnSpc>
                <a:spcPts val="2300"/>
              </a:lnSpc>
              <a:spcBef>
                <a:spcPts val="11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sum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sum/5; printf(“%f”,sum);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14174" y="5047069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7540" y="3747084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212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7732" y="3886200"/>
            <a:ext cx="214884" cy="95554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37540" y="4138676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600"/>
                </a:solidFill>
                <a:latin typeface="Courier New"/>
                <a:cs typeface="Courier New"/>
              </a:rPr>
              <a:t>216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2725927" y="4127931"/>
            <a:ext cx="574040" cy="783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6600"/>
                </a:solidFill>
                <a:latin typeface="Courier New"/>
                <a:cs typeface="Courier New"/>
              </a:rPr>
              <a:t>a[4]</a:t>
            </a:r>
            <a:endParaRPr sz="1800">
              <a:latin typeface="Courier New"/>
              <a:cs typeface="Courier New"/>
            </a:endParaRPr>
          </a:p>
          <a:p>
            <a:pPr marL="15240">
              <a:lnSpc>
                <a:spcPct val="100000"/>
              </a:lnSpc>
              <a:spcBef>
                <a:spcPts val="1645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04187" y="4091355"/>
            <a:ext cx="40576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6600"/>
                </a:solidFill>
                <a:latin typeface="Arial"/>
                <a:cs typeface="Arial"/>
              </a:rPr>
              <a:t>6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b="1" spc="-25" dirty="0">
                <a:solidFill>
                  <a:srgbClr val="006600"/>
                </a:solidFill>
                <a:latin typeface="Arial"/>
                <a:cs typeface="Arial"/>
              </a:rPr>
              <a:t>2</a:t>
            </a:r>
            <a:r>
              <a:rPr sz="1800" b="1" spc="-30" dirty="0">
                <a:solidFill>
                  <a:srgbClr val="006600"/>
                </a:solidFill>
                <a:latin typeface="Arial"/>
                <a:cs typeface="Arial"/>
              </a:rPr>
              <a:t>0</a:t>
            </a:r>
            <a:r>
              <a:rPr sz="1800" spc="-1025" dirty="0">
                <a:solidFill>
                  <a:srgbClr val="006600"/>
                </a:solidFill>
                <a:latin typeface="Arial"/>
                <a:cs typeface="Arial"/>
              </a:rPr>
              <a:t>4</a:t>
            </a:r>
            <a:r>
              <a:rPr sz="1800" spc="-20" dirty="0">
                <a:solidFill>
                  <a:srgbClr val="006600"/>
                </a:solidFill>
                <a:latin typeface="Arial"/>
                <a:cs typeface="Arial"/>
              </a:rPr>
              <a:t>0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186600"/>
                </a:solidFill>
              </a:rPr>
              <a:t>A</a:t>
            </a:r>
            <a:r>
              <a:rPr sz="2000" spc="-35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detail</a:t>
            </a:r>
            <a:r>
              <a:rPr sz="2000" spc="-1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example</a:t>
            </a:r>
            <a:r>
              <a:rPr sz="2000" spc="-5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using</a:t>
            </a:r>
            <a:r>
              <a:rPr sz="2000" spc="-10" dirty="0">
                <a:solidFill>
                  <a:srgbClr val="186600"/>
                </a:solidFill>
              </a:rPr>
              <a:t> pointers </a:t>
            </a: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40" dirty="0"/>
              <a:t> </a:t>
            </a:r>
            <a:r>
              <a:rPr sz="2000" spc="-10" dirty="0"/>
              <a:t>Manipulations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 </a:t>
            </a:r>
            <a:r>
              <a:rPr sz="2000" dirty="0">
                <a:solidFill>
                  <a:srgbClr val="008000"/>
                </a:solidFill>
              </a:rPr>
              <a:t>Operators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applicable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to</a:t>
            </a:r>
            <a:r>
              <a:rPr sz="2000" spc="-25" dirty="0">
                <a:solidFill>
                  <a:srgbClr val="008000"/>
                </a:solidFill>
              </a:rPr>
              <a:t> </a:t>
            </a:r>
            <a:r>
              <a:rPr sz="2000" spc="-10" dirty="0">
                <a:solidFill>
                  <a:srgbClr val="008000"/>
                </a:solidFill>
              </a:rPr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>
                <a:solidFill>
                  <a:srgbClr val="FF0000"/>
                </a:solidFill>
              </a:rPr>
              <a:t>Problem</a:t>
            </a:r>
            <a:r>
              <a:rPr sz="2000" spc="-5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solving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with</a:t>
            </a:r>
            <a:r>
              <a:rPr sz="2000" spc="-1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pointers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and</a:t>
            </a:r>
            <a:r>
              <a:rPr sz="2000" spc="-2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strings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dirty="0"/>
              <a:t>memory</a:t>
            </a:r>
            <a:r>
              <a:rPr sz="2000" spc="-30" dirty="0"/>
              <a:t> </a:t>
            </a:r>
            <a:r>
              <a:rPr sz="2000" spc="-10" dirty="0"/>
              <a:t>allocation</a:t>
            </a:r>
            <a:endParaRPr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927096"/>
            <a:ext cx="80702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2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down</a:t>
            </a:r>
            <a:r>
              <a:rPr sz="2400" b="1" spc="2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229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program</a:t>
            </a:r>
            <a:r>
              <a:rPr sz="2400" b="1" spc="2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2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2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find</a:t>
            </a:r>
            <a:r>
              <a:rPr sz="2400" b="1" spc="2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length</a:t>
            </a:r>
            <a:r>
              <a:rPr sz="2400" b="1" spc="2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of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12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string</a:t>
            </a:r>
            <a:r>
              <a:rPr sz="2400" b="1" spc="12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13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pointer.</a:t>
            </a:r>
            <a:r>
              <a:rPr sz="2400" b="1" spc="12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12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string</a:t>
            </a:r>
            <a:r>
              <a:rPr sz="2400" b="1" spc="12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12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be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input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your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program.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46703" y="2127504"/>
            <a:ext cx="2528570" cy="1758950"/>
            <a:chOff x="3346703" y="2127504"/>
            <a:chExt cx="2528570" cy="1758950"/>
          </a:xfrm>
        </p:grpSpPr>
        <p:sp>
          <p:nvSpPr>
            <p:cNvPr id="4" name="object 4"/>
            <p:cNvSpPr/>
            <p:nvPr/>
          </p:nvSpPr>
          <p:spPr>
            <a:xfrm>
              <a:off x="3352799" y="2133600"/>
              <a:ext cx="2514600" cy="1752600"/>
            </a:xfrm>
            <a:custGeom>
              <a:avLst/>
              <a:gdLst/>
              <a:ahLst/>
              <a:cxnLst/>
              <a:rect l="l" t="t" r="r" b="b"/>
              <a:pathLst>
                <a:path w="2514600" h="1752600">
                  <a:moveTo>
                    <a:pt x="2223516" y="0"/>
                  </a:moveTo>
                  <a:lnTo>
                    <a:pt x="292608" y="0"/>
                  </a:lnTo>
                  <a:lnTo>
                    <a:pt x="245159" y="3831"/>
                  </a:lnTo>
                  <a:lnTo>
                    <a:pt x="200143" y="14923"/>
                  </a:lnTo>
                  <a:lnTo>
                    <a:pt x="158163" y="32671"/>
                  </a:lnTo>
                  <a:lnTo>
                    <a:pt x="119822" y="56473"/>
                  </a:lnTo>
                  <a:lnTo>
                    <a:pt x="85725" y="85725"/>
                  </a:lnTo>
                  <a:lnTo>
                    <a:pt x="56473" y="119822"/>
                  </a:lnTo>
                  <a:lnTo>
                    <a:pt x="32671" y="158163"/>
                  </a:lnTo>
                  <a:lnTo>
                    <a:pt x="14923" y="200143"/>
                  </a:lnTo>
                  <a:lnTo>
                    <a:pt x="3831" y="245159"/>
                  </a:lnTo>
                  <a:lnTo>
                    <a:pt x="0" y="292608"/>
                  </a:lnTo>
                  <a:lnTo>
                    <a:pt x="0" y="1461515"/>
                  </a:lnTo>
                  <a:lnTo>
                    <a:pt x="3831" y="1508921"/>
                  </a:lnTo>
                  <a:lnTo>
                    <a:pt x="14923" y="1553821"/>
                  </a:lnTo>
                  <a:lnTo>
                    <a:pt x="32671" y="1595631"/>
                  </a:lnTo>
                  <a:lnTo>
                    <a:pt x="56473" y="1633764"/>
                  </a:lnTo>
                  <a:lnTo>
                    <a:pt x="85725" y="1667637"/>
                  </a:lnTo>
                  <a:lnTo>
                    <a:pt x="119822" y="1696663"/>
                  </a:lnTo>
                  <a:lnTo>
                    <a:pt x="158163" y="1720257"/>
                  </a:lnTo>
                  <a:lnTo>
                    <a:pt x="200143" y="1737835"/>
                  </a:lnTo>
                  <a:lnTo>
                    <a:pt x="245159" y="1748811"/>
                  </a:lnTo>
                  <a:lnTo>
                    <a:pt x="292608" y="1752600"/>
                  </a:lnTo>
                  <a:lnTo>
                    <a:pt x="2223516" y="1752600"/>
                  </a:lnTo>
                  <a:lnTo>
                    <a:pt x="2270921" y="1748811"/>
                  </a:lnTo>
                  <a:lnTo>
                    <a:pt x="2315821" y="1737835"/>
                  </a:lnTo>
                  <a:lnTo>
                    <a:pt x="2357631" y="1720257"/>
                  </a:lnTo>
                  <a:lnTo>
                    <a:pt x="2395764" y="1696663"/>
                  </a:lnTo>
                  <a:lnTo>
                    <a:pt x="2429637" y="1667637"/>
                  </a:lnTo>
                  <a:lnTo>
                    <a:pt x="2458663" y="1633764"/>
                  </a:lnTo>
                  <a:lnTo>
                    <a:pt x="2482257" y="1595631"/>
                  </a:lnTo>
                  <a:lnTo>
                    <a:pt x="2499835" y="1553821"/>
                  </a:lnTo>
                  <a:lnTo>
                    <a:pt x="2510811" y="1508921"/>
                  </a:lnTo>
                  <a:lnTo>
                    <a:pt x="2514600" y="1461515"/>
                  </a:lnTo>
                  <a:lnTo>
                    <a:pt x="2514600" y="292608"/>
                  </a:lnTo>
                  <a:lnTo>
                    <a:pt x="2510811" y="245159"/>
                  </a:lnTo>
                  <a:lnTo>
                    <a:pt x="2499835" y="200143"/>
                  </a:lnTo>
                  <a:lnTo>
                    <a:pt x="2482257" y="158163"/>
                  </a:lnTo>
                  <a:lnTo>
                    <a:pt x="2458663" y="119822"/>
                  </a:lnTo>
                  <a:lnTo>
                    <a:pt x="2429637" y="85725"/>
                  </a:lnTo>
                  <a:lnTo>
                    <a:pt x="2395764" y="56473"/>
                  </a:lnTo>
                  <a:lnTo>
                    <a:pt x="2357631" y="32671"/>
                  </a:lnTo>
                  <a:lnTo>
                    <a:pt x="2315821" y="14923"/>
                  </a:lnTo>
                  <a:lnTo>
                    <a:pt x="2270921" y="3831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ADF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46703" y="2127504"/>
              <a:ext cx="2528570" cy="1758950"/>
            </a:xfrm>
            <a:custGeom>
              <a:avLst/>
              <a:gdLst/>
              <a:ahLst/>
              <a:cxnLst/>
              <a:rect l="l" t="t" r="r" b="b"/>
              <a:pathLst>
                <a:path w="2528570" h="1758950">
                  <a:moveTo>
                    <a:pt x="2260092" y="1524"/>
                  </a:moveTo>
                  <a:lnTo>
                    <a:pt x="268224" y="1524"/>
                  </a:lnTo>
                  <a:lnTo>
                    <a:pt x="252984" y="4572"/>
                  </a:lnTo>
                  <a:lnTo>
                    <a:pt x="239268" y="6096"/>
                  </a:lnTo>
                  <a:lnTo>
                    <a:pt x="224028" y="10668"/>
                  </a:lnTo>
                  <a:lnTo>
                    <a:pt x="210312" y="13716"/>
                  </a:lnTo>
                  <a:lnTo>
                    <a:pt x="196596" y="18287"/>
                  </a:lnTo>
                  <a:lnTo>
                    <a:pt x="169163" y="30480"/>
                  </a:lnTo>
                  <a:lnTo>
                    <a:pt x="156972" y="36575"/>
                  </a:lnTo>
                  <a:lnTo>
                    <a:pt x="144780" y="44196"/>
                  </a:lnTo>
                  <a:lnTo>
                    <a:pt x="131063" y="51816"/>
                  </a:lnTo>
                  <a:lnTo>
                    <a:pt x="88392" y="88392"/>
                  </a:lnTo>
                  <a:lnTo>
                    <a:pt x="51816" y="132587"/>
                  </a:lnTo>
                  <a:lnTo>
                    <a:pt x="30480" y="169163"/>
                  </a:lnTo>
                  <a:lnTo>
                    <a:pt x="9144" y="224028"/>
                  </a:lnTo>
                  <a:lnTo>
                    <a:pt x="4572" y="252984"/>
                  </a:lnTo>
                  <a:lnTo>
                    <a:pt x="1524" y="268224"/>
                  </a:lnTo>
                  <a:lnTo>
                    <a:pt x="1524" y="283463"/>
                  </a:lnTo>
                  <a:lnTo>
                    <a:pt x="0" y="298704"/>
                  </a:lnTo>
                  <a:lnTo>
                    <a:pt x="0" y="1467612"/>
                  </a:lnTo>
                  <a:lnTo>
                    <a:pt x="1524" y="1482852"/>
                  </a:lnTo>
                  <a:lnTo>
                    <a:pt x="1524" y="1498092"/>
                  </a:lnTo>
                  <a:lnTo>
                    <a:pt x="4572" y="1513332"/>
                  </a:lnTo>
                  <a:lnTo>
                    <a:pt x="6096" y="1527048"/>
                  </a:lnTo>
                  <a:lnTo>
                    <a:pt x="10668" y="1542288"/>
                  </a:lnTo>
                  <a:lnTo>
                    <a:pt x="13716" y="1556004"/>
                  </a:lnTo>
                  <a:lnTo>
                    <a:pt x="30480" y="1597152"/>
                  </a:lnTo>
                  <a:lnTo>
                    <a:pt x="51816" y="1633728"/>
                  </a:lnTo>
                  <a:lnTo>
                    <a:pt x="88392" y="1677924"/>
                  </a:lnTo>
                  <a:lnTo>
                    <a:pt x="132587" y="1714500"/>
                  </a:lnTo>
                  <a:lnTo>
                    <a:pt x="169163" y="1735836"/>
                  </a:lnTo>
                  <a:lnTo>
                    <a:pt x="210312" y="1752600"/>
                  </a:lnTo>
                  <a:lnTo>
                    <a:pt x="224028" y="1755648"/>
                  </a:lnTo>
                  <a:lnTo>
                    <a:pt x="234188" y="1758696"/>
                  </a:lnTo>
                  <a:lnTo>
                    <a:pt x="2294128" y="1758696"/>
                  </a:lnTo>
                  <a:lnTo>
                    <a:pt x="2304288" y="1755648"/>
                  </a:lnTo>
                  <a:lnTo>
                    <a:pt x="2318004" y="1752600"/>
                  </a:lnTo>
                  <a:lnTo>
                    <a:pt x="283463" y="1752600"/>
                  </a:lnTo>
                  <a:lnTo>
                    <a:pt x="269748" y="1751076"/>
                  </a:lnTo>
                  <a:lnTo>
                    <a:pt x="254508" y="1749552"/>
                  </a:lnTo>
                  <a:lnTo>
                    <a:pt x="213360" y="1740408"/>
                  </a:lnTo>
                  <a:lnTo>
                    <a:pt x="201168" y="1735836"/>
                  </a:lnTo>
                  <a:lnTo>
                    <a:pt x="187451" y="1731264"/>
                  </a:lnTo>
                  <a:lnTo>
                    <a:pt x="138684" y="1703832"/>
                  </a:lnTo>
                  <a:lnTo>
                    <a:pt x="96012" y="1668780"/>
                  </a:lnTo>
                  <a:lnTo>
                    <a:pt x="62484" y="1626108"/>
                  </a:lnTo>
                  <a:lnTo>
                    <a:pt x="54863" y="1615440"/>
                  </a:lnTo>
                  <a:lnTo>
                    <a:pt x="47244" y="1603248"/>
                  </a:lnTo>
                  <a:lnTo>
                    <a:pt x="35051" y="1578864"/>
                  </a:lnTo>
                  <a:lnTo>
                    <a:pt x="25908" y="1551432"/>
                  </a:lnTo>
                  <a:lnTo>
                    <a:pt x="22860" y="1539240"/>
                  </a:lnTo>
                  <a:lnTo>
                    <a:pt x="18287" y="1525524"/>
                  </a:lnTo>
                  <a:lnTo>
                    <a:pt x="16763" y="1510284"/>
                  </a:lnTo>
                  <a:lnTo>
                    <a:pt x="15240" y="1496568"/>
                  </a:lnTo>
                  <a:lnTo>
                    <a:pt x="13716" y="1481328"/>
                  </a:lnTo>
                  <a:lnTo>
                    <a:pt x="13716" y="283463"/>
                  </a:lnTo>
                  <a:lnTo>
                    <a:pt x="15240" y="269748"/>
                  </a:lnTo>
                  <a:lnTo>
                    <a:pt x="16763" y="254508"/>
                  </a:lnTo>
                  <a:lnTo>
                    <a:pt x="18287" y="240792"/>
                  </a:lnTo>
                  <a:lnTo>
                    <a:pt x="22860" y="227075"/>
                  </a:lnTo>
                  <a:lnTo>
                    <a:pt x="25908" y="213360"/>
                  </a:lnTo>
                  <a:lnTo>
                    <a:pt x="30480" y="201168"/>
                  </a:lnTo>
                  <a:lnTo>
                    <a:pt x="35051" y="187451"/>
                  </a:lnTo>
                  <a:lnTo>
                    <a:pt x="47244" y="163068"/>
                  </a:lnTo>
                  <a:lnTo>
                    <a:pt x="79248" y="117348"/>
                  </a:lnTo>
                  <a:lnTo>
                    <a:pt x="117348" y="77724"/>
                  </a:lnTo>
                  <a:lnTo>
                    <a:pt x="163068" y="47244"/>
                  </a:lnTo>
                  <a:lnTo>
                    <a:pt x="201168" y="30480"/>
                  </a:lnTo>
                  <a:lnTo>
                    <a:pt x="213360" y="25908"/>
                  </a:lnTo>
                  <a:lnTo>
                    <a:pt x="227075" y="22860"/>
                  </a:lnTo>
                  <a:lnTo>
                    <a:pt x="240792" y="18287"/>
                  </a:lnTo>
                  <a:lnTo>
                    <a:pt x="256032" y="16763"/>
                  </a:lnTo>
                  <a:lnTo>
                    <a:pt x="269748" y="15240"/>
                  </a:lnTo>
                  <a:lnTo>
                    <a:pt x="284988" y="13716"/>
                  </a:lnTo>
                  <a:lnTo>
                    <a:pt x="2318004" y="13716"/>
                  </a:lnTo>
                  <a:lnTo>
                    <a:pt x="2304288" y="9144"/>
                  </a:lnTo>
                  <a:lnTo>
                    <a:pt x="2289048" y="6096"/>
                  </a:lnTo>
                  <a:lnTo>
                    <a:pt x="2275332" y="4572"/>
                  </a:lnTo>
                  <a:lnTo>
                    <a:pt x="2260092" y="1524"/>
                  </a:lnTo>
                  <a:close/>
                </a:path>
                <a:path w="2528570" h="1758950">
                  <a:moveTo>
                    <a:pt x="2318004" y="13716"/>
                  </a:moveTo>
                  <a:lnTo>
                    <a:pt x="2244852" y="13716"/>
                  </a:lnTo>
                  <a:lnTo>
                    <a:pt x="2258568" y="15240"/>
                  </a:lnTo>
                  <a:lnTo>
                    <a:pt x="2273808" y="16763"/>
                  </a:lnTo>
                  <a:lnTo>
                    <a:pt x="2287524" y="18287"/>
                  </a:lnTo>
                  <a:lnTo>
                    <a:pt x="2301240" y="22860"/>
                  </a:lnTo>
                  <a:lnTo>
                    <a:pt x="2314956" y="25908"/>
                  </a:lnTo>
                  <a:lnTo>
                    <a:pt x="2327148" y="30480"/>
                  </a:lnTo>
                  <a:lnTo>
                    <a:pt x="2365248" y="47244"/>
                  </a:lnTo>
                  <a:lnTo>
                    <a:pt x="2410968" y="79248"/>
                  </a:lnTo>
                  <a:lnTo>
                    <a:pt x="2450592" y="117348"/>
                  </a:lnTo>
                  <a:lnTo>
                    <a:pt x="2481072" y="163068"/>
                  </a:lnTo>
                  <a:lnTo>
                    <a:pt x="2497836" y="201168"/>
                  </a:lnTo>
                  <a:lnTo>
                    <a:pt x="2502408" y="213360"/>
                  </a:lnTo>
                  <a:lnTo>
                    <a:pt x="2508504" y="240792"/>
                  </a:lnTo>
                  <a:lnTo>
                    <a:pt x="2511552" y="256032"/>
                  </a:lnTo>
                  <a:lnTo>
                    <a:pt x="2513076" y="269748"/>
                  </a:lnTo>
                  <a:lnTo>
                    <a:pt x="2514600" y="284988"/>
                  </a:lnTo>
                  <a:lnTo>
                    <a:pt x="2514600" y="1482852"/>
                  </a:lnTo>
                  <a:lnTo>
                    <a:pt x="2513076" y="1496568"/>
                  </a:lnTo>
                  <a:lnTo>
                    <a:pt x="2511552" y="1511808"/>
                  </a:lnTo>
                  <a:lnTo>
                    <a:pt x="2502408" y="1552956"/>
                  </a:lnTo>
                  <a:lnTo>
                    <a:pt x="2497836" y="1565148"/>
                  </a:lnTo>
                  <a:lnTo>
                    <a:pt x="2493264" y="1578864"/>
                  </a:lnTo>
                  <a:lnTo>
                    <a:pt x="2465832" y="1627632"/>
                  </a:lnTo>
                  <a:lnTo>
                    <a:pt x="2430780" y="1670304"/>
                  </a:lnTo>
                  <a:lnTo>
                    <a:pt x="2388108" y="1703832"/>
                  </a:lnTo>
                  <a:lnTo>
                    <a:pt x="2377440" y="1711452"/>
                  </a:lnTo>
                  <a:lnTo>
                    <a:pt x="2340864" y="1731264"/>
                  </a:lnTo>
                  <a:lnTo>
                    <a:pt x="2301240" y="1743456"/>
                  </a:lnTo>
                  <a:lnTo>
                    <a:pt x="2258568" y="1751076"/>
                  </a:lnTo>
                  <a:lnTo>
                    <a:pt x="2243328" y="1752600"/>
                  </a:lnTo>
                  <a:lnTo>
                    <a:pt x="2318004" y="1752600"/>
                  </a:lnTo>
                  <a:lnTo>
                    <a:pt x="2359152" y="1735836"/>
                  </a:lnTo>
                  <a:lnTo>
                    <a:pt x="2395728" y="1714500"/>
                  </a:lnTo>
                  <a:lnTo>
                    <a:pt x="2439924" y="1677924"/>
                  </a:lnTo>
                  <a:lnTo>
                    <a:pt x="2476500" y="1633728"/>
                  </a:lnTo>
                  <a:lnTo>
                    <a:pt x="2497836" y="1597152"/>
                  </a:lnTo>
                  <a:lnTo>
                    <a:pt x="2514600" y="1556004"/>
                  </a:lnTo>
                  <a:lnTo>
                    <a:pt x="2517648" y="1542288"/>
                  </a:lnTo>
                  <a:lnTo>
                    <a:pt x="2522220" y="1527048"/>
                  </a:lnTo>
                  <a:lnTo>
                    <a:pt x="2523744" y="1513332"/>
                  </a:lnTo>
                  <a:lnTo>
                    <a:pt x="2526792" y="1498092"/>
                  </a:lnTo>
                  <a:lnTo>
                    <a:pt x="2526792" y="1482852"/>
                  </a:lnTo>
                  <a:lnTo>
                    <a:pt x="2528316" y="1467612"/>
                  </a:lnTo>
                  <a:lnTo>
                    <a:pt x="2528316" y="298704"/>
                  </a:lnTo>
                  <a:lnTo>
                    <a:pt x="2526792" y="283463"/>
                  </a:lnTo>
                  <a:lnTo>
                    <a:pt x="2526792" y="268224"/>
                  </a:lnTo>
                  <a:lnTo>
                    <a:pt x="2523744" y="252984"/>
                  </a:lnTo>
                  <a:lnTo>
                    <a:pt x="2522220" y="239268"/>
                  </a:lnTo>
                  <a:lnTo>
                    <a:pt x="2517648" y="224028"/>
                  </a:lnTo>
                  <a:lnTo>
                    <a:pt x="2497836" y="169163"/>
                  </a:lnTo>
                  <a:lnTo>
                    <a:pt x="2484120" y="144780"/>
                  </a:lnTo>
                  <a:lnTo>
                    <a:pt x="2476500" y="131063"/>
                  </a:lnTo>
                  <a:lnTo>
                    <a:pt x="2439924" y="88392"/>
                  </a:lnTo>
                  <a:lnTo>
                    <a:pt x="2395728" y="51816"/>
                  </a:lnTo>
                  <a:lnTo>
                    <a:pt x="2359152" y="30480"/>
                  </a:lnTo>
                  <a:lnTo>
                    <a:pt x="2331720" y="18287"/>
                  </a:lnTo>
                  <a:lnTo>
                    <a:pt x="2318004" y="13716"/>
                  </a:lnTo>
                  <a:close/>
                </a:path>
                <a:path w="2528570" h="1758950">
                  <a:moveTo>
                    <a:pt x="2229612" y="0"/>
                  </a:moveTo>
                  <a:lnTo>
                    <a:pt x="298704" y="0"/>
                  </a:lnTo>
                  <a:lnTo>
                    <a:pt x="283463" y="1524"/>
                  </a:lnTo>
                  <a:lnTo>
                    <a:pt x="2244852" y="1524"/>
                  </a:lnTo>
                  <a:lnTo>
                    <a:pt x="2229612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16884" y="2770123"/>
            <a:ext cx="1827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6600"/>
                </a:solidFill>
                <a:latin typeface="Caladea"/>
                <a:cs typeface="Caladea"/>
              </a:rPr>
              <a:t>Your</a:t>
            </a:r>
            <a:r>
              <a:rPr sz="2400" spc="-65" dirty="0">
                <a:solidFill>
                  <a:srgbClr val="006600"/>
                </a:solidFill>
                <a:latin typeface="Caladea"/>
                <a:cs typeface="Caladea"/>
              </a:rPr>
              <a:t> </a:t>
            </a:r>
            <a:r>
              <a:rPr sz="2400" spc="-10" dirty="0">
                <a:solidFill>
                  <a:srgbClr val="006600"/>
                </a:solidFill>
                <a:latin typeface="Caladea"/>
                <a:cs typeface="Caladea"/>
              </a:rPr>
              <a:t>Program</a:t>
            </a:r>
            <a:endParaRPr sz="2400">
              <a:latin typeface="Caladea"/>
              <a:cs typeface="Calade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81200" y="2915411"/>
            <a:ext cx="5259705" cy="978535"/>
            <a:chOff x="1981200" y="2915411"/>
            <a:chExt cx="5259705" cy="978535"/>
          </a:xfrm>
        </p:grpSpPr>
        <p:sp>
          <p:nvSpPr>
            <p:cNvPr id="8" name="object 8"/>
            <p:cNvSpPr/>
            <p:nvPr/>
          </p:nvSpPr>
          <p:spPr>
            <a:xfrm>
              <a:off x="1981200" y="2915411"/>
              <a:ext cx="5259705" cy="117475"/>
            </a:xfrm>
            <a:custGeom>
              <a:avLst/>
              <a:gdLst/>
              <a:ahLst/>
              <a:cxnLst/>
              <a:rect l="l" t="t" r="r" b="b"/>
              <a:pathLst>
                <a:path w="5259705" h="117475">
                  <a:moveTo>
                    <a:pt x="1351788" y="71628"/>
                  </a:moveTo>
                  <a:lnTo>
                    <a:pt x="1347203" y="71628"/>
                  </a:lnTo>
                  <a:lnTo>
                    <a:pt x="1299070" y="71628"/>
                  </a:lnTo>
                  <a:lnTo>
                    <a:pt x="1264920" y="91440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8"/>
                  </a:lnTo>
                  <a:lnTo>
                    <a:pt x="1263396" y="115824"/>
                  </a:lnTo>
                  <a:lnTo>
                    <a:pt x="1271003" y="117348"/>
                  </a:lnTo>
                  <a:lnTo>
                    <a:pt x="1277112" y="114300"/>
                  </a:lnTo>
                  <a:lnTo>
                    <a:pt x="1351788" y="71628"/>
                  </a:lnTo>
                  <a:close/>
                </a:path>
                <a:path w="5259705" h="117475">
                  <a:moveTo>
                    <a:pt x="1373124" y="59436"/>
                  </a:moveTo>
                  <a:lnTo>
                    <a:pt x="1277112" y="3048"/>
                  </a:lnTo>
                  <a:lnTo>
                    <a:pt x="1271003" y="0"/>
                  </a:lnTo>
                  <a:lnTo>
                    <a:pt x="1263396" y="1524"/>
                  </a:lnTo>
                  <a:lnTo>
                    <a:pt x="1260348" y="7620"/>
                  </a:lnTo>
                  <a:lnTo>
                    <a:pt x="1255776" y="13716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91" y="45669"/>
                  </a:lnTo>
                  <a:lnTo>
                    <a:pt x="0" y="44196"/>
                  </a:lnTo>
                  <a:lnTo>
                    <a:pt x="0" y="70104"/>
                  </a:lnTo>
                  <a:lnTo>
                    <a:pt x="1299171" y="71577"/>
                  </a:lnTo>
                  <a:lnTo>
                    <a:pt x="1347203" y="71628"/>
                  </a:lnTo>
                  <a:lnTo>
                    <a:pt x="1351876" y="71577"/>
                  </a:lnTo>
                  <a:lnTo>
                    <a:pt x="1373124" y="59436"/>
                  </a:lnTo>
                  <a:close/>
                </a:path>
                <a:path w="5259705" h="117475">
                  <a:moveTo>
                    <a:pt x="5237988" y="71628"/>
                  </a:moveTo>
                  <a:lnTo>
                    <a:pt x="5233416" y="71628"/>
                  </a:lnTo>
                  <a:lnTo>
                    <a:pt x="5185270" y="71628"/>
                  </a:lnTo>
                  <a:lnTo>
                    <a:pt x="5151120" y="91440"/>
                  </a:lnTo>
                  <a:lnTo>
                    <a:pt x="5145024" y="96012"/>
                  </a:lnTo>
                  <a:lnTo>
                    <a:pt x="5141976" y="103632"/>
                  </a:lnTo>
                  <a:lnTo>
                    <a:pt x="5146548" y="109728"/>
                  </a:lnTo>
                  <a:lnTo>
                    <a:pt x="5149596" y="115824"/>
                  </a:lnTo>
                  <a:lnTo>
                    <a:pt x="5157216" y="117348"/>
                  </a:lnTo>
                  <a:lnTo>
                    <a:pt x="5163312" y="114300"/>
                  </a:lnTo>
                  <a:lnTo>
                    <a:pt x="5237988" y="71628"/>
                  </a:lnTo>
                  <a:close/>
                </a:path>
                <a:path w="5259705" h="117475">
                  <a:moveTo>
                    <a:pt x="5259324" y="59436"/>
                  </a:moveTo>
                  <a:lnTo>
                    <a:pt x="5163312" y="3048"/>
                  </a:lnTo>
                  <a:lnTo>
                    <a:pt x="5157216" y="0"/>
                  </a:lnTo>
                  <a:lnTo>
                    <a:pt x="5149596" y="1524"/>
                  </a:lnTo>
                  <a:lnTo>
                    <a:pt x="5146548" y="7620"/>
                  </a:lnTo>
                  <a:lnTo>
                    <a:pt x="5141976" y="13716"/>
                  </a:lnTo>
                  <a:lnTo>
                    <a:pt x="5145024" y="21336"/>
                  </a:lnTo>
                  <a:lnTo>
                    <a:pt x="5151120" y="24384"/>
                  </a:lnTo>
                  <a:lnTo>
                    <a:pt x="5186591" y="45669"/>
                  </a:lnTo>
                  <a:lnTo>
                    <a:pt x="3886200" y="44196"/>
                  </a:lnTo>
                  <a:lnTo>
                    <a:pt x="3886200" y="70104"/>
                  </a:lnTo>
                  <a:lnTo>
                    <a:pt x="5185372" y="71577"/>
                  </a:lnTo>
                  <a:lnTo>
                    <a:pt x="5233416" y="71628"/>
                  </a:lnTo>
                  <a:lnTo>
                    <a:pt x="5238077" y="71577"/>
                  </a:lnTo>
                  <a:lnTo>
                    <a:pt x="5259324" y="59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5407" y="3886200"/>
              <a:ext cx="1931035" cy="0"/>
            </a:xfrm>
            <a:custGeom>
              <a:avLst/>
              <a:gdLst/>
              <a:ahLst/>
              <a:cxnLst/>
              <a:rect l="l" t="t" r="r" b="b"/>
              <a:pathLst>
                <a:path w="1931035">
                  <a:moveTo>
                    <a:pt x="1930907" y="0"/>
                  </a:moveTo>
                  <a:lnTo>
                    <a:pt x="0" y="0"/>
                  </a:lnTo>
                  <a:lnTo>
                    <a:pt x="1930907" y="0"/>
                  </a:lnTo>
                  <a:close/>
                </a:path>
              </a:pathLst>
            </a:custGeom>
            <a:solidFill>
              <a:srgbClr val="ADF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0891" y="3886200"/>
              <a:ext cx="2059939" cy="7620"/>
            </a:xfrm>
            <a:custGeom>
              <a:avLst/>
              <a:gdLst/>
              <a:ahLst/>
              <a:cxnLst/>
              <a:rect l="l" t="t" r="r" b="b"/>
              <a:pathLst>
                <a:path w="2059939" h="7620">
                  <a:moveTo>
                    <a:pt x="2010663" y="6096"/>
                  </a:moveTo>
                  <a:lnTo>
                    <a:pt x="49275" y="6096"/>
                  </a:lnTo>
                  <a:lnTo>
                    <a:pt x="64515" y="7620"/>
                  </a:lnTo>
                  <a:lnTo>
                    <a:pt x="1995423" y="7620"/>
                  </a:lnTo>
                  <a:lnTo>
                    <a:pt x="2010663" y="6096"/>
                  </a:lnTo>
                  <a:close/>
                </a:path>
                <a:path w="2059939" h="7620">
                  <a:moveTo>
                    <a:pt x="2059939" y="0"/>
                  </a:moveTo>
                  <a:lnTo>
                    <a:pt x="0" y="0"/>
                  </a:lnTo>
                  <a:lnTo>
                    <a:pt x="5079" y="1524"/>
                  </a:lnTo>
                  <a:lnTo>
                    <a:pt x="18795" y="3048"/>
                  </a:lnTo>
                  <a:lnTo>
                    <a:pt x="34035" y="6096"/>
                  </a:lnTo>
                  <a:lnTo>
                    <a:pt x="2025903" y="6096"/>
                  </a:lnTo>
                  <a:lnTo>
                    <a:pt x="2041143" y="3048"/>
                  </a:lnTo>
                  <a:lnTo>
                    <a:pt x="2054859" y="1524"/>
                  </a:lnTo>
                  <a:lnTo>
                    <a:pt x="2059939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36139" y="2465323"/>
            <a:ext cx="58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Hello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5340" y="246532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60904" y="4119371"/>
            <a:ext cx="3964304" cy="1282065"/>
            <a:chOff x="2660904" y="4119371"/>
            <a:chExt cx="3964304" cy="1282065"/>
          </a:xfrm>
        </p:grpSpPr>
        <p:sp>
          <p:nvSpPr>
            <p:cNvPr id="14" name="object 14"/>
            <p:cNvSpPr/>
            <p:nvPr/>
          </p:nvSpPr>
          <p:spPr>
            <a:xfrm>
              <a:off x="2660904" y="4408931"/>
              <a:ext cx="693420" cy="394970"/>
            </a:xfrm>
            <a:custGeom>
              <a:avLst/>
              <a:gdLst/>
              <a:ahLst/>
              <a:cxnLst/>
              <a:rect l="l" t="t" r="r" b="b"/>
              <a:pathLst>
                <a:path w="693420" h="394970">
                  <a:moveTo>
                    <a:pt x="622039" y="368120"/>
                  </a:moveTo>
                  <a:lnTo>
                    <a:pt x="582168" y="368807"/>
                  </a:lnTo>
                  <a:lnTo>
                    <a:pt x="574547" y="368807"/>
                  </a:lnTo>
                  <a:lnTo>
                    <a:pt x="569976" y="374903"/>
                  </a:lnTo>
                  <a:lnTo>
                    <a:pt x="569976" y="388619"/>
                  </a:lnTo>
                  <a:lnTo>
                    <a:pt x="576071" y="394715"/>
                  </a:lnTo>
                  <a:lnTo>
                    <a:pt x="582168" y="394715"/>
                  </a:lnTo>
                  <a:lnTo>
                    <a:pt x="693419" y="391667"/>
                  </a:lnTo>
                  <a:lnTo>
                    <a:pt x="664463" y="391667"/>
                  </a:lnTo>
                  <a:lnTo>
                    <a:pt x="622039" y="368120"/>
                  </a:lnTo>
                  <a:close/>
                </a:path>
                <a:path w="693420" h="394970">
                  <a:moveTo>
                    <a:pt x="648235" y="367668"/>
                  </a:moveTo>
                  <a:lnTo>
                    <a:pt x="622039" y="368120"/>
                  </a:lnTo>
                  <a:lnTo>
                    <a:pt x="664463" y="391667"/>
                  </a:lnTo>
                  <a:lnTo>
                    <a:pt x="666902" y="387095"/>
                  </a:lnTo>
                  <a:lnTo>
                    <a:pt x="659892" y="387095"/>
                  </a:lnTo>
                  <a:lnTo>
                    <a:pt x="648235" y="367668"/>
                  </a:lnTo>
                  <a:close/>
                </a:path>
                <a:path w="693420" h="394970">
                  <a:moveTo>
                    <a:pt x="624840" y="289559"/>
                  </a:moveTo>
                  <a:lnTo>
                    <a:pt x="618744" y="294131"/>
                  </a:lnTo>
                  <a:lnTo>
                    <a:pt x="612647" y="297179"/>
                  </a:lnTo>
                  <a:lnTo>
                    <a:pt x="611123" y="304799"/>
                  </a:lnTo>
                  <a:lnTo>
                    <a:pt x="614171" y="310895"/>
                  </a:lnTo>
                  <a:lnTo>
                    <a:pt x="635022" y="345646"/>
                  </a:lnTo>
                  <a:lnTo>
                    <a:pt x="676656" y="368807"/>
                  </a:lnTo>
                  <a:lnTo>
                    <a:pt x="664463" y="391667"/>
                  </a:lnTo>
                  <a:lnTo>
                    <a:pt x="693419" y="391667"/>
                  </a:lnTo>
                  <a:lnTo>
                    <a:pt x="637032" y="297179"/>
                  </a:lnTo>
                  <a:lnTo>
                    <a:pt x="632459" y="291083"/>
                  </a:lnTo>
                  <a:lnTo>
                    <a:pt x="624840" y="289559"/>
                  </a:lnTo>
                  <a:close/>
                </a:path>
                <a:path w="693420" h="394970">
                  <a:moveTo>
                    <a:pt x="670559" y="367283"/>
                  </a:moveTo>
                  <a:lnTo>
                    <a:pt x="648235" y="367668"/>
                  </a:lnTo>
                  <a:lnTo>
                    <a:pt x="659892" y="387095"/>
                  </a:lnTo>
                  <a:lnTo>
                    <a:pt x="670559" y="367283"/>
                  </a:lnTo>
                  <a:close/>
                </a:path>
                <a:path w="693420" h="394970">
                  <a:moveTo>
                    <a:pt x="673916" y="367283"/>
                  </a:moveTo>
                  <a:lnTo>
                    <a:pt x="670559" y="367283"/>
                  </a:lnTo>
                  <a:lnTo>
                    <a:pt x="659892" y="387095"/>
                  </a:lnTo>
                  <a:lnTo>
                    <a:pt x="666902" y="387095"/>
                  </a:lnTo>
                  <a:lnTo>
                    <a:pt x="676656" y="368807"/>
                  </a:lnTo>
                  <a:lnTo>
                    <a:pt x="673916" y="367283"/>
                  </a:lnTo>
                  <a:close/>
                </a:path>
                <a:path w="693420" h="394970">
                  <a:moveTo>
                    <a:pt x="13715" y="0"/>
                  </a:moveTo>
                  <a:lnTo>
                    <a:pt x="0" y="22859"/>
                  </a:lnTo>
                  <a:lnTo>
                    <a:pt x="622039" y="368120"/>
                  </a:lnTo>
                  <a:lnTo>
                    <a:pt x="648235" y="367668"/>
                  </a:lnTo>
                  <a:lnTo>
                    <a:pt x="635022" y="345646"/>
                  </a:lnTo>
                  <a:lnTo>
                    <a:pt x="13715" y="0"/>
                  </a:lnTo>
                  <a:close/>
                </a:path>
                <a:path w="693420" h="394970">
                  <a:moveTo>
                    <a:pt x="635022" y="345646"/>
                  </a:moveTo>
                  <a:lnTo>
                    <a:pt x="648235" y="367668"/>
                  </a:lnTo>
                  <a:lnTo>
                    <a:pt x="670559" y="367283"/>
                  </a:lnTo>
                  <a:lnTo>
                    <a:pt x="673916" y="367283"/>
                  </a:lnTo>
                  <a:lnTo>
                    <a:pt x="635022" y="34564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4596" y="4811267"/>
              <a:ext cx="3380292" cy="5897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70491" y="4119371"/>
              <a:ext cx="775970" cy="460375"/>
            </a:xfrm>
            <a:custGeom>
              <a:avLst/>
              <a:gdLst/>
              <a:ahLst/>
              <a:cxnLst/>
              <a:rect l="l" t="t" r="r" b="b"/>
              <a:pathLst>
                <a:path w="775970" h="460375">
                  <a:moveTo>
                    <a:pt x="775728" y="1524"/>
                  </a:moveTo>
                  <a:lnTo>
                    <a:pt x="772680" y="0"/>
                  </a:lnTo>
                  <a:lnTo>
                    <a:pt x="762012" y="0"/>
                  </a:lnTo>
                  <a:lnTo>
                    <a:pt x="762012" y="12192"/>
                  </a:lnTo>
                  <a:lnTo>
                    <a:pt x="762012" y="381000"/>
                  </a:lnTo>
                  <a:lnTo>
                    <a:pt x="394728" y="381000"/>
                  </a:lnTo>
                  <a:lnTo>
                    <a:pt x="394728" y="79248"/>
                  </a:lnTo>
                  <a:lnTo>
                    <a:pt x="394728" y="71628"/>
                  </a:lnTo>
                  <a:lnTo>
                    <a:pt x="394728" y="68580"/>
                  </a:lnTo>
                  <a:lnTo>
                    <a:pt x="394728" y="12192"/>
                  </a:lnTo>
                  <a:lnTo>
                    <a:pt x="762012" y="12192"/>
                  </a:lnTo>
                  <a:lnTo>
                    <a:pt x="762012" y="0"/>
                  </a:lnTo>
                  <a:lnTo>
                    <a:pt x="384060" y="0"/>
                  </a:lnTo>
                  <a:lnTo>
                    <a:pt x="381012" y="1524"/>
                  </a:lnTo>
                  <a:lnTo>
                    <a:pt x="381012" y="65532"/>
                  </a:lnTo>
                  <a:lnTo>
                    <a:pt x="3060" y="65532"/>
                  </a:lnTo>
                  <a:lnTo>
                    <a:pt x="0" y="68580"/>
                  </a:lnTo>
                  <a:lnTo>
                    <a:pt x="0" y="457200"/>
                  </a:lnTo>
                  <a:lnTo>
                    <a:pt x="3060" y="460248"/>
                  </a:lnTo>
                  <a:lnTo>
                    <a:pt x="391680" y="460248"/>
                  </a:lnTo>
                  <a:lnTo>
                    <a:pt x="394728" y="457200"/>
                  </a:lnTo>
                  <a:lnTo>
                    <a:pt x="394728" y="452628"/>
                  </a:lnTo>
                  <a:lnTo>
                    <a:pt x="394728" y="446532"/>
                  </a:lnTo>
                  <a:lnTo>
                    <a:pt x="394728" y="393192"/>
                  </a:lnTo>
                  <a:lnTo>
                    <a:pt x="772680" y="393192"/>
                  </a:lnTo>
                  <a:lnTo>
                    <a:pt x="775728" y="390144"/>
                  </a:lnTo>
                  <a:lnTo>
                    <a:pt x="775728" y="387096"/>
                  </a:lnTo>
                  <a:lnTo>
                    <a:pt x="775728" y="381000"/>
                  </a:lnTo>
                  <a:lnTo>
                    <a:pt x="775728" y="12192"/>
                  </a:lnTo>
                  <a:lnTo>
                    <a:pt x="775728" y="6096"/>
                  </a:lnTo>
                  <a:lnTo>
                    <a:pt x="775728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965704" y="6013703"/>
            <a:ext cx="4966970" cy="547370"/>
            <a:chOff x="2965704" y="6013703"/>
            <a:chExt cx="4966970" cy="547370"/>
          </a:xfrm>
        </p:grpSpPr>
        <p:sp>
          <p:nvSpPr>
            <p:cNvPr id="18" name="object 18"/>
            <p:cNvSpPr/>
            <p:nvPr/>
          </p:nvSpPr>
          <p:spPr>
            <a:xfrm>
              <a:off x="2971800" y="6019799"/>
              <a:ext cx="4953000" cy="533400"/>
            </a:xfrm>
            <a:custGeom>
              <a:avLst/>
              <a:gdLst/>
              <a:ahLst/>
              <a:cxnLst/>
              <a:rect l="l" t="t" r="r" b="b"/>
              <a:pathLst>
                <a:path w="4953000" h="533400">
                  <a:moveTo>
                    <a:pt x="4953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4953000" y="533400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F1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65704" y="6013703"/>
              <a:ext cx="4966970" cy="547370"/>
            </a:xfrm>
            <a:custGeom>
              <a:avLst/>
              <a:gdLst/>
              <a:ahLst/>
              <a:cxnLst/>
              <a:rect l="l" t="t" r="r" b="b"/>
              <a:pathLst>
                <a:path w="4966970" h="547370">
                  <a:moveTo>
                    <a:pt x="4963668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7" y="547116"/>
                  </a:lnTo>
                  <a:lnTo>
                    <a:pt x="4963668" y="547116"/>
                  </a:lnTo>
                  <a:lnTo>
                    <a:pt x="4966716" y="544068"/>
                  </a:lnTo>
                  <a:lnTo>
                    <a:pt x="4966716" y="539496"/>
                  </a:lnTo>
                  <a:lnTo>
                    <a:pt x="13715" y="539496"/>
                  </a:lnTo>
                  <a:lnTo>
                    <a:pt x="6095" y="533400"/>
                  </a:lnTo>
                  <a:lnTo>
                    <a:pt x="13715" y="533400"/>
                  </a:lnTo>
                  <a:lnTo>
                    <a:pt x="13715" y="13716"/>
                  </a:lnTo>
                  <a:lnTo>
                    <a:pt x="6095" y="13716"/>
                  </a:lnTo>
                  <a:lnTo>
                    <a:pt x="13715" y="6096"/>
                  </a:lnTo>
                  <a:lnTo>
                    <a:pt x="4966716" y="6096"/>
                  </a:lnTo>
                  <a:lnTo>
                    <a:pt x="4966716" y="3048"/>
                  </a:lnTo>
                  <a:lnTo>
                    <a:pt x="4963668" y="0"/>
                  </a:lnTo>
                  <a:close/>
                </a:path>
                <a:path w="4966970" h="547370">
                  <a:moveTo>
                    <a:pt x="13715" y="533400"/>
                  </a:moveTo>
                  <a:lnTo>
                    <a:pt x="6095" y="533400"/>
                  </a:lnTo>
                  <a:lnTo>
                    <a:pt x="13715" y="539496"/>
                  </a:lnTo>
                  <a:lnTo>
                    <a:pt x="13715" y="533400"/>
                  </a:lnTo>
                  <a:close/>
                </a:path>
                <a:path w="4966970" h="547370">
                  <a:moveTo>
                    <a:pt x="4953000" y="533400"/>
                  </a:moveTo>
                  <a:lnTo>
                    <a:pt x="13715" y="533400"/>
                  </a:lnTo>
                  <a:lnTo>
                    <a:pt x="13715" y="539496"/>
                  </a:lnTo>
                  <a:lnTo>
                    <a:pt x="4953000" y="539496"/>
                  </a:lnTo>
                  <a:lnTo>
                    <a:pt x="4953000" y="533400"/>
                  </a:lnTo>
                  <a:close/>
                </a:path>
                <a:path w="4966970" h="547370">
                  <a:moveTo>
                    <a:pt x="4953000" y="6096"/>
                  </a:moveTo>
                  <a:lnTo>
                    <a:pt x="4953000" y="539496"/>
                  </a:lnTo>
                  <a:lnTo>
                    <a:pt x="4959096" y="533400"/>
                  </a:lnTo>
                  <a:lnTo>
                    <a:pt x="4966716" y="533400"/>
                  </a:lnTo>
                  <a:lnTo>
                    <a:pt x="4966716" y="13716"/>
                  </a:lnTo>
                  <a:lnTo>
                    <a:pt x="4959096" y="13716"/>
                  </a:lnTo>
                  <a:lnTo>
                    <a:pt x="4953000" y="6096"/>
                  </a:lnTo>
                  <a:close/>
                </a:path>
                <a:path w="4966970" h="547370">
                  <a:moveTo>
                    <a:pt x="4966716" y="533400"/>
                  </a:moveTo>
                  <a:lnTo>
                    <a:pt x="4959096" y="533400"/>
                  </a:lnTo>
                  <a:lnTo>
                    <a:pt x="4953000" y="539496"/>
                  </a:lnTo>
                  <a:lnTo>
                    <a:pt x="4966716" y="539496"/>
                  </a:lnTo>
                  <a:lnTo>
                    <a:pt x="4966716" y="533400"/>
                  </a:lnTo>
                  <a:close/>
                </a:path>
                <a:path w="4966970" h="547370">
                  <a:moveTo>
                    <a:pt x="13715" y="6096"/>
                  </a:moveTo>
                  <a:lnTo>
                    <a:pt x="6095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4966970" h="547370">
                  <a:moveTo>
                    <a:pt x="49530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4953000" y="13716"/>
                  </a:lnTo>
                  <a:lnTo>
                    <a:pt x="4953000" y="6096"/>
                  </a:lnTo>
                  <a:close/>
                </a:path>
                <a:path w="4966970" h="547370">
                  <a:moveTo>
                    <a:pt x="4966716" y="6096"/>
                  </a:moveTo>
                  <a:lnTo>
                    <a:pt x="4953000" y="6096"/>
                  </a:lnTo>
                  <a:lnTo>
                    <a:pt x="4959096" y="13716"/>
                  </a:lnTo>
                  <a:lnTo>
                    <a:pt x="4966716" y="13716"/>
                  </a:lnTo>
                  <a:lnTo>
                    <a:pt x="4966716" y="609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0539" y="6045200"/>
            <a:ext cx="36753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34055" algn="l"/>
              </a:tabLst>
            </a:pPr>
            <a:r>
              <a:rPr sz="2400" b="1" dirty="0">
                <a:solidFill>
                  <a:srgbClr val="006600"/>
                </a:solidFill>
                <a:latin typeface="Caladea"/>
                <a:cs typeface="Caladea"/>
              </a:rPr>
              <a:t>Length:</a:t>
            </a:r>
            <a:r>
              <a:rPr sz="2400" b="1" spc="-20" dirty="0">
                <a:solidFill>
                  <a:srgbClr val="006600"/>
                </a:solidFill>
                <a:latin typeface="Caladea"/>
                <a:cs typeface="Calade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Caladea"/>
                <a:cs typeface="Caladea"/>
              </a:rPr>
              <a:t>p-</a:t>
            </a:r>
            <a:r>
              <a:rPr sz="2400" b="1" dirty="0">
                <a:solidFill>
                  <a:srgbClr val="006600"/>
                </a:solidFill>
                <a:latin typeface="Caladea"/>
                <a:cs typeface="Caladea"/>
              </a:rPr>
              <a:t>q</a:t>
            </a:r>
            <a:r>
              <a:rPr sz="2400" b="1" spc="-5" dirty="0">
                <a:solidFill>
                  <a:srgbClr val="006600"/>
                </a:solidFill>
                <a:latin typeface="Caladea"/>
                <a:cs typeface="Calade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Caladea"/>
                <a:cs typeface="Caladea"/>
              </a:rPr>
              <a:t>=</a:t>
            </a:r>
            <a:r>
              <a:rPr sz="2400" b="1" spc="-15" dirty="0">
                <a:solidFill>
                  <a:srgbClr val="006600"/>
                </a:solidFill>
                <a:latin typeface="Caladea"/>
                <a:cs typeface="Caladea"/>
              </a:rPr>
              <a:t> </a:t>
            </a:r>
            <a:r>
              <a:rPr sz="2400" b="1" spc="-30" dirty="0">
                <a:solidFill>
                  <a:srgbClr val="006600"/>
                </a:solidFill>
                <a:latin typeface="Caladea"/>
                <a:cs typeface="Caladea"/>
              </a:rPr>
              <a:t>105-</a:t>
            </a:r>
            <a:r>
              <a:rPr sz="2400" b="1" spc="-25" dirty="0">
                <a:solidFill>
                  <a:srgbClr val="006600"/>
                </a:solidFill>
                <a:latin typeface="Caladea"/>
                <a:cs typeface="Caladea"/>
              </a:rPr>
              <a:t>100</a:t>
            </a:r>
            <a:r>
              <a:rPr sz="2400" b="1" dirty="0">
                <a:solidFill>
                  <a:srgbClr val="006600"/>
                </a:solidFill>
                <a:latin typeface="Caladea"/>
                <a:cs typeface="Caladea"/>
              </a:rPr>
              <a:t>	=</a:t>
            </a:r>
            <a:r>
              <a:rPr sz="2400" b="1" spc="-20" dirty="0">
                <a:solidFill>
                  <a:srgbClr val="006600"/>
                </a:solidFill>
                <a:latin typeface="Caladea"/>
                <a:cs typeface="Caladea"/>
              </a:rPr>
              <a:t> </a:t>
            </a:r>
            <a:r>
              <a:rPr sz="2400" b="1" spc="-50" dirty="0">
                <a:solidFill>
                  <a:srgbClr val="006600"/>
                </a:solidFill>
                <a:latin typeface="Caladea"/>
                <a:cs typeface="Caladea"/>
              </a:rPr>
              <a:t>5</a:t>
            </a:r>
            <a:endParaRPr sz="2400">
              <a:latin typeface="Caladea"/>
              <a:cs typeface="Calade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55263" y="4225544"/>
            <a:ext cx="137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  <a:tab pos="850900" algn="l"/>
                <a:tab pos="1231900" algn="l"/>
              </a:tabLst>
            </a:pPr>
            <a:r>
              <a:rPr sz="2700" b="1" spc="-75" baseline="1543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2700" b="1" baseline="1543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700" b="1" spc="-75" baseline="1543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700" b="1" baseline="1543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700" b="1" spc="-75" baseline="1543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700" baseline="1543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55463" y="42147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12663" y="42180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038855" y="4108703"/>
            <a:ext cx="3819525" cy="1766570"/>
            <a:chOff x="3038855" y="4108703"/>
            <a:chExt cx="3819525" cy="1766570"/>
          </a:xfrm>
        </p:grpSpPr>
        <p:sp>
          <p:nvSpPr>
            <p:cNvPr id="25" name="object 25"/>
            <p:cNvSpPr/>
            <p:nvPr/>
          </p:nvSpPr>
          <p:spPr>
            <a:xfrm>
              <a:off x="6248400" y="4800599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6096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09600" y="6858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38856" y="4108703"/>
              <a:ext cx="3068320" cy="692150"/>
            </a:xfrm>
            <a:custGeom>
              <a:avLst/>
              <a:gdLst/>
              <a:ahLst/>
              <a:cxnLst/>
              <a:rect l="l" t="t" r="r" b="b"/>
              <a:pathLst>
                <a:path w="3068320" h="692150">
                  <a:moveTo>
                    <a:pt x="466344" y="691896"/>
                  </a:moveTo>
                  <a:lnTo>
                    <a:pt x="465582" y="678180"/>
                  </a:lnTo>
                  <a:lnTo>
                    <a:pt x="460324" y="583692"/>
                  </a:lnTo>
                  <a:lnTo>
                    <a:pt x="460248" y="576072"/>
                  </a:lnTo>
                  <a:lnTo>
                    <a:pt x="454152" y="569976"/>
                  </a:lnTo>
                  <a:lnTo>
                    <a:pt x="446532" y="571500"/>
                  </a:lnTo>
                  <a:lnTo>
                    <a:pt x="440436" y="571500"/>
                  </a:lnTo>
                  <a:lnTo>
                    <a:pt x="434340" y="577596"/>
                  </a:lnTo>
                  <a:lnTo>
                    <a:pt x="435864" y="583692"/>
                  </a:lnTo>
                  <a:lnTo>
                    <a:pt x="438086" y="626706"/>
                  </a:lnTo>
                  <a:lnTo>
                    <a:pt x="19812" y="0"/>
                  </a:lnTo>
                  <a:lnTo>
                    <a:pt x="0" y="13716"/>
                  </a:lnTo>
                  <a:lnTo>
                    <a:pt x="416191" y="639457"/>
                  </a:lnTo>
                  <a:lnTo>
                    <a:pt x="379476" y="621792"/>
                  </a:lnTo>
                  <a:lnTo>
                    <a:pt x="373380" y="618744"/>
                  </a:lnTo>
                  <a:lnTo>
                    <a:pt x="365760" y="621792"/>
                  </a:lnTo>
                  <a:lnTo>
                    <a:pt x="359664" y="633984"/>
                  </a:lnTo>
                  <a:lnTo>
                    <a:pt x="362712" y="641604"/>
                  </a:lnTo>
                  <a:lnTo>
                    <a:pt x="368808" y="644652"/>
                  </a:lnTo>
                  <a:lnTo>
                    <a:pt x="466344" y="691896"/>
                  </a:lnTo>
                  <a:close/>
                </a:path>
                <a:path w="3068320" h="692150">
                  <a:moveTo>
                    <a:pt x="3067812" y="89916"/>
                  </a:moveTo>
                  <a:lnTo>
                    <a:pt x="3048000" y="74676"/>
                  </a:lnTo>
                  <a:lnTo>
                    <a:pt x="2633751" y="627481"/>
                  </a:lnTo>
                  <a:lnTo>
                    <a:pt x="2638044" y="586740"/>
                  </a:lnTo>
                  <a:lnTo>
                    <a:pt x="2639568" y="579120"/>
                  </a:lnTo>
                  <a:lnTo>
                    <a:pt x="2634996" y="573024"/>
                  </a:lnTo>
                  <a:lnTo>
                    <a:pt x="2627376" y="571500"/>
                  </a:lnTo>
                  <a:lnTo>
                    <a:pt x="2619756" y="571500"/>
                  </a:lnTo>
                  <a:lnTo>
                    <a:pt x="2613660" y="576072"/>
                  </a:lnTo>
                  <a:lnTo>
                    <a:pt x="2613660" y="583692"/>
                  </a:lnTo>
                  <a:lnTo>
                    <a:pt x="2599944" y="691896"/>
                  </a:lnTo>
                  <a:lnTo>
                    <a:pt x="2629116" y="679704"/>
                  </a:lnTo>
                  <a:lnTo>
                    <a:pt x="2702052" y="649224"/>
                  </a:lnTo>
                  <a:lnTo>
                    <a:pt x="2708148" y="647700"/>
                  </a:lnTo>
                  <a:lnTo>
                    <a:pt x="2711196" y="640080"/>
                  </a:lnTo>
                  <a:lnTo>
                    <a:pt x="2708148" y="633984"/>
                  </a:lnTo>
                  <a:lnTo>
                    <a:pt x="2706624" y="626364"/>
                  </a:lnTo>
                  <a:lnTo>
                    <a:pt x="2699004" y="623316"/>
                  </a:lnTo>
                  <a:lnTo>
                    <a:pt x="2691384" y="626364"/>
                  </a:lnTo>
                  <a:lnTo>
                    <a:pt x="2653500" y="642810"/>
                  </a:lnTo>
                  <a:lnTo>
                    <a:pt x="3067812" y="8991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34968" y="5480303"/>
              <a:ext cx="1932939" cy="394970"/>
            </a:xfrm>
            <a:custGeom>
              <a:avLst/>
              <a:gdLst/>
              <a:ahLst/>
              <a:cxnLst/>
              <a:rect l="l" t="t" r="r" b="b"/>
              <a:pathLst>
                <a:path w="1932939" h="394970">
                  <a:moveTo>
                    <a:pt x="1932432" y="3048"/>
                  </a:moveTo>
                  <a:lnTo>
                    <a:pt x="1930908" y="0"/>
                  </a:lnTo>
                  <a:lnTo>
                    <a:pt x="1479804" y="0"/>
                  </a:lnTo>
                  <a:lnTo>
                    <a:pt x="131368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391668"/>
                  </a:lnTo>
                  <a:lnTo>
                    <a:pt x="3048" y="394716"/>
                  </a:lnTo>
                  <a:lnTo>
                    <a:pt x="438912" y="394716"/>
                  </a:lnTo>
                  <a:lnTo>
                    <a:pt x="618744" y="394716"/>
                  </a:lnTo>
                  <a:lnTo>
                    <a:pt x="1930908" y="394716"/>
                  </a:lnTo>
                  <a:lnTo>
                    <a:pt x="1932432" y="391668"/>
                  </a:lnTo>
                  <a:lnTo>
                    <a:pt x="1932432" y="387096"/>
                  </a:lnTo>
                  <a:lnTo>
                    <a:pt x="1932432" y="381000"/>
                  </a:lnTo>
                  <a:lnTo>
                    <a:pt x="1932432" y="13716"/>
                  </a:lnTo>
                  <a:lnTo>
                    <a:pt x="1932432" y="6096"/>
                  </a:lnTo>
                  <a:lnTo>
                    <a:pt x="1932432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136139" y="4065523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29" name="object 29"/>
          <p:cNvSpPr txBox="1"/>
          <p:nvPr/>
        </p:nvSpPr>
        <p:spPr>
          <a:xfrm>
            <a:off x="2821939" y="3771315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74816" y="3836923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74022" y="5514886"/>
            <a:ext cx="2520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100</a:t>
            </a:r>
            <a:r>
              <a:rPr sz="1600" b="1" spc="3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101</a:t>
            </a:r>
            <a:r>
              <a:rPr sz="1600" b="1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102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103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104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C00000"/>
                </a:solidFill>
                <a:latin typeface="Arial"/>
                <a:cs typeface="Arial"/>
              </a:rPr>
              <a:t>105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Program</a:t>
            </a:r>
          </a:p>
        </p:txBody>
      </p:sp>
      <p:sp>
        <p:nvSpPr>
          <p:cNvPr id="3" name="object 3"/>
          <p:cNvSpPr/>
          <p:nvPr/>
        </p:nvSpPr>
        <p:spPr>
          <a:xfrm>
            <a:off x="2660904" y="1898904"/>
            <a:ext cx="4890770" cy="1987550"/>
          </a:xfrm>
          <a:custGeom>
            <a:avLst/>
            <a:gdLst/>
            <a:ahLst/>
            <a:cxnLst/>
            <a:rect l="l" t="t" r="r" b="b"/>
            <a:pathLst>
              <a:path w="4890770" h="1987550">
                <a:moveTo>
                  <a:pt x="4890516" y="0"/>
                </a:moveTo>
                <a:lnTo>
                  <a:pt x="0" y="0"/>
                </a:lnTo>
                <a:lnTo>
                  <a:pt x="0" y="1987296"/>
                </a:lnTo>
                <a:lnTo>
                  <a:pt x="13715" y="1987296"/>
                </a:lnTo>
                <a:lnTo>
                  <a:pt x="13715" y="13716"/>
                </a:lnTo>
                <a:lnTo>
                  <a:pt x="6095" y="13716"/>
                </a:lnTo>
                <a:lnTo>
                  <a:pt x="13715" y="6096"/>
                </a:lnTo>
                <a:lnTo>
                  <a:pt x="4890516" y="6096"/>
                </a:lnTo>
                <a:lnTo>
                  <a:pt x="4890516" y="0"/>
                </a:lnTo>
                <a:close/>
              </a:path>
              <a:path w="4890770" h="1987550">
                <a:moveTo>
                  <a:pt x="4876800" y="6096"/>
                </a:moveTo>
                <a:lnTo>
                  <a:pt x="4876800" y="1987296"/>
                </a:lnTo>
                <a:lnTo>
                  <a:pt x="4890516" y="1987296"/>
                </a:lnTo>
                <a:lnTo>
                  <a:pt x="4890516" y="13716"/>
                </a:lnTo>
                <a:lnTo>
                  <a:pt x="4882896" y="13716"/>
                </a:lnTo>
                <a:lnTo>
                  <a:pt x="4876800" y="6096"/>
                </a:lnTo>
                <a:close/>
              </a:path>
              <a:path w="4890770" h="1987550">
                <a:moveTo>
                  <a:pt x="13715" y="6096"/>
                </a:moveTo>
                <a:lnTo>
                  <a:pt x="6095" y="13716"/>
                </a:lnTo>
                <a:lnTo>
                  <a:pt x="13715" y="13716"/>
                </a:lnTo>
                <a:lnTo>
                  <a:pt x="13715" y="6096"/>
                </a:lnTo>
                <a:close/>
              </a:path>
              <a:path w="4890770" h="1987550">
                <a:moveTo>
                  <a:pt x="4876800" y="6096"/>
                </a:moveTo>
                <a:lnTo>
                  <a:pt x="13715" y="6096"/>
                </a:lnTo>
                <a:lnTo>
                  <a:pt x="13715" y="13716"/>
                </a:lnTo>
                <a:lnTo>
                  <a:pt x="4876800" y="13716"/>
                </a:lnTo>
                <a:lnTo>
                  <a:pt x="4876800" y="6096"/>
                </a:lnTo>
                <a:close/>
              </a:path>
              <a:path w="4890770" h="1987550">
                <a:moveTo>
                  <a:pt x="4890516" y="6096"/>
                </a:moveTo>
                <a:lnTo>
                  <a:pt x="4876800" y="6096"/>
                </a:lnTo>
                <a:lnTo>
                  <a:pt x="4882896" y="13716"/>
                </a:lnTo>
                <a:lnTo>
                  <a:pt x="4890516" y="13716"/>
                </a:lnTo>
                <a:lnTo>
                  <a:pt x="48905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45739" y="1865604"/>
            <a:ext cx="1487805" cy="9036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6465" marR="65405">
              <a:lnSpc>
                <a:spcPct val="120000"/>
              </a:lnSpc>
            </a:pP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char char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1596" y="2158313"/>
            <a:ext cx="756285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t[50];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*p,*q;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539" y="3085617"/>
            <a:ext cx="16148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// p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q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0076" y="2743479"/>
            <a:ext cx="1732914" cy="9036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gets(t);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q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&amp;t[0];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n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9" name="object 9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60904" y="3886200"/>
              <a:ext cx="4890770" cy="1318260"/>
            </a:xfrm>
            <a:custGeom>
              <a:avLst/>
              <a:gdLst/>
              <a:ahLst/>
              <a:cxnLst/>
              <a:rect l="l" t="t" r="r" b="b"/>
              <a:pathLst>
                <a:path w="4890770" h="1318260">
                  <a:moveTo>
                    <a:pt x="13715" y="0"/>
                  </a:moveTo>
                  <a:lnTo>
                    <a:pt x="0" y="0"/>
                  </a:lnTo>
                  <a:lnTo>
                    <a:pt x="0" y="1318260"/>
                  </a:lnTo>
                  <a:lnTo>
                    <a:pt x="4890516" y="1318260"/>
                  </a:lnTo>
                  <a:lnTo>
                    <a:pt x="4890516" y="1312164"/>
                  </a:lnTo>
                  <a:lnTo>
                    <a:pt x="13715" y="1312164"/>
                  </a:lnTo>
                  <a:lnTo>
                    <a:pt x="6095" y="1306068"/>
                  </a:lnTo>
                  <a:lnTo>
                    <a:pt x="13715" y="1306068"/>
                  </a:lnTo>
                  <a:lnTo>
                    <a:pt x="13715" y="0"/>
                  </a:lnTo>
                  <a:close/>
                </a:path>
                <a:path w="4890770" h="1318260">
                  <a:moveTo>
                    <a:pt x="13715" y="1306068"/>
                  </a:moveTo>
                  <a:lnTo>
                    <a:pt x="6095" y="1306068"/>
                  </a:lnTo>
                  <a:lnTo>
                    <a:pt x="13715" y="1312164"/>
                  </a:lnTo>
                  <a:lnTo>
                    <a:pt x="13715" y="1306068"/>
                  </a:lnTo>
                  <a:close/>
                </a:path>
                <a:path w="4890770" h="1318260">
                  <a:moveTo>
                    <a:pt x="4876800" y="1306068"/>
                  </a:moveTo>
                  <a:lnTo>
                    <a:pt x="13715" y="1306068"/>
                  </a:lnTo>
                  <a:lnTo>
                    <a:pt x="13715" y="1312164"/>
                  </a:lnTo>
                  <a:lnTo>
                    <a:pt x="4876800" y="1312164"/>
                  </a:lnTo>
                  <a:lnTo>
                    <a:pt x="4876800" y="1306068"/>
                  </a:lnTo>
                  <a:close/>
                </a:path>
                <a:path w="4890770" h="1318260">
                  <a:moveTo>
                    <a:pt x="4890516" y="0"/>
                  </a:moveTo>
                  <a:lnTo>
                    <a:pt x="4876800" y="0"/>
                  </a:lnTo>
                  <a:lnTo>
                    <a:pt x="4876800" y="1312164"/>
                  </a:lnTo>
                  <a:lnTo>
                    <a:pt x="4882896" y="1306068"/>
                  </a:lnTo>
                  <a:lnTo>
                    <a:pt x="4890516" y="1306068"/>
                  </a:lnTo>
                  <a:lnTo>
                    <a:pt x="4890516" y="0"/>
                  </a:lnTo>
                  <a:close/>
                </a:path>
                <a:path w="4890770" h="1318260">
                  <a:moveTo>
                    <a:pt x="4890516" y="1306068"/>
                  </a:moveTo>
                  <a:lnTo>
                    <a:pt x="4882896" y="1306068"/>
                  </a:lnTo>
                  <a:lnTo>
                    <a:pt x="4876800" y="1312164"/>
                  </a:lnTo>
                  <a:lnTo>
                    <a:pt x="4890516" y="1312164"/>
                  </a:lnTo>
                  <a:lnTo>
                    <a:pt x="4890516" y="1306068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5739" y="3621340"/>
            <a:ext cx="3869690" cy="14890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while(*p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!=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‘\0’)</a:t>
            </a:r>
            <a:endParaRPr sz="16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385"/>
              </a:spcBef>
            </a:pP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p++;</a:t>
            </a:r>
            <a:endParaRPr sz="1600">
              <a:latin typeface="Courier New"/>
              <a:cs typeface="Courier New"/>
            </a:endParaRPr>
          </a:p>
          <a:p>
            <a:pPr marL="926465" marR="5080">
              <a:lnSpc>
                <a:spcPts val="2300"/>
              </a:lnSpc>
              <a:spcBef>
                <a:spcPts val="14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n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p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–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q;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printf(“Length: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%d”,</a:t>
            </a:r>
            <a:r>
              <a:rPr sz="1600" b="1" spc="-10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n);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927096"/>
            <a:ext cx="80702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10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down</a:t>
            </a:r>
            <a:r>
              <a:rPr sz="2400" b="1" spc="114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114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program</a:t>
            </a:r>
            <a:r>
              <a:rPr sz="2400" b="1" spc="105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114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114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convert</a:t>
            </a:r>
            <a:r>
              <a:rPr sz="2400" b="1" spc="11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a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string</a:t>
            </a:r>
            <a:r>
              <a:rPr sz="2400" b="1" spc="2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229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uppercase</a:t>
            </a:r>
            <a:r>
              <a:rPr sz="2400" b="1" spc="229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2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pointer.</a:t>
            </a:r>
            <a:r>
              <a:rPr sz="2400" b="1" spc="2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2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string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be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input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your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program.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46703" y="2127504"/>
            <a:ext cx="2528570" cy="1758950"/>
            <a:chOff x="3346703" y="2127504"/>
            <a:chExt cx="2528570" cy="1758950"/>
          </a:xfrm>
        </p:grpSpPr>
        <p:sp>
          <p:nvSpPr>
            <p:cNvPr id="4" name="object 4"/>
            <p:cNvSpPr/>
            <p:nvPr/>
          </p:nvSpPr>
          <p:spPr>
            <a:xfrm>
              <a:off x="3352799" y="2133600"/>
              <a:ext cx="2514600" cy="1752600"/>
            </a:xfrm>
            <a:custGeom>
              <a:avLst/>
              <a:gdLst/>
              <a:ahLst/>
              <a:cxnLst/>
              <a:rect l="l" t="t" r="r" b="b"/>
              <a:pathLst>
                <a:path w="2514600" h="1752600">
                  <a:moveTo>
                    <a:pt x="2223516" y="0"/>
                  </a:moveTo>
                  <a:lnTo>
                    <a:pt x="292608" y="0"/>
                  </a:lnTo>
                  <a:lnTo>
                    <a:pt x="245159" y="3831"/>
                  </a:lnTo>
                  <a:lnTo>
                    <a:pt x="200143" y="14923"/>
                  </a:lnTo>
                  <a:lnTo>
                    <a:pt x="158163" y="32671"/>
                  </a:lnTo>
                  <a:lnTo>
                    <a:pt x="119822" y="56473"/>
                  </a:lnTo>
                  <a:lnTo>
                    <a:pt x="85725" y="85725"/>
                  </a:lnTo>
                  <a:lnTo>
                    <a:pt x="56473" y="119822"/>
                  </a:lnTo>
                  <a:lnTo>
                    <a:pt x="32671" y="158163"/>
                  </a:lnTo>
                  <a:lnTo>
                    <a:pt x="14923" y="200143"/>
                  </a:lnTo>
                  <a:lnTo>
                    <a:pt x="3831" y="245159"/>
                  </a:lnTo>
                  <a:lnTo>
                    <a:pt x="0" y="292608"/>
                  </a:lnTo>
                  <a:lnTo>
                    <a:pt x="0" y="1461515"/>
                  </a:lnTo>
                  <a:lnTo>
                    <a:pt x="3831" y="1508921"/>
                  </a:lnTo>
                  <a:lnTo>
                    <a:pt x="14923" y="1553821"/>
                  </a:lnTo>
                  <a:lnTo>
                    <a:pt x="32671" y="1595631"/>
                  </a:lnTo>
                  <a:lnTo>
                    <a:pt x="56473" y="1633764"/>
                  </a:lnTo>
                  <a:lnTo>
                    <a:pt x="85725" y="1667637"/>
                  </a:lnTo>
                  <a:lnTo>
                    <a:pt x="119822" y="1696663"/>
                  </a:lnTo>
                  <a:lnTo>
                    <a:pt x="158163" y="1720257"/>
                  </a:lnTo>
                  <a:lnTo>
                    <a:pt x="200143" y="1737835"/>
                  </a:lnTo>
                  <a:lnTo>
                    <a:pt x="245159" y="1748811"/>
                  </a:lnTo>
                  <a:lnTo>
                    <a:pt x="292608" y="1752600"/>
                  </a:lnTo>
                  <a:lnTo>
                    <a:pt x="2223516" y="1752600"/>
                  </a:lnTo>
                  <a:lnTo>
                    <a:pt x="2270921" y="1748811"/>
                  </a:lnTo>
                  <a:lnTo>
                    <a:pt x="2315821" y="1737835"/>
                  </a:lnTo>
                  <a:lnTo>
                    <a:pt x="2357631" y="1720257"/>
                  </a:lnTo>
                  <a:lnTo>
                    <a:pt x="2395764" y="1696663"/>
                  </a:lnTo>
                  <a:lnTo>
                    <a:pt x="2429637" y="1667637"/>
                  </a:lnTo>
                  <a:lnTo>
                    <a:pt x="2458663" y="1633764"/>
                  </a:lnTo>
                  <a:lnTo>
                    <a:pt x="2482257" y="1595631"/>
                  </a:lnTo>
                  <a:lnTo>
                    <a:pt x="2499835" y="1553821"/>
                  </a:lnTo>
                  <a:lnTo>
                    <a:pt x="2510811" y="1508921"/>
                  </a:lnTo>
                  <a:lnTo>
                    <a:pt x="2514600" y="1461515"/>
                  </a:lnTo>
                  <a:lnTo>
                    <a:pt x="2514600" y="292608"/>
                  </a:lnTo>
                  <a:lnTo>
                    <a:pt x="2510811" y="245159"/>
                  </a:lnTo>
                  <a:lnTo>
                    <a:pt x="2499835" y="200143"/>
                  </a:lnTo>
                  <a:lnTo>
                    <a:pt x="2482257" y="158163"/>
                  </a:lnTo>
                  <a:lnTo>
                    <a:pt x="2458663" y="119822"/>
                  </a:lnTo>
                  <a:lnTo>
                    <a:pt x="2429637" y="85725"/>
                  </a:lnTo>
                  <a:lnTo>
                    <a:pt x="2395764" y="56473"/>
                  </a:lnTo>
                  <a:lnTo>
                    <a:pt x="2357631" y="32671"/>
                  </a:lnTo>
                  <a:lnTo>
                    <a:pt x="2315821" y="14923"/>
                  </a:lnTo>
                  <a:lnTo>
                    <a:pt x="2270921" y="3831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ADF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46703" y="2127504"/>
              <a:ext cx="2528570" cy="1758950"/>
            </a:xfrm>
            <a:custGeom>
              <a:avLst/>
              <a:gdLst/>
              <a:ahLst/>
              <a:cxnLst/>
              <a:rect l="l" t="t" r="r" b="b"/>
              <a:pathLst>
                <a:path w="2528570" h="1758950">
                  <a:moveTo>
                    <a:pt x="2260092" y="1524"/>
                  </a:moveTo>
                  <a:lnTo>
                    <a:pt x="268224" y="1524"/>
                  </a:lnTo>
                  <a:lnTo>
                    <a:pt x="252984" y="4572"/>
                  </a:lnTo>
                  <a:lnTo>
                    <a:pt x="239268" y="6096"/>
                  </a:lnTo>
                  <a:lnTo>
                    <a:pt x="224028" y="10668"/>
                  </a:lnTo>
                  <a:lnTo>
                    <a:pt x="210312" y="13716"/>
                  </a:lnTo>
                  <a:lnTo>
                    <a:pt x="196596" y="18287"/>
                  </a:lnTo>
                  <a:lnTo>
                    <a:pt x="169163" y="30480"/>
                  </a:lnTo>
                  <a:lnTo>
                    <a:pt x="156972" y="36575"/>
                  </a:lnTo>
                  <a:lnTo>
                    <a:pt x="144780" y="44196"/>
                  </a:lnTo>
                  <a:lnTo>
                    <a:pt x="131063" y="51816"/>
                  </a:lnTo>
                  <a:lnTo>
                    <a:pt x="88392" y="88392"/>
                  </a:lnTo>
                  <a:lnTo>
                    <a:pt x="51816" y="132587"/>
                  </a:lnTo>
                  <a:lnTo>
                    <a:pt x="30480" y="169163"/>
                  </a:lnTo>
                  <a:lnTo>
                    <a:pt x="9144" y="224028"/>
                  </a:lnTo>
                  <a:lnTo>
                    <a:pt x="4572" y="252984"/>
                  </a:lnTo>
                  <a:lnTo>
                    <a:pt x="1524" y="268224"/>
                  </a:lnTo>
                  <a:lnTo>
                    <a:pt x="1524" y="283463"/>
                  </a:lnTo>
                  <a:lnTo>
                    <a:pt x="0" y="298704"/>
                  </a:lnTo>
                  <a:lnTo>
                    <a:pt x="0" y="1467612"/>
                  </a:lnTo>
                  <a:lnTo>
                    <a:pt x="1524" y="1482852"/>
                  </a:lnTo>
                  <a:lnTo>
                    <a:pt x="1524" y="1498092"/>
                  </a:lnTo>
                  <a:lnTo>
                    <a:pt x="4572" y="1513332"/>
                  </a:lnTo>
                  <a:lnTo>
                    <a:pt x="6096" y="1527048"/>
                  </a:lnTo>
                  <a:lnTo>
                    <a:pt x="10668" y="1542288"/>
                  </a:lnTo>
                  <a:lnTo>
                    <a:pt x="13716" y="1556004"/>
                  </a:lnTo>
                  <a:lnTo>
                    <a:pt x="30480" y="1597152"/>
                  </a:lnTo>
                  <a:lnTo>
                    <a:pt x="51816" y="1633728"/>
                  </a:lnTo>
                  <a:lnTo>
                    <a:pt x="88392" y="1677924"/>
                  </a:lnTo>
                  <a:lnTo>
                    <a:pt x="132587" y="1714500"/>
                  </a:lnTo>
                  <a:lnTo>
                    <a:pt x="169163" y="1735836"/>
                  </a:lnTo>
                  <a:lnTo>
                    <a:pt x="210312" y="1752600"/>
                  </a:lnTo>
                  <a:lnTo>
                    <a:pt x="224028" y="1755648"/>
                  </a:lnTo>
                  <a:lnTo>
                    <a:pt x="234188" y="1758696"/>
                  </a:lnTo>
                  <a:lnTo>
                    <a:pt x="2294128" y="1758696"/>
                  </a:lnTo>
                  <a:lnTo>
                    <a:pt x="2304288" y="1755648"/>
                  </a:lnTo>
                  <a:lnTo>
                    <a:pt x="2318004" y="1752600"/>
                  </a:lnTo>
                  <a:lnTo>
                    <a:pt x="283463" y="1752600"/>
                  </a:lnTo>
                  <a:lnTo>
                    <a:pt x="269748" y="1751076"/>
                  </a:lnTo>
                  <a:lnTo>
                    <a:pt x="254508" y="1749552"/>
                  </a:lnTo>
                  <a:lnTo>
                    <a:pt x="213360" y="1740408"/>
                  </a:lnTo>
                  <a:lnTo>
                    <a:pt x="201168" y="1735836"/>
                  </a:lnTo>
                  <a:lnTo>
                    <a:pt x="187451" y="1731264"/>
                  </a:lnTo>
                  <a:lnTo>
                    <a:pt x="138684" y="1703832"/>
                  </a:lnTo>
                  <a:lnTo>
                    <a:pt x="96012" y="1668780"/>
                  </a:lnTo>
                  <a:lnTo>
                    <a:pt x="62484" y="1626108"/>
                  </a:lnTo>
                  <a:lnTo>
                    <a:pt x="54863" y="1615440"/>
                  </a:lnTo>
                  <a:lnTo>
                    <a:pt x="47244" y="1603248"/>
                  </a:lnTo>
                  <a:lnTo>
                    <a:pt x="35051" y="1578864"/>
                  </a:lnTo>
                  <a:lnTo>
                    <a:pt x="25908" y="1551432"/>
                  </a:lnTo>
                  <a:lnTo>
                    <a:pt x="22860" y="1539240"/>
                  </a:lnTo>
                  <a:lnTo>
                    <a:pt x="18287" y="1525524"/>
                  </a:lnTo>
                  <a:lnTo>
                    <a:pt x="16763" y="1510284"/>
                  </a:lnTo>
                  <a:lnTo>
                    <a:pt x="15240" y="1496568"/>
                  </a:lnTo>
                  <a:lnTo>
                    <a:pt x="13716" y="1481328"/>
                  </a:lnTo>
                  <a:lnTo>
                    <a:pt x="13716" y="283463"/>
                  </a:lnTo>
                  <a:lnTo>
                    <a:pt x="15240" y="269748"/>
                  </a:lnTo>
                  <a:lnTo>
                    <a:pt x="16763" y="254508"/>
                  </a:lnTo>
                  <a:lnTo>
                    <a:pt x="18287" y="240792"/>
                  </a:lnTo>
                  <a:lnTo>
                    <a:pt x="22860" y="227075"/>
                  </a:lnTo>
                  <a:lnTo>
                    <a:pt x="25908" y="213360"/>
                  </a:lnTo>
                  <a:lnTo>
                    <a:pt x="30480" y="201168"/>
                  </a:lnTo>
                  <a:lnTo>
                    <a:pt x="35051" y="187451"/>
                  </a:lnTo>
                  <a:lnTo>
                    <a:pt x="47244" y="163068"/>
                  </a:lnTo>
                  <a:lnTo>
                    <a:pt x="79248" y="117348"/>
                  </a:lnTo>
                  <a:lnTo>
                    <a:pt x="117348" y="77724"/>
                  </a:lnTo>
                  <a:lnTo>
                    <a:pt x="163068" y="47244"/>
                  </a:lnTo>
                  <a:lnTo>
                    <a:pt x="201168" y="30480"/>
                  </a:lnTo>
                  <a:lnTo>
                    <a:pt x="213360" y="25908"/>
                  </a:lnTo>
                  <a:lnTo>
                    <a:pt x="227075" y="22860"/>
                  </a:lnTo>
                  <a:lnTo>
                    <a:pt x="240792" y="18287"/>
                  </a:lnTo>
                  <a:lnTo>
                    <a:pt x="256032" y="16763"/>
                  </a:lnTo>
                  <a:lnTo>
                    <a:pt x="269748" y="15240"/>
                  </a:lnTo>
                  <a:lnTo>
                    <a:pt x="284988" y="13716"/>
                  </a:lnTo>
                  <a:lnTo>
                    <a:pt x="2318004" y="13716"/>
                  </a:lnTo>
                  <a:lnTo>
                    <a:pt x="2304288" y="9144"/>
                  </a:lnTo>
                  <a:lnTo>
                    <a:pt x="2289048" y="6096"/>
                  </a:lnTo>
                  <a:lnTo>
                    <a:pt x="2275332" y="4572"/>
                  </a:lnTo>
                  <a:lnTo>
                    <a:pt x="2260092" y="1524"/>
                  </a:lnTo>
                  <a:close/>
                </a:path>
                <a:path w="2528570" h="1758950">
                  <a:moveTo>
                    <a:pt x="2318004" y="13716"/>
                  </a:moveTo>
                  <a:lnTo>
                    <a:pt x="2244852" y="13716"/>
                  </a:lnTo>
                  <a:lnTo>
                    <a:pt x="2258568" y="15240"/>
                  </a:lnTo>
                  <a:lnTo>
                    <a:pt x="2273808" y="16763"/>
                  </a:lnTo>
                  <a:lnTo>
                    <a:pt x="2287524" y="18287"/>
                  </a:lnTo>
                  <a:lnTo>
                    <a:pt x="2301240" y="22860"/>
                  </a:lnTo>
                  <a:lnTo>
                    <a:pt x="2314956" y="25908"/>
                  </a:lnTo>
                  <a:lnTo>
                    <a:pt x="2327148" y="30480"/>
                  </a:lnTo>
                  <a:lnTo>
                    <a:pt x="2365248" y="47244"/>
                  </a:lnTo>
                  <a:lnTo>
                    <a:pt x="2410968" y="79248"/>
                  </a:lnTo>
                  <a:lnTo>
                    <a:pt x="2450592" y="117348"/>
                  </a:lnTo>
                  <a:lnTo>
                    <a:pt x="2481072" y="163068"/>
                  </a:lnTo>
                  <a:lnTo>
                    <a:pt x="2497836" y="201168"/>
                  </a:lnTo>
                  <a:lnTo>
                    <a:pt x="2502408" y="213360"/>
                  </a:lnTo>
                  <a:lnTo>
                    <a:pt x="2508504" y="240792"/>
                  </a:lnTo>
                  <a:lnTo>
                    <a:pt x="2511552" y="256032"/>
                  </a:lnTo>
                  <a:lnTo>
                    <a:pt x="2513076" y="269748"/>
                  </a:lnTo>
                  <a:lnTo>
                    <a:pt x="2514600" y="284988"/>
                  </a:lnTo>
                  <a:lnTo>
                    <a:pt x="2514600" y="1482852"/>
                  </a:lnTo>
                  <a:lnTo>
                    <a:pt x="2513076" y="1496568"/>
                  </a:lnTo>
                  <a:lnTo>
                    <a:pt x="2511552" y="1511808"/>
                  </a:lnTo>
                  <a:lnTo>
                    <a:pt x="2502408" y="1552956"/>
                  </a:lnTo>
                  <a:lnTo>
                    <a:pt x="2497836" y="1565148"/>
                  </a:lnTo>
                  <a:lnTo>
                    <a:pt x="2493264" y="1578864"/>
                  </a:lnTo>
                  <a:lnTo>
                    <a:pt x="2465832" y="1627632"/>
                  </a:lnTo>
                  <a:lnTo>
                    <a:pt x="2430780" y="1670304"/>
                  </a:lnTo>
                  <a:lnTo>
                    <a:pt x="2388108" y="1703832"/>
                  </a:lnTo>
                  <a:lnTo>
                    <a:pt x="2377440" y="1711452"/>
                  </a:lnTo>
                  <a:lnTo>
                    <a:pt x="2340864" y="1731264"/>
                  </a:lnTo>
                  <a:lnTo>
                    <a:pt x="2301240" y="1743456"/>
                  </a:lnTo>
                  <a:lnTo>
                    <a:pt x="2258568" y="1751076"/>
                  </a:lnTo>
                  <a:lnTo>
                    <a:pt x="2243328" y="1752600"/>
                  </a:lnTo>
                  <a:lnTo>
                    <a:pt x="2318004" y="1752600"/>
                  </a:lnTo>
                  <a:lnTo>
                    <a:pt x="2359152" y="1735836"/>
                  </a:lnTo>
                  <a:lnTo>
                    <a:pt x="2395728" y="1714500"/>
                  </a:lnTo>
                  <a:lnTo>
                    <a:pt x="2439924" y="1677924"/>
                  </a:lnTo>
                  <a:lnTo>
                    <a:pt x="2476500" y="1633728"/>
                  </a:lnTo>
                  <a:lnTo>
                    <a:pt x="2497836" y="1597152"/>
                  </a:lnTo>
                  <a:lnTo>
                    <a:pt x="2514600" y="1556004"/>
                  </a:lnTo>
                  <a:lnTo>
                    <a:pt x="2517648" y="1542288"/>
                  </a:lnTo>
                  <a:lnTo>
                    <a:pt x="2522220" y="1527048"/>
                  </a:lnTo>
                  <a:lnTo>
                    <a:pt x="2523744" y="1513332"/>
                  </a:lnTo>
                  <a:lnTo>
                    <a:pt x="2526792" y="1498092"/>
                  </a:lnTo>
                  <a:lnTo>
                    <a:pt x="2526792" y="1482852"/>
                  </a:lnTo>
                  <a:lnTo>
                    <a:pt x="2528316" y="1467612"/>
                  </a:lnTo>
                  <a:lnTo>
                    <a:pt x="2528316" y="298704"/>
                  </a:lnTo>
                  <a:lnTo>
                    <a:pt x="2526792" y="283463"/>
                  </a:lnTo>
                  <a:lnTo>
                    <a:pt x="2526792" y="268224"/>
                  </a:lnTo>
                  <a:lnTo>
                    <a:pt x="2523744" y="252984"/>
                  </a:lnTo>
                  <a:lnTo>
                    <a:pt x="2522220" y="239268"/>
                  </a:lnTo>
                  <a:lnTo>
                    <a:pt x="2517648" y="224028"/>
                  </a:lnTo>
                  <a:lnTo>
                    <a:pt x="2497836" y="169163"/>
                  </a:lnTo>
                  <a:lnTo>
                    <a:pt x="2484120" y="144780"/>
                  </a:lnTo>
                  <a:lnTo>
                    <a:pt x="2476500" y="131063"/>
                  </a:lnTo>
                  <a:lnTo>
                    <a:pt x="2439924" y="88392"/>
                  </a:lnTo>
                  <a:lnTo>
                    <a:pt x="2395728" y="51816"/>
                  </a:lnTo>
                  <a:lnTo>
                    <a:pt x="2359152" y="30480"/>
                  </a:lnTo>
                  <a:lnTo>
                    <a:pt x="2331720" y="18287"/>
                  </a:lnTo>
                  <a:lnTo>
                    <a:pt x="2318004" y="13716"/>
                  </a:lnTo>
                  <a:close/>
                </a:path>
                <a:path w="2528570" h="1758950">
                  <a:moveTo>
                    <a:pt x="2229612" y="0"/>
                  </a:moveTo>
                  <a:lnTo>
                    <a:pt x="298704" y="0"/>
                  </a:lnTo>
                  <a:lnTo>
                    <a:pt x="283463" y="1524"/>
                  </a:lnTo>
                  <a:lnTo>
                    <a:pt x="2244852" y="1524"/>
                  </a:lnTo>
                  <a:lnTo>
                    <a:pt x="2229612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16884" y="2770123"/>
            <a:ext cx="1827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6600"/>
                </a:solidFill>
                <a:latin typeface="Caladea"/>
                <a:cs typeface="Caladea"/>
              </a:rPr>
              <a:t>Your</a:t>
            </a:r>
            <a:r>
              <a:rPr sz="2400" spc="-65" dirty="0">
                <a:solidFill>
                  <a:srgbClr val="006600"/>
                </a:solidFill>
                <a:latin typeface="Caladea"/>
                <a:cs typeface="Caladea"/>
              </a:rPr>
              <a:t> </a:t>
            </a:r>
            <a:r>
              <a:rPr sz="2400" spc="-10" dirty="0">
                <a:solidFill>
                  <a:srgbClr val="006600"/>
                </a:solidFill>
                <a:latin typeface="Caladea"/>
                <a:cs typeface="Caladea"/>
              </a:rPr>
              <a:t>Program</a:t>
            </a:r>
            <a:endParaRPr sz="2400">
              <a:latin typeface="Caladea"/>
              <a:cs typeface="Calade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81200" y="2915411"/>
            <a:ext cx="5259705" cy="978535"/>
            <a:chOff x="1981200" y="2915411"/>
            <a:chExt cx="5259705" cy="978535"/>
          </a:xfrm>
        </p:grpSpPr>
        <p:sp>
          <p:nvSpPr>
            <p:cNvPr id="8" name="object 8"/>
            <p:cNvSpPr/>
            <p:nvPr/>
          </p:nvSpPr>
          <p:spPr>
            <a:xfrm>
              <a:off x="1981200" y="2915411"/>
              <a:ext cx="5259705" cy="117475"/>
            </a:xfrm>
            <a:custGeom>
              <a:avLst/>
              <a:gdLst/>
              <a:ahLst/>
              <a:cxnLst/>
              <a:rect l="l" t="t" r="r" b="b"/>
              <a:pathLst>
                <a:path w="5259705" h="117475">
                  <a:moveTo>
                    <a:pt x="1351788" y="71628"/>
                  </a:moveTo>
                  <a:lnTo>
                    <a:pt x="1347203" y="71628"/>
                  </a:lnTo>
                  <a:lnTo>
                    <a:pt x="1299070" y="71628"/>
                  </a:lnTo>
                  <a:lnTo>
                    <a:pt x="1264920" y="91440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8"/>
                  </a:lnTo>
                  <a:lnTo>
                    <a:pt x="1263396" y="115824"/>
                  </a:lnTo>
                  <a:lnTo>
                    <a:pt x="1271003" y="117348"/>
                  </a:lnTo>
                  <a:lnTo>
                    <a:pt x="1277112" y="114300"/>
                  </a:lnTo>
                  <a:lnTo>
                    <a:pt x="1351788" y="71628"/>
                  </a:lnTo>
                  <a:close/>
                </a:path>
                <a:path w="5259705" h="117475">
                  <a:moveTo>
                    <a:pt x="1373124" y="59436"/>
                  </a:moveTo>
                  <a:lnTo>
                    <a:pt x="1277112" y="3048"/>
                  </a:lnTo>
                  <a:lnTo>
                    <a:pt x="1271003" y="0"/>
                  </a:lnTo>
                  <a:lnTo>
                    <a:pt x="1263396" y="1524"/>
                  </a:lnTo>
                  <a:lnTo>
                    <a:pt x="1260348" y="7620"/>
                  </a:lnTo>
                  <a:lnTo>
                    <a:pt x="1255776" y="13716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91" y="45669"/>
                  </a:lnTo>
                  <a:lnTo>
                    <a:pt x="0" y="44196"/>
                  </a:lnTo>
                  <a:lnTo>
                    <a:pt x="0" y="70104"/>
                  </a:lnTo>
                  <a:lnTo>
                    <a:pt x="1299171" y="71577"/>
                  </a:lnTo>
                  <a:lnTo>
                    <a:pt x="1347203" y="71628"/>
                  </a:lnTo>
                  <a:lnTo>
                    <a:pt x="1351876" y="71577"/>
                  </a:lnTo>
                  <a:lnTo>
                    <a:pt x="1373124" y="59436"/>
                  </a:lnTo>
                  <a:close/>
                </a:path>
                <a:path w="5259705" h="117475">
                  <a:moveTo>
                    <a:pt x="5237988" y="71628"/>
                  </a:moveTo>
                  <a:lnTo>
                    <a:pt x="5233416" y="71628"/>
                  </a:lnTo>
                  <a:lnTo>
                    <a:pt x="5185270" y="71628"/>
                  </a:lnTo>
                  <a:lnTo>
                    <a:pt x="5151120" y="91440"/>
                  </a:lnTo>
                  <a:lnTo>
                    <a:pt x="5145024" y="96012"/>
                  </a:lnTo>
                  <a:lnTo>
                    <a:pt x="5141976" y="103632"/>
                  </a:lnTo>
                  <a:lnTo>
                    <a:pt x="5146548" y="109728"/>
                  </a:lnTo>
                  <a:lnTo>
                    <a:pt x="5149596" y="115824"/>
                  </a:lnTo>
                  <a:lnTo>
                    <a:pt x="5157216" y="117348"/>
                  </a:lnTo>
                  <a:lnTo>
                    <a:pt x="5163312" y="114300"/>
                  </a:lnTo>
                  <a:lnTo>
                    <a:pt x="5237988" y="71628"/>
                  </a:lnTo>
                  <a:close/>
                </a:path>
                <a:path w="5259705" h="117475">
                  <a:moveTo>
                    <a:pt x="5259324" y="59436"/>
                  </a:moveTo>
                  <a:lnTo>
                    <a:pt x="5163312" y="3048"/>
                  </a:lnTo>
                  <a:lnTo>
                    <a:pt x="5157216" y="0"/>
                  </a:lnTo>
                  <a:lnTo>
                    <a:pt x="5149596" y="1524"/>
                  </a:lnTo>
                  <a:lnTo>
                    <a:pt x="5146548" y="7620"/>
                  </a:lnTo>
                  <a:lnTo>
                    <a:pt x="5141976" y="13716"/>
                  </a:lnTo>
                  <a:lnTo>
                    <a:pt x="5145024" y="21336"/>
                  </a:lnTo>
                  <a:lnTo>
                    <a:pt x="5151120" y="24384"/>
                  </a:lnTo>
                  <a:lnTo>
                    <a:pt x="5186591" y="45669"/>
                  </a:lnTo>
                  <a:lnTo>
                    <a:pt x="3886200" y="44196"/>
                  </a:lnTo>
                  <a:lnTo>
                    <a:pt x="3886200" y="70104"/>
                  </a:lnTo>
                  <a:lnTo>
                    <a:pt x="5185372" y="71577"/>
                  </a:lnTo>
                  <a:lnTo>
                    <a:pt x="5233416" y="71628"/>
                  </a:lnTo>
                  <a:lnTo>
                    <a:pt x="5238077" y="71577"/>
                  </a:lnTo>
                  <a:lnTo>
                    <a:pt x="5259324" y="59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5407" y="3886200"/>
              <a:ext cx="1931035" cy="0"/>
            </a:xfrm>
            <a:custGeom>
              <a:avLst/>
              <a:gdLst/>
              <a:ahLst/>
              <a:cxnLst/>
              <a:rect l="l" t="t" r="r" b="b"/>
              <a:pathLst>
                <a:path w="1931035">
                  <a:moveTo>
                    <a:pt x="1930907" y="0"/>
                  </a:moveTo>
                  <a:lnTo>
                    <a:pt x="0" y="0"/>
                  </a:lnTo>
                  <a:lnTo>
                    <a:pt x="1930907" y="0"/>
                  </a:lnTo>
                  <a:close/>
                </a:path>
              </a:pathLst>
            </a:custGeom>
            <a:solidFill>
              <a:srgbClr val="ADF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0891" y="3886200"/>
              <a:ext cx="2059939" cy="7620"/>
            </a:xfrm>
            <a:custGeom>
              <a:avLst/>
              <a:gdLst/>
              <a:ahLst/>
              <a:cxnLst/>
              <a:rect l="l" t="t" r="r" b="b"/>
              <a:pathLst>
                <a:path w="2059939" h="7620">
                  <a:moveTo>
                    <a:pt x="2010663" y="6096"/>
                  </a:moveTo>
                  <a:lnTo>
                    <a:pt x="49275" y="6096"/>
                  </a:lnTo>
                  <a:lnTo>
                    <a:pt x="64515" y="7620"/>
                  </a:lnTo>
                  <a:lnTo>
                    <a:pt x="1995423" y="7620"/>
                  </a:lnTo>
                  <a:lnTo>
                    <a:pt x="2010663" y="6096"/>
                  </a:lnTo>
                  <a:close/>
                </a:path>
                <a:path w="2059939" h="7620">
                  <a:moveTo>
                    <a:pt x="2059939" y="0"/>
                  </a:moveTo>
                  <a:lnTo>
                    <a:pt x="0" y="0"/>
                  </a:lnTo>
                  <a:lnTo>
                    <a:pt x="5079" y="1524"/>
                  </a:lnTo>
                  <a:lnTo>
                    <a:pt x="18795" y="3048"/>
                  </a:lnTo>
                  <a:lnTo>
                    <a:pt x="34035" y="6096"/>
                  </a:lnTo>
                  <a:lnTo>
                    <a:pt x="2025903" y="6096"/>
                  </a:lnTo>
                  <a:lnTo>
                    <a:pt x="2041143" y="3048"/>
                  </a:lnTo>
                  <a:lnTo>
                    <a:pt x="2054859" y="1524"/>
                  </a:lnTo>
                  <a:lnTo>
                    <a:pt x="2059939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36139" y="2465323"/>
            <a:ext cx="58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Hello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5340" y="2465323"/>
            <a:ext cx="800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HELLO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4595" y="4811267"/>
            <a:ext cx="3380292" cy="58978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355263" y="4225544"/>
            <a:ext cx="137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  <a:tab pos="850900" algn="l"/>
                <a:tab pos="1231900" algn="l"/>
              </a:tabLst>
            </a:pPr>
            <a:r>
              <a:rPr sz="2700" b="1" spc="-75" baseline="1543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2700" b="1" baseline="1543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700" b="1" spc="-75" baseline="1543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700" b="1" baseline="1543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700" b="1" spc="-75" baseline="1543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700" baseline="154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55463" y="423628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2663" y="42180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38855" y="4108703"/>
            <a:ext cx="3819525" cy="1766570"/>
            <a:chOff x="3038855" y="4108703"/>
            <a:chExt cx="3819525" cy="1766570"/>
          </a:xfrm>
        </p:grpSpPr>
        <p:sp>
          <p:nvSpPr>
            <p:cNvPr id="18" name="object 18"/>
            <p:cNvSpPr/>
            <p:nvPr/>
          </p:nvSpPr>
          <p:spPr>
            <a:xfrm>
              <a:off x="6248400" y="4800599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6096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09600" y="6858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38856" y="4108703"/>
              <a:ext cx="3068320" cy="692150"/>
            </a:xfrm>
            <a:custGeom>
              <a:avLst/>
              <a:gdLst/>
              <a:ahLst/>
              <a:cxnLst/>
              <a:rect l="l" t="t" r="r" b="b"/>
              <a:pathLst>
                <a:path w="3068320" h="692150">
                  <a:moveTo>
                    <a:pt x="466344" y="691896"/>
                  </a:moveTo>
                  <a:lnTo>
                    <a:pt x="465582" y="678180"/>
                  </a:lnTo>
                  <a:lnTo>
                    <a:pt x="460324" y="583692"/>
                  </a:lnTo>
                  <a:lnTo>
                    <a:pt x="460248" y="576072"/>
                  </a:lnTo>
                  <a:lnTo>
                    <a:pt x="454152" y="569976"/>
                  </a:lnTo>
                  <a:lnTo>
                    <a:pt x="446532" y="571500"/>
                  </a:lnTo>
                  <a:lnTo>
                    <a:pt x="440436" y="571500"/>
                  </a:lnTo>
                  <a:lnTo>
                    <a:pt x="434340" y="577596"/>
                  </a:lnTo>
                  <a:lnTo>
                    <a:pt x="435864" y="583692"/>
                  </a:lnTo>
                  <a:lnTo>
                    <a:pt x="438086" y="626706"/>
                  </a:lnTo>
                  <a:lnTo>
                    <a:pt x="19812" y="0"/>
                  </a:lnTo>
                  <a:lnTo>
                    <a:pt x="0" y="13716"/>
                  </a:lnTo>
                  <a:lnTo>
                    <a:pt x="416191" y="639457"/>
                  </a:lnTo>
                  <a:lnTo>
                    <a:pt x="379476" y="621792"/>
                  </a:lnTo>
                  <a:lnTo>
                    <a:pt x="373380" y="618744"/>
                  </a:lnTo>
                  <a:lnTo>
                    <a:pt x="365760" y="621792"/>
                  </a:lnTo>
                  <a:lnTo>
                    <a:pt x="359664" y="633984"/>
                  </a:lnTo>
                  <a:lnTo>
                    <a:pt x="362712" y="641604"/>
                  </a:lnTo>
                  <a:lnTo>
                    <a:pt x="368808" y="644652"/>
                  </a:lnTo>
                  <a:lnTo>
                    <a:pt x="466344" y="691896"/>
                  </a:lnTo>
                  <a:close/>
                </a:path>
                <a:path w="3068320" h="692150">
                  <a:moveTo>
                    <a:pt x="3067812" y="89916"/>
                  </a:moveTo>
                  <a:lnTo>
                    <a:pt x="3048000" y="74676"/>
                  </a:lnTo>
                  <a:lnTo>
                    <a:pt x="2633751" y="627481"/>
                  </a:lnTo>
                  <a:lnTo>
                    <a:pt x="2638044" y="586740"/>
                  </a:lnTo>
                  <a:lnTo>
                    <a:pt x="2639568" y="579120"/>
                  </a:lnTo>
                  <a:lnTo>
                    <a:pt x="2634996" y="573024"/>
                  </a:lnTo>
                  <a:lnTo>
                    <a:pt x="2627376" y="571500"/>
                  </a:lnTo>
                  <a:lnTo>
                    <a:pt x="2619756" y="571500"/>
                  </a:lnTo>
                  <a:lnTo>
                    <a:pt x="2613660" y="576072"/>
                  </a:lnTo>
                  <a:lnTo>
                    <a:pt x="2613660" y="583692"/>
                  </a:lnTo>
                  <a:lnTo>
                    <a:pt x="2599944" y="691896"/>
                  </a:lnTo>
                  <a:lnTo>
                    <a:pt x="2629116" y="679704"/>
                  </a:lnTo>
                  <a:lnTo>
                    <a:pt x="2702052" y="649224"/>
                  </a:lnTo>
                  <a:lnTo>
                    <a:pt x="2708148" y="647700"/>
                  </a:lnTo>
                  <a:lnTo>
                    <a:pt x="2711196" y="640080"/>
                  </a:lnTo>
                  <a:lnTo>
                    <a:pt x="2708148" y="633984"/>
                  </a:lnTo>
                  <a:lnTo>
                    <a:pt x="2706624" y="626364"/>
                  </a:lnTo>
                  <a:lnTo>
                    <a:pt x="2699004" y="623316"/>
                  </a:lnTo>
                  <a:lnTo>
                    <a:pt x="2691384" y="626364"/>
                  </a:lnTo>
                  <a:lnTo>
                    <a:pt x="2653500" y="642810"/>
                  </a:lnTo>
                  <a:lnTo>
                    <a:pt x="3067812" y="8991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34968" y="5480303"/>
              <a:ext cx="1932939" cy="394970"/>
            </a:xfrm>
            <a:custGeom>
              <a:avLst/>
              <a:gdLst/>
              <a:ahLst/>
              <a:cxnLst/>
              <a:rect l="l" t="t" r="r" b="b"/>
              <a:pathLst>
                <a:path w="1932939" h="394970">
                  <a:moveTo>
                    <a:pt x="1932432" y="3048"/>
                  </a:moveTo>
                  <a:lnTo>
                    <a:pt x="1930908" y="0"/>
                  </a:lnTo>
                  <a:lnTo>
                    <a:pt x="1479804" y="0"/>
                  </a:lnTo>
                  <a:lnTo>
                    <a:pt x="131368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391668"/>
                  </a:lnTo>
                  <a:lnTo>
                    <a:pt x="3048" y="394716"/>
                  </a:lnTo>
                  <a:lnTo>
                    <a:pt x="438912" y="394716"/>
                  </a:lnTo>
                  <a:lnTo>
                    <a:pt x="618744" y="394716"/>
                  </a:lnTo>
                  <a:lnTo>
                    <a:pt x="1930908" y="394716"/>
                  </a:lnTo>
                  <a:lnTo>
                    <a:pt x="1932432" y="391668"/>
                  </a:lnTo>
                  <a:lnTo>
                    <a:pt x="1932432" y="387096"/>
                  </a:lnTo>
                  <a:lnTo>
                    <a:pt x="1932432" y="381000"/>
                  </a:lnTo>
                  <a:lnTo>
                    <a:pt x="1932432" y="13716"/>
                  </a:lnTo>
                  <a:lnTo>
                    <a:pt x="1932432" y="6096"/>
                  </a:lnTo>
                  <a:lnTo>
                    <a:pt x="1932432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174816" y="3836923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74022" y="5395336"/>
            <a:ext cx="2520315" cy="102425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100</a:t>
            </a:r>
            <a:r>
              <a:rPr sz="1600" b="1" spc="3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101</a:t>
            </a:r>
            <a:r>
              <a:rPr sz="1600" b="1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102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103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104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C00000"/>
                </a:solidFill>
                <a:latin typeface="Arial"/>
                <a:cs typeface="Arial"/>
              </a:rPr>
              <a:t>105</a:t>
            </a:r>
            <a:endParaRPr sz="1600">
              <a:latin typeface="Arial"/>
              <a:cs typeface="Arial"/>
            </a:endParaRPr>
          </a:p>
          <a:p>
            <a:pPr marL="117475">
              <a:lnSpc>
                <a:spcPct val="100000"/>
              </a:lnSpc>
              <a:spcBef>
                <a:spcPts val="1645"/>
              </a:spcBef>
              <a:tabLst>
                <a:tab pos="955675" algn="l"/>
                <a:tab pos="1412875" algn="l"/>
                <a:tab pos="1870075" algn="l"/>
              </a:tabLst>
            </a:pPr>
            <a:r>
              <a:rPr sz="2800" b="1" dirty="0">
                <a:solidFill>
                  <a:srgbClr val="006600"/>
                </a:solidFill>
                <a:latin typeface="Arial"/>
                <a:cs typeface="Arial"/>
              </a:rPr>
              <a:t>H</a:t>
            </a:r>
            <a:r>
              <a:rPr sz="28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E</a:t>
            </a:r>
            <a:r>
              <a:rPr sz="2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L</a:t>
            </a:r>
            <a:r>
              <a:rPr sz="2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L</a:t>
            </a:r>
            <a:r>
              <a:rPr sz="2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19855" y="4098035"/>
            <a:ext cx="466725" cy="692150"/>
          </a:xfrm>
          <a:custGeom>
            <a:avLst/>
            <a:gdLst/>
            <a:ahLst/>
            <a:cxnLst/>
            <a:rect l="l" t="t" r="r" b="b"/>
            <a:pathLst>
              <a:path w="466725" h="692150">
                <a:moveTo>
                  <a:pt x="373380" y="618744"/>
                </a:moveTo>
                <a:lnTo>
                  <a:pt x="365760" y="620268"/>
                </a:lnTo>
                <a:lnTo>
                  <a:pt x="359664" y="632459"/>
                </a:lnTo>
                <a:lnTo>
                  <a:pt x="362712" y="640080"/>
                </a:lnTo>
                <a:lnTo>
                  <a:pt x="368808" y="644651"/>
                </a:lnTo>
                <a:lnTo>
                  <a:pt x="466344" y="691895"/>
                </a:lnTo>
                <a:lnTo>
                  <a:pt x="465582" y="678180"/>
                </a:lnTo>
                <a:lnTo>
                  <a:pt x="441960" y="678180"/>
                </a:lnTo>
                <a:lnTo>
                  <a:pt x="416196" y="639446"/>
                </a:lnTo>
                <a:lnTo>
                  <a:pt x="379476" y="621791"/>
                </a:lnTo>
                <a:lnTo>
                  <a:pt x="373380" y="618744"/>
                </a:lnTo>
                <a:close/>
              </a:path>
              <a:path w="466725" h="692150">
                <a:moveTo>
                  <a:pt x="416196" y="639446"/>
                </a:moveTo>
                <a:lnTo>
                  <a:pt x="441960" y="678180"/>
                </a:lnTo>
                <a:lnTo>
                  <a:pt x="451442" y="672083"/>
                </a:lnTo>
                <a:lnTo>
                  <a:pt x="440436" y="672083"/>
                </a:lnTo>
                <a:lnTo>
                  <a:pt x="439322" y="650564"/>
                </a:lnTo>
                <a:lnTo>
                  <a:pt x="416196" y="639446"/>
                </a:lnTo>
                <a:close/>
              </a:path>
              <a:path w="466725" h="692150">
                <a:moveTo>
                  <a:pt x="454152" y="569976"/>
                </a:moveTo>
                <a:lnTo>
                  <a:pt x="446532" y="569976"/>
                </a:lnTo>
                <a:lnTo>
                  <a:pt x="440436" y="571500"/>
                </a:lnTo>
                <a:lnTo>
                  <a:pt x="434340" y="577595"/>
                </a:lnTo>
                <a:lnTo>
                  <a:pt x="435864" y="583691"/>
                </a:lnTo>
                <a:lnTo>
                  <a:pt x="438088" y="626695"/>
                </a:lnTo>
                <a:lnTo>
                  <a:pt x="463296" y="664463"/>
                </a:lnTo>
                <a:lnTo>
                  <a:pt x="441960" y="678180"/>
                </a:lnTo>
                <a:lnTo>
                  <a:pt x="465582" y="678180"/>
                </a:lnTo>
                <a:lnTo>
                  <a:pt x="460332" y="583691"/>
                </a:lnTo>
                <a:lnTo>
                  <a:pt x="460248" y="576071"/>
                </a:lnTo>
                <a:lnTo>
                  <a:pt x="454152" y="569976"/>
                </a:lnTo>
                <a:close/>
              </a:path>
              <a:path w="466725" h="692150">
                <a:moveTo>
                  <a:pt x="439322" y="650564"/>
                </a:moveTo>
                <a:lnTo>
                  <a:pt x="440436" y="672083"/>
                </a:lnTo>
                <a:lnTo>
                  <a:pt x="458724" y="659891"/>
                </a:lnTo>
                <a:lnTo>
                  <a:pt x="439322" y="650564"/>
                </a:lnTo>
                <a:close/>
              </a:path>
              <a:path w="466725" h="692150">
                <a:moveTo>
                  <a:pt x="438088" y="626695"/>
                </a:moveTo>
                <a:lnTo>
                  <a:pt x="439322" y="650564"/>
                </a:lnTo>
                <a:lnTo>
                  <a:pt x="458724" y="659891"/>
                </a:lnTo>
                <a:lnTo>
                  <a:pt x="440436" y="672083"/>
                </a:lnTo>
                <a:lnTo>
                  <a:pt x="451442" y="672083"/>
                </a:lnTo>
                <a:lnTo>
                  <a:pt x="463296" y="664463"/>
                </a:lnTo>
                <a:lnTo>
                  <a:pt x="438088" y="626695"/>
                </a:lnTo>
                <a:close/>
              </a:path>
              <a:path w="466725" h="692150">
                <a:moveTo>
                  <a:pt x="19812" y="0"/>
                </a:moveTo>
                <a:lnTo>
                  <a:pt x="0" y="13715"/>
                </a:lnTo>
                <a:lnTo>
                  <a:pt x="416196" y="639446"/>
                </a:lnTo>
                <a:lnTo>
                  <a:pt x="439322" y="650564"/>
                </a:lnTo>
                <a:lnTo>
                  <a:pt x="438088" y="626695"/>
                </a:lnTo>
                <a:lnTo>
                  <a:pt x="1981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21939" y="3771315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700" b="1" spc="-75" baseline="3086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2700" baseline="3086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Program</a:t>
            </a:r>
          </a:p>
        </p:txBody>
      </p:sp>
      <p:sp>
        <p:nvSpPr>
          <p:cNvPr id="3" name="object 3"/>
          <p:cNvSpPr/>
          <p:nvPr/>
        </p:nvSpPr>
        <p:spPr>
          <a:xfrm>
            <a:off x="2660904" y="1898904"/>
            <a:ext cx="4890770" cy="1987550"/>
          </a:xfrm>
          <a:custGeom>
            <a:avLst/>
            <a:gdLst/>
            <a:ahLst/>
            <a:cxnLst/>
            <a:rect l="l" t="t" r="r" b="b"/>
            <a:pathLst>
              <a:path w="4890770" h="1987550">
                <a:moveTo>
                  <a:pt x="4890516" y="0"/>
                </a:moveTo>
                <a:lnTo>
                  <a:pt x="0" y="0"/>
                </a:lnTo>
                <a:lnTo>
                  <a:pt x="0" y="1987296"/>
                </a:lnTo>
                <a:lnTo>
                  <a:pt x="13715" y="1987296"/>
                </a:lnTo>
                <a:lnTo>
                  <a:pt x="13715" y="13716"/>
                </a:lnTo>
                <a:lnTo>
                  <a:pt x="6095" y="13716"/>
                </a:lnTo>
                <a:lnTo>
                  <a:pt x="13715" y="6096"/>
                </a:lnTo>
                <a:lnTo>
                  <a:pt x="4890516" y="6096"/>
                </a:lnTo>
                <a:lnTo>
                  <a:pt x="4890516" y="0"/>
                </a:lnTo>
                <a:close/>
              </a:path>
              <a:path w="4890770" h="1987550">
                <a:moveTo>
                  <a:pt x="4876800" y="6096"/>
                </a:moveTo>
                <a:lnTo>
                  <a:pt x="4876800" y="1987296"/>
                </a:lnTo>
                <a:lnTo>
                  <a:pt x="4890516" y="1987296"/>
                </a:lnTo>
                <a:lnTo>
                  <a:pt x="4890516" y="13716"/>
                </a:lnTo>
                <a:lnTo>
                  <a:pt x="4882896" y="13716"/>
                </a:lnTo>
                <a:lnTo>
                  <a:pt x="4876800" y="6096"/>
                </a:lnTo>
                <a:close/>
              </a:path>
              <a:path w="4890770" h="1987550">
                <a:moveTo>
                  <a:pt x="13715" y="6096"/>
                </a:moveTo>
                <a:lnTo>
                  <a:pt x="6095" y="13716"/>
                </a:lnTo>
                <a:lnTo>
                  <a:pt x="13715" y="13716"/>
                </a:lnTo>
                <a:lnTo>
                  <a:pt x="13715" y="6096"/>
                </a:lnTo>
                <a:close/>
              </a:path>
              <a:path w="4890770" h="1987550">
                <a:moveTo>
                  <a:pt x="4876800" y="6096"/>
                </a:moveTo>
                <a:lnTo>
                  <a:pt x="13715" y="6096"/>
                </a:lnTo>
                <a:lnTo>
                  <a:pt x="13715" y="13716"/>
                </a:lnTo>
                <a:lnTo>
                  <a:pt x="4876800" y="13716"/>
                </a:lnTo>
                <a:lnTo>
                  <a:pt x="4876800" y="6096"/>
                </a:lnTo>
                <a:close/>
              </a:path>
              <a:path w="4890770" h="1987550">
                <a:moveTo>
                  <a:pt x="4890516" y="6096"/>
                </a:moveTo>
                <a:lnTo>
                  <a:pt x="4876800" y="6096"/>
                </a:lnTo>
                <a:lnTo>
                  <a:pt x="4882896" y="13716"/>
                </a:lnTo>
                <a:lnTo>
                  <a:pt x="4890516" y="13716"/>
                </a:lnTo>
                <a:lnTo>
                  <a:pt x="48905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45739" y="1865604"/>
            <a:ext cx="1487805" cy="9036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 marL="926465" marR="65405">
              <a:lnSpc>
                <a:spcPct val="120000"/>
              </a:lnSpc>
            </a:pP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char char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1596" y="2158313"/>
            <a:ext cx="756285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t[50];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*p;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7" name="object 7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0904" y="3886200"/>
              <a:ext cx="4890770" cy="1318260"/>
            </a:xfrm>
            <a:custGeom>
              <a:avLst/>
              <a:gdLst/>
              <a:ahLst/>
              <a:cxnLst/>
              <a:rect l="l" t="t" r="r" b="b"/>
              <a:pathLst>
                <a:path w="4890770" h="1318260">
                  <a:moveTo>
                    <a:pt x="13715" y="0"/>
                  </a:moveTo>
                  <a:lnTo>
                    <a:pt x="0" y="0"/>
                  </a:lnTo>
                  <a:lnTo>
                    <a:pt x="0" y="1318260"/>
                  </a:lnTo>
                  <a:lnTo>
                    <a:pt x="4890516" y="1318260"/>
                  </a:lnTo>
                  <a:lnTo>
                    <a:pt x="4890516" y="1312164"/>
                  </a:lnTo>
                  <a:lnTo>
                    <a:pt x="13715" y="1312164"/>
                  </a:lnTo>
                  <a:lnTo>
                    <a:pt x="6095" y="1306068"/>
                  </a:lnTo>
                  <a:lnTo>
                    <a:pt x="13715" y="1306068"/>
                  </a:lnTo>
                  <a:lnTo>
                    <a:pt x="13715" y="0"/>
                  </a:lnTo>
                  <a:close/>
                </a:path>
                <a:path w="4890770" h="1318260">
                  <a:moveTo>
                    <a:pt x="13715" y="1306068"/>
                  </a:moveTo>
                  <a:lnTo>
                    <a:pt x="6095" y="1306068"/>
                  </a:lnTo>
                  <a:lnTo>
                    <a:pt x="13715" y="1312164"/>
                  </a:lnTo>
                  <a:lnTo>
                    <a:pt x="13715" y="1306068"/>
                  </a:lnTo>
                  <a:close/>
                </a:path>
                <a:path w="4890770" h="1318260">
                  <a:moveTo>
                    <a:pt x="4876800" y="1306068"/>
                  </a:moveTo>
                  <a:lnTo>
                    <a:pt x="13715" y="1306068"/>
                  </a:lnTo>
                  <a:lnTo>
                    <a:pt x="13715" y="1312164"/>
                  </a:lnTo>
                  <a:lnTo>
                    <a:pt x="4876800" y="1312164"/>
                  </a:lnTo>
                  <a:lnTo>
                    <a:pt x="4876800" y="1306068"/>
                  </a:lnTo>
                  <a:close/>
                </a:path>
                <a:path w="4890770" h="1318260">
                  <a:moveTo>
                    <a:pt x="4890516" y="0"/>
                  </a:moveTo>
                  <a:lnTo>
                    <a:pt x="4876800" y="0"/>
                  </a:lnTo>
                  <a:lnTo>
                    <a:pt x="4876800" y="1312164"/>
                  </a:lnTo>
                  <a:lnTo>
                    <a:pt x="4882896" y="1306068"/>
                  </a:lnTo>
                  <a:lnTo>
                    <a:pt x="4890516" y="1306068"/>
                  </a:lnTo>
                  <a:lnTo>
                    <a:pt x="4890516" y="0"/>
                  </a:lnTo>
                  <a:close/>
                </a:path>
                <a:path w="4890770" h="1318260">
                  <a:moveTo>
                    <a:pt x="4890516" y="1306068"/>
                  </a:moveTo>
                  <a:lnTo>
                    <a:pt x="4882896" y="1306068"/>
                  </a:lnTo>
                  <a:lnTo>
                    <a:pt x="4876800" y="1312164"/>
                  </a:lnTo>
                  <a:lnTo>
                    <a:pt x="4890516" y="1312164"/>
                  </a:lnTo>
                  <a:lnTo>
                    <a:pt x="4890516" y="1306068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45739" y="2743479"/>
            <a:ext cx="3926840" cy="23666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4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gets(t);</a:t>
            </a:r>
            <a:endParaRPr sz="1600">
              <a:latin typeface="Courier New"/>
              <a:cs typeface="Courier New"/>
            </a:endParaRPr>
          </a:p>
          <a:p>
            <a:pPr marL="926465" marR="426720">
              <a:lnSpc>
                <a:spcPct val="120000"/>
              </a:lnSpc>
              <a:tabLst>
                <a:tab pos="239077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&amp;t[0];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// p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while(*p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!=</a:t>
            </a:r>
            <a:r>
              <a:rPr sz="1600" b="1" spc="-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‘\0’){</a:t>
            </a:r>
            <a:endParaRPr sz="1600">
              <a:latin typeface="Courier New"/>
              <a:cs typeface="Courier New"/>
            </a:endParaRPr>
          </a:p>
          <a:p>
            <a:pPr marL="1841500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*p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toupper(*p);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p++;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printf(“%s”,</a:t>
            </a:r>
            <a:r>
              <a:rPr sz="1600" b="1" spc="-11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t);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6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2927096"/>
            <a:ext cx="807085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11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down</a:t>
            </a:r>
            <a:r>
              <a:rPr sz="2400" b="1" spc="114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12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program</a:t>
            </a:r>
            <a:r>
              <a:rPr sz="2400" b="1" spc="10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11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114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reverse</a:t>
            </a:r>
            <a:r>
              <a:rPr sz="2400" b="1" spc="110" dirty="0">
                <a:solidFill>
                  <a:srgbClr val="006600"/>
                </a:solidFill>
                <a:latin typeface="Verdana"/>
                <a:cs typeface="Verdana"/>
              </a:rPr>
              <a:t>  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a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string</a:t>
            </a:r>
            <a:r>
              <a:rPr sz="2400" b="1" spc="9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10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pointers.</a:t>
            </a:r>
            <a:r>
              <a:rPr sz="2400" b="1" spc="8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10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string</a:t>
            </a:r>
            <a:r>
              <a:rPr sz="2400" b="1" spc="8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9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be</a:t>
            </a:r>
            <a:r>
              <a:rPr sz="2400" b="1" spc="114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input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your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program.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Solve</a:t>
            </a:r>
            <a:r>
              <a:rPr sz="2400" b="1" spc="-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it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in</a:t>
            </a:r>
            <a:r>
              <a:rPr sz="2400" b="1" spc="-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two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approaches:</a:t>
            </a:r>
            <a:endParaRPr sz="2400">
              <a:latin typeface="Verdana"/>
              <a:cs typeface="Verdana"/>
            </a:endParaRPr>
          </a:p>
          <a:p>
            <a:pPr marL="1576070" indent="-649605" algn="just">
              <a:lnSpc>
                <a:spcPct val="100000"/>
              </a:lnSpc>
              <a:spcBef>
                <a:spcPts val="575"/>
              </a:spcBef>
              <a:buAutoNum type="arabicParenBoth"/>
              <a:tabLst>
                <a:tab pos="1576070" algn="l"/>
              </a:tabLst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</a:t>
            </a:r>
            <a:r>
              <a:rPr sz="24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additional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array</a:t>
            </a:r>
            <a:endParaRPr sz="2400">
              <a:latin typeface="Verdana"/>
              <a:cs typeface="Verdana"/>
            </a:endParaRPr>
          </a:p>
          <a:p>
            <a:pPr marL="1576070" indent="-649605" algn="just">
              <a:lnSpc>
                <a:spcPct val="100000"/>
              </a:lnSpc>
              <a:spcBef>
                <a:spcPts val="575"/>
              </a:spcBef>
              <a:buAutoNum type="arabicParenBoth"/>
              <a:tabLst>
                <a:tab pos="1576070" algn="l"/>
              </a:tabLst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Without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using</a:t>
            </a:r>
            <a:r>
              <a:rPr sz="24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any</a:t>
            </a:r>
            <a:r>
              <a:rPr sz="2400" b="1" spc="-9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additional</a:t>
            </a:r>
            <a:r>
              <a:rPr sz="24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array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7776" y="761288"/>
            <a:ext cx="3053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49300" algn="l"/>
              </a:tabLst>
            </a:pPr>
            <a:r>
              <a:rPr spc="-25" dirty="0"/>
              <a:t>1</a:t>
            </a:r>
            <a:r>
              <a:rPr sz="3150" spc="-37" baseline="25132" dirty="0"/>
              <a:t>st</a:t>
            </a:r>
            <a:r>
              <a:rPr sz="3150" baseline="25132" dirty="0"/>
              <a:t>	</a:t>
            </a:r>
            <a:r>
              <a:rPr sz="3200" spc="-10" dirty="0"/>
              <a:t>Algorithm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3346703" y="2127504"/>
            <a:ext cx="2528570" cy="1758950"/>
            <a:chOff x="3346703" y="2127504"/>
            <a:chExt cx="2528570" cy="1758950"/>
          </a:xfrm>
        </p:grpSpPr>
        <p:sp>
          <p:nvSpPr>
            <p:cNvPr id="4" name="object 4"/>
            <p:cNvSpPr/>
            <p:nvPr/>
          </p:nvSpPr>
          <p:spPr>
            <a:xfrm>
              <a:off x="3352799" y="2133600"/>
              <a:ext cx="2514600" cy="1752600"/>
            </a:xfrm>
            <a:custGeom>
              <a:avLst/>
              <a:gdLst/>
              <a:ahLst/>
              <a:cxnLst/>
              <a:rect l="l" t="t" r="r" b="b"/>
              <a:pathLst>
                <a:path w="2514600" h="1752600">
                  <a:moveTo>
                    <a:pt x="2223516" y="0"/>
                  </a:moveTo>
                  <a:lnTo>
                    <a:pt x="292608" y="0"/>
                  </a:lnTo>
                  <a:lnTo>
                    <a:pt x="245159" y="3831"/>
                  </a:lnTo>
                  <a:lnTo>
                    <a:pt x="200143" y="14923"/>
                  </a:lnTo>
                  <a:lnTo>
                    <a:pt x="158163" y="32671"/>
                  </a:lnTo>
                  <a:lnTo>
                    <a:pt x="119822" y="56473"/>
                  </a:lnTo>
                  <a:lnTo>
                    <a:pt x="85725" y="85725"/>
                  </a:lnTo>
                  <a:lnTo>
                    <a:pt x="56473" y="119822"/>
                  </a:lnTo>
                  <a:lnTo>
                    <a:pt x="32671" y="158163"/>
                  </a:lnTo>
                  <a:lnTo>
                    <a:pt x="14923" y="200143"/>
                  </a:lnTo>
                  <a:lnTo>
                    <a:pt x="3831" y="245159"/>
                  </a:lnTo>
                  <a:lnTo>
                    <a:pt x="0" y="292608"/>
                  </a:lnTo>
                  <a:lnTo>
                    <a:pt x="0" y="1461515"/>
                  </a:lnTo>
                  <a:lnTo>
                    <a:pt x="3831" y="1508921"/>
                  </a:lnTo>
                  <a:lnTo>
                    <a:pt x="14923" y="1553821"/>
                  </a:lnTo>
                  <a:lnTo>
                    <a:pt x="32671" y="1595631"/>
                  </a:lnTo>
                  <a:lnTo>
                    <a:pt x="56473" y="1633764"/>
                  </a:lnTo>
                  <a:lnTo>
                    <a:pt x="85725" y="1667637"/>
                  </a:lnTo>
                  <a:lnTo>
                    <a:pt x="119822" y="1696663"/>
                  </a:lnTo>
                  <a:lnTo>
                    <a:pt x="158163" y="1720257"/>
                  </a:lnTo>
                  <a:lnTo>
                    <a:pt x="200143" y="1737835"/>
                  </a:lnTo>
                  <a:lnTo>
                    <a:pt x="245159" y="1748811"/>
                  </a:lnTo>
                  <a:lnTo>
                    <a:pt x="292608" y="1752600"/>
                  </a:lnTo>
                  <a:lnTo>
                    <a:pt x="2223516" y="1752600"/>
                  </a:lnTo>
                  <a:lnTo>
                    <a:pt x="2270921" y="1748811"/>
                  </a:lnTo>
                  <a:lnTo>
                    <a:pt x="2315821" y="1737835"/>
                  </a:lnTo>
                  <a:lnTo>
                    <a:pt x="2357631" y="1720257"/>
                  </a:lnTo>
                  <a:lnTo>
                    <a:pt x="2395764" y="1696663"/>
                  </a:lnTo>
                  <a:lnTo>
                    <a:pt x="2429637" y="1667637"/>
                  </a:lnTo>
                  <a:lnTo>
                    <a:pt x="2458663" y="1633764"/>
                  </a:lnTo>
                  <a:lnTo>
                    <a:pt x="2482257" y="1595631"/>
                  </a:lnTo>
                  <a:lnTo>
                    <a:pt x="2499835" y="1553821"/>
                  </a:lnTo>
                  <a:lnTo>
                    <a:pt x="2510811" y="1508921"/>
                  </a:lnTo>
                  <a:lnTo>
                    <a:pt x="2514600" y="1461515"/>
                  </a:lnTo>
                  <a:lnTo>
                    <a:pt x="2514600" y="292608"/>
                  </a:lnTo>
                  <a:lnTo>
                    <a:pt x="2510811" y="245159"/>
                  </a:lnTo>
                  <a:lnTo>
                    <a:pt x="2499835" y="200143"/>
                  </a:lnTo>
                  <a:lnTo>
                    <a:pt x="2482257" y="158163"/>
                  </a:lnTo>
                  <a:lnTo>
                    <a:pt x="2458663" y="119822"/>
                  </a:lnTo>
                  <a:lnTo>
                    <a:pt x="2429637" y="85725"/>
                  </a:lnTo>
                  <a:lnTo>
                    <a:pt x="2395764" y="56473"/>
                  </a:lnTo>
                  <a:lnTo>
                    <a:pt x="2357631" y="32671"/>
                  </a:lnTo>
                  <a:lnTo>
                    <a:pt x="2315821" y="14923"/>
                  </a:lnTo>
                  <a:lnTo>
                    <a:pt x="2270921" y="3831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ADF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46703" y="2127504"/>
              <a:ext cx="2528570" cy="1758950"/>
            </a:xfrm>
            <a:custGeom>
              <a:avLst/>
              <a:gdLst/>
              <a:ahLst/>
              <a:cxnLst/>
              <a:rect l="l" t="t" r="r" b="b"/>
              <a:pathLst>
                <a:path w="2528570" h="1758950">
                  <a:moveTo>
                    <a:pt x="2260092" y="1524"/>
                  </a:moveTo>
                  <a:lnTo>
                    <a:pt x="268224" y="1524"/>
                  </a:lnTo>
                  <a:lnTo>
                    <a:pt x="252984" y="4572"/>
                  </a:lnTo>
                  <a:lnTo>
                    <a:pt x="239268" y="6096"/>
                  </a:lnTo>
                  <a:lnTo>
                    <a:pt x="224028" y="10668"/>
                  </a:lnTo>
                  <a:lnTo>
                    <a:pt x="210312" y="13716"/>
                  </a:lnTo>
                  <a:lnTo>
                    <a:pt x="196596" y="18287"/>
                  </a:lnTo>
                  <a:lnTo>
                    <a:pt x="169163" y="30480"/>
                  </a:lnTo>
                  <a:lnTo>
                    <a:pt x="156972" y="36575"/>
                  </a:lnTo>
                  <a:lnTo>
                    <a:pt x="144780" y="44196"/>
                  </a:lnTo>
                  <a:lnTo>
                    <a:pt x="131063" y="51816"/>
                  </a:lnTo>
                  <a:lnTo>
                    <a:pt x="88392" y="88392"/>
                  </a:lnTo>
                  <a:lnTo>
                    <a:pt x="51816" y="132587"/>
                  </a:lnTo>
                  <a:lnTo>
                    <a:pt x="30480" y="169163"/>
                  </a:lnTo>
                  <a:lnTo>
                    <a:pt x="9144" y="224028"/>
                  </a:lnTo>
                  <a:lnTo>
                    <a:pt x="4572" y="252984"/>
                  </a:lnTo>
                  <a:lnTo>
                    <a:pt x="1524" y="268224"/>
                  </a:lnTo>
                  <a:lnTo>
                    <a:pt x="1524" y="283463"/>
                  </a:lnTo>
                  <a:lnTo>
                    <a:pt x="0" y="298704"/>
                  </a:lnTo>
                  <a:lnTo>
                    <a:pt x="0" y="1467612"/>
                  </a:lnTo>
                  <a:lnTo>
                    <a:pt x="1524" y="1482852"/>
                  </a:lnTo>
                  <a:lnTo>
                    <a:pt x="1524" y="1498092"/>
                  </a:lnTo>
                  <a:lnTo>
                    <a:pt x="4572" y="1513332"/>
                  </a:lnTo>
                  <a:lnTo>
                    <a:pt x="6096" y="1527048"/>
                  </a:lnTo>
                  <a:lnTo>
                    <a:pt x="10668" y="1542288"/>
                  </a:lnTo>
                  <a:lnTo>
                    <a:pt x="13716" y="1556004"/>
                  </a:lnTo>
                  <a:lnTo>
                    <a:pt x="30480" y="1597152"/>
                  </a:lnTo>
                  <a:lnTo>
                    <a:pt x="51816" y="1633728"/>
                  </a:lnTo>
                  <a:lnTo>
                    <a:pt x="88392" y="1677924"/>
                  </a:lnTo>
                  <a:lnTo>
                    <a:pt x="132587" y="1714500"/>
                  </a:lnTo>
                  <a:lnTo>
                    <a:pt x="169163" y="1735836"/>
                  </a:lnTo>
                  <a:lnTo>
                    <a:pt x="210312" y="1752600"/>
                  </a:lnTo>
                  <a:lnTo>
                    <a:pt x="224028" y="1755648"/>
                  </a:lnTo>
                  <a:lnTo>
                    <a:pt x="234188" y="1758696"/>
                  </a:lnTo>
                  <a:lnTo>
                    <a:pt x="2294128" y="1758696"/>
                  </a:lnTo>
                  <a:lnTo>
                    <a:pt x="2304288" y="1755648"/>
                  </a:lnTo>
                  <a:lnTo>
                    <a:pt x="2318004" y="1752600"/>
                  </a:lnTo>
                  <a:lnTo>
                    <a:pt x="283463" y="1752600"/>
                  </a:lnTo>
                  <a:lnTo>
                    <a:pt x="269748" y="1751076"/>
                  </a:lnTo>
                  <a:lnTo>
                    <a:pt x="254508" y="1749552"/>
                  </a:lnTo>
                  <a:lnTo>
                    <a:pt x="213360" y="1740408"/>
                  </a:lnTo>
                  <a:lnTo>
                    <a:pt x="201168" y="1735836"/>
                  </a:lnTo>
                  <a:lnTo>
                    <a:pt x="187451" y="1731264"/>
                  </a:lnTo>
                  <a:lnTo>
                    <a:pt x="138684" y="1703832"/>
                  </a:lnTo>
                  <a:lnTo>
                    <a:pt x="96012" y="1668780"/>
                  </a:lnTo>
                  <a:lnTo>
                    <a:pt x="62484" y="1626108"/>
                  </a:lnTo>
                  <a:lnTo>
                    <a:pt x="54863" y="1615440"/>
                  </a:lnTo>
                  <a:lnTo>
                    <a:pt x="47244" y="1603248"/>
                  </a:lnTo>
                  <a:lnTo>
                    <a:pt x="35051" y="1578864"/>
                  </a:lnTo>
                  <a:lnTo>
                    <a:pt x="25908" y="1551432"/>
                  </a:lnTo>
                  <a:lnTo>
                    <a:pt x="22860" y="1539240"/>
                  </a:lnTo>
                  <a:lnTo>
                    <a:pt x="18287" y="1525524"/>
                  </a:lnTo>
                  <a:lnTo>
                    <a:pt x="16763" y="1510284"/>
                  </a:lnTo>
                  <a:lnTo>
                    <a:pt x="15240" y="1496568"/>
                  </a:lnTo>
                  <a:lnTo>
                    <a:pt x="13716" y="1481328"/>
                  </a:lnTo>
                  <a:lnTo>
                    <a:pt x="13716" y="283463"/>
                  </a:lnTo>
                  <a:lnTo>
                    <a:pt x="15240" y="269748"/>
                  </a:lnTo>
                  <a:lnTo>
                    <a:pt x="16763" y="254508"/>
                  </a:lnTo>
                  <a:lnTo>
                    <a:pt x="18287" y="240792"/>
                  </a:lnTo>
                  <a:lnTo>
                    <a:pt x="22860" y="227075"/>
                  </a:lnTo>
                  <a:lnTo>
                    <a:pt x="25908" y="213360"/>
                  </a:lnTo>
                  <a:lnTo>
                    <a:pt x="30480" y="201168"/>
                  </a:lnTo>
                  <a:lnTo>
                    <a:pt x="35051" y="187451"/>
                  </a:lnTo>
                  <a:lnTo>
                    <a:pt x="47244" y="163068"/>
                  </a:lnTo>
                  <a:lnTo>
                    <a:pt x="79248" y="117348"/>
                  </a:lnTo>
                  <a:lnTo>
                    <a:pt x="117348" y="77724"/>
                  </a:lnTo>
                  <a:lnTo>
                    <a:pt x="163068" y="47244"/>
                  </a:lnTo>
                  <a:lnTo>
                    <a:pt x="201168" y="30480"/>
                  </a:lnTo>
                  <a:lnTo>
                    <a:pt x="213360" y="25908"/>
                  </a:lnTo>
                  <a:lnTo>
                    <a:pt x="227075" y="22860"/>
                  </a:lnTo>
                  <a:lnTo>
                    <a:pt x="240792" y="18287"/>
                  </a:lnTo>
                  <a:lnTo>
                    <a:pt x="256032" y="16763"/>
                  </a:lnTo>
                  <a:lnTo>
                    <a:pt x="269748" y="15240"/>
                  </a:lnTo>
                  <a:lnTo>
                    <a:pt x="284988" y="13716"/>
                  </a:lnTo>
                  <a:lnTo>
                    <a:pt x="2318004" y="13716"/>
                  </a:lnTo>
                  <a:lnTo>
                    <a:pt x="2304288" y="9144"/>
                  </a:lnTo>
                  <a:lnTo>
                    <a:pt x="2289048" y="6096"/>
                  </a:lnTo>
                  <a:lnTo>
                    <a:pt x="2275332" y="4572"/>
                  </a:lnTo>
                  <a:lnTo>
                    <a:pt x="2260092" y="1524"/>
                  </a:lnTo>
                  <a:close/>
                </a:path>
                <a:path w="2528570" h="1758950">
                  <a:moveTo>
                    <a:pt x="2318004" y="13716"/>
                  </a:moveTo>
                  <a:lnTo>
                    <a:pt x="2244852" y="13716"/>
                  </a:lnTo>
                  <a:lnTo>
                    <a:pt x="2258568" y="15240"/>
                  </a:lnTo>
                  <a:lnTo>
                    <a:pt x="2273808" y="16763"/>
                  </a:lnTo>
                  <a:lnTo>
                    <a:pt x="2287524" y="18287"/>
                  </a:lnTo>
                  <a:lnTo>
                    <a:pt x="2301240" y="22860"/>
                  </a:lnTo>
                  <a:lnTo>
                    <a:pt x="2314956" y="25908"/>
                  </a:lnTo>
                  <a:lnTo>
                    <a:pt x="2327148" y="30480"/>
                  </a:lnTo>
                  <a:lnTo>
                    <a:pt x="2365248" y="47244"/>
                  </a:lnTo>
                  <a:lnTo>
                    <a:pt x="2410968" y="79248"/>
                  </a:lnTo>
                  <a:lnTo>
                    <a:pt x="2450592" y="117348"/>
                  </a:lnTo>
                  <a:lnTo>
                    <a:pt x="2481072" y="163068"/>
                  </a:lnTo>
                  <a:lnTo>
                    <a:pt x="2497836" y="201168"/>
                  </a:lnTo>
                  <a:lnTo>
                    <a:pt x="2502408" y="213360"/>
                  </a:lnTo>
                  <a:lnTo>
                    <a:pt x="2508504" y="240792"/>
                  </a:lnTo>
                  <a:lnTo>
                    <a:pt x="2511552" y="256032"/>
                  </a:lnTo>
                  <a:lnTo>
                    <a:pt x="2513076" y="269748"/>
                  </a:lnTo>
                  <a:lnTo>
                    <a:pt x="2514600" y="284988"/>
                  </a:lnTo>
                  <a:lnTo>
                    <a:pt x="2514600" y="1482852"/>
                  </a:lnTo>
                  <a:lnTo>
                    <a:pt x="2513076" y="1496568"/>
                  </a:lnTo>
                  <a:lnTo>
                    <a:pt x="2511552" y="1511808"/>
                  </a:lnTo>
                  <a:lnTo>
                    <a:pt x="2502408" y="1552956"/>
                  </a:lnTo>
                  <a:lnTo>
                    <a:pt x="2497836" y="1565148"/>
                  </a:lnTo>
                  <a:lnTo>
                    <a:pt x="2493264" y="1578864"/>
                  </a:lnTo>
                  <a:lnTo>
                    <a:pt x="2465832" y="1627632"/>
                  </a:lnTo>
                  <a:lnTo>
                    <a:pt x="2430780" y="1670304"/>
                  </a:lnTo>
                  <a:lnTo>
                    <a:pt x="2388108" y="1703832"/>
                  </a:lnTo>
                  <a:lnTo>
                    <a:pt x="2377440" y="1711452"/>
                  </a:lnTo>
                  <a:lnTo>
                    <a:pt x="2340864" y="1731264"/>
                  </a:lnTo>
                  <a:lnTo>
                    <a:pt x="2301240" y="1743456"/>
                  </a:lnTo>
                  <a:lnTo>
                    <a:pt x="2258568" y="1751076"/>
                  </a:lnTo>
                  <a:lnTo>
                    <a:pt x="2243328" y="1752600"/>
                  </a:lnTo>
                  <a:lnTo>
                    <a:pt x="2318004" y="1752600"/>
                  </a:lnTo>
                  <a:lnTo>
                    <a:pt x="2359152" y="1735836"/>
                  </a:lnTo>
                  <a:lnTo>
                    <a:pt x="2395728" y="1714500"/>
                  </a:lnTo>
                  <a:lnTo>
                    <a:pt x="2439924" y="1677924"/>
                  </a:lnTo>
                  <a:lnTo>
                    <a:pt x="2476500" y="1633728"/>
                  </a:lnTo>
                  <a:lnTo>
                    <a:pt x="2497836" y="1597152"/>
                  </a:lnTo>
                  <a:lnTo>
                    <a:pt x="2514600" y="1556004"/>
                  </a:lnTo>
                  <a:lnTo>
                    <a:pt x="2517648" y="1542288"/>
                  </a:lnTo>
                  <a:lnTo>
                    <a:pt x="2522220" y="1527048"/>
                  </a:lnTo>
                  <a:lnTo>
                    <a:pt x="2523744" y="1513332"/>
                  </a:lnTo>
                  <a:lnTo>
                    <a:pt x="2526792" y="1498092"/>
                  </a:lnTo>
                  <a:lnTo>
                    <a:pt x="2526792" y="1482852"/>
                  </a:lnTo>
                  <a:lnTo>
                    <a:pt x="2528316" y="1467612"/>
                  </a:lnTo>
                  <a:lnTo>
                    <a:pt x="2528316" y="298704"/>
                  </a:lnTo>
                  <a:lnTo>
                    <a:pt x="2526792" y="283463"/>
                  </a:lnTo>
                  <a:lnTo>
                    <a:pt x="2526792" y="268224"/>
                  </a:lnTo>
                  <a:lnTo>
                    <a:pt x="2523744" y="252984"/>
                  </a:lnTo>
                  <a:lnTo>
                    <a:pt x="2522220" y="239268"/>
                  </a:lnTo>
                  <a:lnTo>
                    <a:pt x="2517648" y="224028"/>
                  </a:lnTo>
                  <a:lnTo>
                    <a:pt x="2497836" y="169163"/>
                  </a:lnTo>
                  <a:lnTo>
                    <a:pt x="2484120" y="144780"/>
                  </a:lnTo>
                  <a:lnTo>
                    <a:pt x="2476500" y="131063"/>
                  </a:lnTo>
                  <a:lnTo>
                    <a:pt x="2439924" y="88392"/>
                  </a:lnTo>
                  <a:lnTo>
                    <a:pt x="2395728" y="51816"/>
                  </a:lnTo>
                  <a:lnTo>
                    <a:pt x="2359152" y="30480"/>
                  </a:lnTo>
                  <a:lnTo>
                    <a:pt x="2331720" y="18287"/>
                  </a:lnTo>
                  <a:lnTo>
                    <a:pt x="2318004" y="13716"/>
                  </a:lnTo>
                  <a:close/>
                </a:path>
                <a:path w="2528570" h="1758950">
                  <a:moveTo>
                    <a:pt x="2229612" y="0"/>
                  </a:moveTo>
                  <a:lnTo>
                    <a:pt x="298704" y="0"/>
                  </a:lnTo>
                  <a:lnTo>
                    <a:pt x="283463" y="1524"/>
                  </a:lnTo>
                  <a:lnTo>
                    <a:pt x="2244852" y="1524"/>
                  </a:lnTo>
                  <a:lnTo>
                    <a:pt x="2229612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16884" y="2770123"/>
            <a:ext cx="1827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6600"/>
                </a:solidFill>
                <a:latin typeface="Caladea"/>
                <a:cs typeface="Caladea"/>
              </a:rPr>
              <a:t>Your</a:t>
            </a:r>
            <a:r>
              <a:rPr sz="2400" spc="-65" dirty="0">
                <a:solidFill>
                  <a:srgbClr val="006600"/>
                </a:solidFill>
                <a:latin typeface="Caladea"/>
                <a:cs typeface="Caladea"/>
              </a:rPr>
              <a:t> </a:t>
            </a:r>
            <a:r>
              <a:rPr sz="2400" spc="-10" dirty="0">
                <a:solidFill>
                  <a:srgbClr val="006600"/>
                </a:solidFill>
                <a:latin typeface="Caladea"/>
                <a:cs typeface="Caladea"/>
              </a:rPr>
              <a:t>Program</a:t>
            </a:r>
            <a:endParaRPr sz="2400">
              <a:latin typeface="Caladea"/>
              <a:cs typeface="Calade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81200" y="2915411"/>
            <a:ext cx="5259705" cy="978535"/>
            <a:chOff x="1981200" y="2915411"/>
            <a:chExt cx="5259705" cy="978535"/>
          </a:xfrm>
        </p:grpSpPr>
        <p:sp>
          <p:nvSpPr>
            <p:cNvPr id="8" name="object 8"/>
            <p:cNvSpPr/>
            <p:nvPr/>
          </p:nvSpPr>
          <p:spPr>
            <a:xfrm>
              <a:off x="1981200" y="2915411"/>
              <a:ext cx="5259705" cy="117475"/>
            </a:xfrm>
            <a:custGeom>
              <a:avLst/>
              <a:gdLst/>
              <a:ahLst/>
              <a:cxnLst/>
              <a:rect l="l" t="t" r="r" b="b"/>
              <a:pathLst>
                <a:path w="5259705" h="117475">
                  <a:moveTo>
                    <a:pt x="1351788" y="71628"/>
                  </a:moveTo>
                  <a:lnTo>
                    <a:pt x="1347203" y="71628"/>
                  </a:lnTo>
                  <a:lnTo>
                    <a:pt x="1299070" y="71628"/>
                  </a:lnTo>
                  <a:lnTo>
                    <a:pt x="1264920" y="91440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8"/>
                  </a:lnTo>
                  <a:lnTo>
                    <a:pt x="1263396" y="115824"/>
                  </a:lnTo>
                  <a:lnTo>
                    <a:pt x="1271003" y="117348"/>
                  </a:lnTo>
                  <a:lnTo>
                    <a:pt x="1277112" y="114300"/>
                  </a:lnTo>
                  <a:lnTo>
                    <a:pt x="1351788" y="71628"/>
                  </a:lnTo>
                  <a:close/>
                </a:path>
                <a:path w="5259705" h="117475">
                  <a:moveTo>
                    <a:pt x="1373124" y="59436"/>
                  </a:moveTo>
                  <a:lnTo>
                    <a:pt x="1277112" y="3048"/>
                  </a:lnTo>
                  <a:lnTo>
                    <a:pt x="1271003" y="0"/>
                  </a:lnTo>
                  <a:lnTo>
                    <a:pt x="1263396" y="1524"/>
                  </a:lnTo>
                  <a:lnTo>
                    <a:pt x="1260348" y="7620"/>
                  </a:lnTo>
                  <a:lnTo>
                    <a:pt x="1255776" y="13716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91" y="45669"/>
                  </a:lnTo>
                  <a:lnTo>
                    <a:pt x="0" y="44196"/>
                  </a:lnTo>
                  <a:lnTo>
                    <a:pt x="0" y="70104"/>
                  </a:lnTo>
                  <a:lnTo>
                    <a:pt x="1299171" y="71577"/>
                  </a:lnTo>
                  <a:lnTo>
                    <a:pt x="1347203" y="71628"/>
                  </a:lnTo>
                  <a:lnTo>
                    <a:pt x="1351876" y="71577"/>
                  </a:lnTo>
                  <a:lnTo>
                    <a:pt x="1373124" y="59436"/>
                  </a:lnTo>
                  <a:close/>
                </a:path>
                <a:path w="5259705" h="117475">
                  <a:moveTo>
                    <a:pt x="5237988" y="71628"/>
                  </a:moveTo>
                  <a:lnTo>
                    <a:pt x="5233416" y="71628"/>
                  </a:lnTo>
                  <a:lnTo>
                    <a:pt x="5185270" y="71628"/>
                  </a:lnTo>
                  <a:lnTo>
                    <a:pt x="5151120" y="91440"/>
                  </a:lnTo>
                  <a:lnTo>
                    <a:pt x="5145024" y="96012"/>
                  </a:lnTo>
                  <a:lnTo>
                    <a:pt x="5141976" y="103632"/>
                  </a:lnTo>
                  <a:lnTo>
                    <a:pt x="5146548" y="109728"/>
                  </a:lnTo>
                  <a:lnTo>
                    <a:pt x="5149596" y="115824"/>
                  </a:lnTo>
                  <a:lnTo>
                    <a:pt x="5157216" y="117348"/>
                  </a:lnTo>
                  <a:lnTo>
                    <a:pt x="5163312" y="114300"/>
                  </a:lnTo>
                  <a:lnTo>
                    <a:pt x="5237988" y="71628"/>
                  </a:lnTo>
                  <a:close/>
                </a:path>
                <a:path w="5259705" h="117475">
                  <a:moveTo>
                    <a:pt x="5259324" y="59436"/>
                  </a:moveTo>
                  <a:lnTo>
                    <a:pt x="5163312" y="3048"/>
                  </a:lnTo>
                  <a:lnTo>
                    <a:pt x="5157216" y="0"/>
                  </a:lnTo>
                  <a:lnTo>
                    <a:pt x="5149596" y="1524"/>
                  </a:lnTo>
                  <a:lnTo>
                    <a:pt x="5146548" y="7620"/>
                  </a:lnTo>
                  <a:lnTo>
                    <a:pt x="5141976" y="13716"/>
                  </a:lnTo>
                  <a:lnTo>
                    <a:pt x="5145024" y="21336"/>
                  </a:lnTo>
                  <a:lnTo>
                    <a:pt x="5151120" y="24384"/>
                  </a:lnTo>
                  <a:lnTo>
                    <a:pt x="5186591" y="45669"/>
                  </a:lnTo>
                  <a:lnTo>
                    <a:pt x="3886200" y="44196"/>
                  </a:lnTo>
                  <a:lnTo>
                    <a:pt x="3886200" y="70104"/>
                  </a:lnTo>
                  <a:lnTo>
                    <a:pt x="5185372" y="71577"/>
                  </a:lnTo>
                  <a:lnTo>
                    <a:pt x="5233416" y="71628"/>
                  </a:lnTo>
                  <a:lnTo>
                    <a:pt x="5238077" y="71577"/>
                  </a:lnTo>
                  <a:lnTo>
                    <a:pt x="5259324" y="59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5407" y="3886200"/>
              <a:ext cx="1931035" cy="0"/>
            </a:xfrm>
            <a:custGeom>
              <a:avLst/>
              <a:gdLst/>
              <a:ahLst/>
              <a:cxnLst/>
              <a:rect l="l" t="t" r="r" b="b"/>
              <a:pathLst>
                <a:path w="1931035">
                  <a:moveTo>
                    <a:pt x="1930907" y="0"/>
                  </a:moveTo>
                  <a:lnTo>
                    <a:pt x="0" y="0"/>
                  </a:lnTo>
                  <a:lnTo>
                    <a:pt x="1930907" y="0"/>
                  </a:lnTo>
                  <a:close/>
                </a:path>
              </a:pathLst>
            </a:custGeom>
            <a:solidFill>
              <a:srgbClr val="ADF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0891" y="3886200"/>
              <a:ext cx="2059939" cy="7620"/>
            </a:xfrm>
            <a:custGeom>
              <a:avLst/>
              <a:gdLst/>
              <a:ahLst/>
              <a:cxnLst/>
              <a:rect l="l" t="t" r="r" b="b"/>
              <a:pathLst>
                <a:path w="2059939" h="7620">
                  <a:moveTo>
                    <a:pt x="2010663" y="6096"/>
                  </a:moveTo>
                  <a:lnTo>
                    <a:pt x="49275" y="6096"/>
                  </a:lnTo>
                  <a:lnTo>
                    <a:pt x="64515" y="7620"/>
                  </a:lnTo>
                  <a:lnTo>
                    <a:pt x="1995423" y="7620"/>
                  </a:lnTo>
                  <a:lnTo>
                    <a:pt x="2010663" y="6096"/>
                  </a:lnTo>
                  <a:close/>
                </a:path>
                <a:path w="2059939" h="7620">
                  <a:moveTo>
                    <a:pt x="2059939" y="0"/>
                  </a:moveTo>
                  <a:lnTo>
                    <a:pt x="0" y="0"/>
                  </a:lnTo>
                  <a:lnTo>
                    <a:pt x="5079" y="1524"/>
                  </a:lnTo>
                  <a:lnTo>
                    <a:pt x="18795" y="3048"/>
                  </a:lnTo>
                  <a:lnTo>
                    <a:pt x="34035" y="6096"/>
                  </a:lnTo>
                  <a:lnTo>
                    <a:pt x="2025903" y="6096"/>
                  </a:lnTo>
                  <a:lnTo>
                    <a:pt x="2041143" y="3048"/>
                  </a:lnTo>
                  <a:lnTo>
                    <a:pt x="2054859" y="1524"/>
                  </a:lnTo>
                  <a:lnTo>
                    <a:pt x="2059939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36139" y="2465323"/>
            <a:ext cx="58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Hello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5340" y="2465323"/>
            <a:ext cx="585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olleH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27832" y="4811267"/>
            <a:ext cx="3397250" cy="1679575"/>
            <a:chOff x="3227832" y="4811267"/>
            <a:chExt cx="3397250" cy="1679575"/>
          </a:xfrm>
        </p:grpSpPr>
        <p:sp>
          <p:nvSpPr>
            <p:cNvPr id="14" name="object 14"/>
            <p:cNvSpPr/>
            <p:nvPr/>
          </p:nvSpPr>
          <p:spPr>
            <a:xfrm>
              <a:off x="4399788" y="5943600"/>
              <a:ext cx="393700" cy="547370"/>
            </a:xfrm>
            <a:custGeom>
              <a:avLst/>
              <a:gdLst/>
              <a:ahLst/>
              <a:cxnLst/>
              <a:rect l="l" t="t" r="r" b="b"/>
              <a:pathLst>
                <a:path w="393700" h="547370">
                  <a:moveTo>
                    <a:pt x="390144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8" y="547116"/>
                  </a:lnTo>
                  <a:lnTo>
                    <a:pt x="390144" y="547116"/>
                  </a:lnTo>
                  <a:lnTo>
                    <a:pt x="393191" y="544068"/>
                  </a:lnTo>
                  <a:lnTo>
                    <a:pt x="393191" y="541019"/>
                  </a:lnTo>
                  <a:lnTo>
                    <a:pt x="6096" y="541019"/>
                  </a:lnTo>
                  <a:lnTo>
                    <a:pt x="6096" y="7619"/>
                  </a:lnTo>
                  <a:lnTo>
                    <a:pt x="393191" y="7619"/>
                  </a:lnTo>
                  <a:lnTo>
                    <a:pt x="393191" y="3048"/>
                  </a:lnTo>
                  <a:lnTo>
                    <a:pt x="390144" y="0"/>
                  </a:lnTo>
                  <a:close/>
                </a:path>
                <a:path w="393700" h="547370">
                  <a:moveTo>
                    <a:pt x="393191" y="7619"/>
                  </a:moveTo>
                  <a:lnTo>
                    <a:pt x="387096" y="7619"/>
                  </a:lnTo>
                  <a:lnTo>
                    <a:pt x="387096" y="541019"/>
                  </a:lnTo>
                  <a:lnTo>
                    <a:pt x="393191" y="541019"/>
                  </a:lnTo>
                  <a:lnTo>
                    <a:pt x="393191" y="7619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05884" y="5951219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381000" y="0"/>
                  </a:moveTo>
                  <a:lnTo>
                    <a:pt x="0" y="0"/>
                  </a:lnTo>
                  <a:lnTo>
                    <a:pt x="0" y="533399"/>
                  </a:lnTo>
                  <a:lnTo>
                    <a:pt x="381000" y="533399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5072" y="5932931"/>
              <a:ext cx="788035" cy="558165"/>
            </a:xfrm>
            <a:custGeom>
              <a:avLst/>
              <a:gdLst/>
              <a:ahLst/>
              <a:cxnLst/>
              <a:rect l="l" t="t" r="r" b="b"/>
              <a:pathLst>
                <a:path w="788035" h="558164">
                  <a:moveTo>
                    <a:pt x="393192" y="3048"/>
                  </a:moveTo>
                  <a:lnTo>
                    <a:pt x="390144" y="0"/>
                  </a:lnTo>
                  <a:lnTo>
                    <a:pt x="387096" y="0"/>
                  </a:lnTo>
                  <a:lnTo>
                    <a:pt x="387096" y="6096"/>
                  </a:lnTo>
                  <a:lnTo>
                    <a:pt x="387096" y="539496"/>
                  </a:lnTo>
                  <a:lnTo>
                    <a:pt x="6096" y="539496"/>
                  </a:lnTo>
                  <a:lnTo>
                    <a:pt x="6096" y="6096"/>
                  </a:lnTo>
                  <a:lnTo>
                    <a:pt x="387096" y="6096"/>
                  </a:lnTo>
                  <a:lnTo>
                    <a:pt x="387096" y="0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1524" y="547116"/>
                  </a:lnTo>
                  <a:lnTo>
                    <a:pt x="390144" y="547116"/>
                  </a:lnTo>
                  <a:lnTo>
                    <a:pt x="393192" y="544068"/>
                  </a:lnTo>
                  <a:lnTo>
                    <a:pt x="393192" y="539496"/>
                  </a:lnTo>
                  <a:lnTo>
                    <a:pt x="393192" y="6096"/>
                  </a:lnTo>
                  <a:lnTo>
                    <a:pt x="393192" y="3048"/>
                  </a:lnTo>
                  <a:close/>
                </a:path>
                <a:path w="788035" h="558164">
                  <a:moveTo>
                    <a:pt x="787908" y="13716"/>
                  </a:moveTo>
                  <a:lnTo>
                    <a:pt x="784860" y="10668"/>
                  </a:lnTo>
                  <a:lnTo>
                    <a:pt x="775716" y="10668"/>
                  </a:lnTo>
                  <a:lnTo>
                    <a:pt x="775716" y="24384"/>
                  </a:lnTo>
                  <a:lnTo>
                    <a:pt x="775716" y="544068"/>
                  </a:lnTo>
                  <a:lnTo>
                    <a:pt x="406908" y="544068"/>
                  </a:lnTo>
                  <a:lnTo>
                    <a:pt x="406908" y="24384"/>
                  </a:lnTo>
                  <a:lnTo>
                    <a:pt x="775716" y="24384"/>
                  </a:lnTo>
                  <a:lnTo>
                    <a:pt x="775716" y="10668"/>
                  </a:lnTo>
                  <a:lnTo>
                    <a:pt x="397764" y="10668"/>
                  </a:lnTo>
                  <a:lnTo>
                    <a:pt x="394716" y="13716"/>
                  </a:lnTo>
                  <a:lnTo>
                    <a:pt x="394716" y="554736"/>
                  </a:lnTo>
                  <a:lnTo>
                    <a:pt x="397764" y="557784"/>
                  </a:lnTo>
                  <a:lnTo>
                    <a:pt x="784860" y="557784"/>
                  </a:lnTo>
                  <a:lnTo>
                    <a:pt x="787908" y="554736"/>
                  </a:lnTo>
                  <a:lnTo>
                    <a:pt x="787908" y="551688"/>
                  </a:lnTo>
                  <a:lnTo>
                    <a:pt x="787908" y="544068"/>
                  </a:lnTo>
                  <a:lnTo>
                    <a:pt x="787908" y="24384"/>
                  </a:lnTo>
                  <a:lnTo>
                    <a:pt x="787908" y="18288"/>
                  </a:lnTo>
                  <a:lnTo>
                    <a:pt x="787908" y="13716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11168" y="5939027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381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381000" y="533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9500" y="5932931"/>
              <a:ext cx="779145" cy="550545"/>
            </a:xfrm>
            <a:custGeom>
              <a:avLst/>
              <a:gdLst/>
              <a:ahLst/>
              <a:cxnLst/>
              <a:rect l="l" t="t" r="r" b="b"/>
              <a:pathLst>
                <a:path w="779145" h="550545">
                  <a:moveTo>
                    <a:pt x="778764" y="3048"/>
                  </a:moveTo>
                  <a:lnTo>
                    <a:pt x="775716" y="0"/>
                  </a:lnTo>
                  <a:lnTo>
                    <a:pt x="766572" y="0"/>
                  </a:lnTo>
                  <a:lnTo>
                    <a:pt x="766572" y="13716"/>
                  </a:lnTo>
                  <a:lnTo>
                    <a:pt x="766572" y="533400"/>
                  </a:lnTo>
                  <a:lnTo>
                    <a:pt x="397764" y="533400"/>
                  </a:lnTo>
                  <a:lnTo>
                    <a:pt x="397764" y="13716"/>
                  </a:lnTo>
                  <a:lnTo>
                    <a:pt x="766572" y="13716"/>
                  </a:lnTo>
                  <a:lnTo>
                    <a:pt x="766572" y="0"/>
                  </a:lnTo>
                  <a:lnTo>
                    <a:pt x="387096" y="0"/>
                  </a:lnTo>
                  <a:lnTo>
                    <a:pt x="385572" y="3048"/>
                  </a:lnTo>
                  <a:lnTo>
                    <a:pt x="385572" y="9144"/>
                  </a:lnTo>
                  <a:lnTo>
                    <a:pt x="385572" y="542544"/>
                  </a:lnTo>
                  <a:lnTo>
                    <a:pt x="7620" y="542544"/>
                  </a:lnTo>
                  <a:lnTo>
                    <a:pt x="7620" y="9144"/>
                  </a:lnTo>
                  <a:lnTo>
                    <a:pt x="385572" y="9144"/>
                  </a:lnTo>
                  <a:lnTo>
                    <a:pt x="385572" y="3048"/>
                  </a:lnTo>
                  <a:lnTo>
                    <a:pt x="3048" y="3048"/>
                  </a:lnTo>
                  <a:lnTo>
                    <a:pt x="0" y="6096"/>
                  </a:lnTo>
                  <a:lnTo>
                    <a:pt x="0" y="547116"/>
                  </a:lnTo>
                  <a:lnTo>
                    <a:pt x="3048" y="550164"/>
                  </a:lnTo>
                  <a:lnTo>
                    <a:pt x="391668" y="550164"/>
                  </a:lnTo>
                  <a:lnTo>
                    <a:pt x="394716" y="547116"/>
                  </a:lnTo>
                  <a:lnTo>
                    <a:pt x="775716" y="547116"/>
                  </a:lnTo>
                  <a:lnTo>
                    <a:pt x="778764" y="544068"/>
                  </a:lnTo>
                  <a:lnTo>
                    <a:pt x="778764" y="539496"/>
                  </a:lnTo>
                  <a:lnTo>
                    <a:pt x="778764" y="533400"/>
                  </a:lnTo>
                  <a:lnTo>
                    <a:pt x="778764" y="13716"/>
                  </a:lnTo>
                  <a:lnTo>
                    <a:pt x="778764" y="6096"/>
                  </a:lnTo>
                  <a:lnTo>
                    <a:pt x="778764" y="3048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27120" y="5942075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381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381000" y="533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27832" y="5935979"/>
              <a:ext cx="786765" cy="548640"/>
            </a:xfrm>
            <a:custGeom>
              <a:avLst/>
              <a:gdLst/>
              <a:ahLst/>
              <a:cxnLst/>
              <a:rect l="l" t="t" r="r" b="b"/>
              <a:pathLst>
                <a:path w="786764" h="548639">
                  <a:moveTo>
                    <a:pt x="786384" y="3048"/>
                  </a:moveTo>
                  <a:lnTo>
                    <a:pt x="783336" y="0"/>
                  </a:lnTo>
                  <a:lnTo>
                    <a:pt x="772668" y="0"/>
                  </a:lnTo>
                  <a:lnTo>
                    <a:pt x="772668" y="13716"/>
                  </a:lnTo>
                  <a:lnTo>
                    <a:pt x="772668" y="533400"/>
                  </a:lnTo>
                  <a:lnTo>
                    <a:pt x="405384" y="533400"/>
                  </a:lnTo>
                  <a:lnTo>
                    <a:pt x="405384" y="13716"/>
                  </a:lnTo>
                  <a:lnTo>
                    <a:pt x="772668" y="13716"/>
                  </a:lnTo>
                  <a:lnTo>
                    <a:pt x="772668" y="0"/>
                  </a:lnTo>
                  <a:lnTo>
                    <a:pt x="394716" y="0"/>
                  </a:lnTo>
                  <a:lnTo>
                    <a:pt x="392430" y="2286"/>
                  </a:lnTo>
                  <a:lnTo>
                    <a:pt x="391668" y="1524"/>
                  </a:lnTo>
                  <a:lnTo>
                    <a:pt x="387096" y="1524"/>
                  </a:lnTo>
                  <a:lnTo>
                    <a:pt x="387096" y="7620"/>
                  </a:lnTo>
                  <a:lnTo>
                    <a:pt x="387096" y="541020"/>
                  </a:lnTo>
                  <a:lnTo>
                    <a:pt x="6096" y="541020"/>
                  </a:lnTo>
                  <a:lnTo>
                    <a:pt x="6096" y="7620"/>
                  </a:lnTo>
                  <a:lnTo>
                    <a:pt x="387096" y="7620"/>
                  </a:lnTo>
                  <a:lnTo>
                    <a:pt x="387096" y="1524"/>
                  </a:lnTo>
                  <a:lnTo>
                    <a:pt x="3048" y="1524"/>
                  </a:lnTo>
                  <a:lnTo>
                    <a:pt x="0" y="4572"/>
                  </a:lnTo>
                  <a:lnTo>
                    <a:pt x="0" y="545592"/>
                  </a:lnTo>
                  <a:lnTo>
                    <a:pt x="3048" y="548640"/>
                  </a:lnTo>
                  <a:lnTo>
                    <a:pt x="391668" y="548640"/>
                  </a:lnTo>
                  <a:lnTo>
                    <a:pt x="393954" y="546354"/>
                  </a:lnTo>
                  <a:lnTo>
                    <a:pt x="394716" y="547116"/>
                  </a:lnTo>
                  <a:lnTo>
                    <a:pt x="783336" y="547116"/>
                  </a:lnTo>
                  <a:lnTo>
                    <a:pt x="786384" y="544068"/>
                  </a:lnTo>
                  <a:lnTo>
                    <a:pt x="786384" y="539496"/>
                  </a:lnTo>
                  <a:lnTo>
                    <a:pt x="786384" y="533400"/>
                  </a:lnTo>
                  <a:lnTo>
                    <a:pt x="786384" y="13716"/>
                  </a:lnTo>
                  <a:lnTo>
                    <a:pt x="786384" y="6096"/>
                  </a:lnTo>
                  <a:lnTo>
                    <a:pt x="786384" y="3048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33928" y="5943600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381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381000" y="533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7832" y="5937503"/>
              <a:ext cx="394970" cy="547370"/>
            </a:xfrm>
            <a:custGeom>
              <a:avLst/>
              <a:gdLst/>
              <a:ahLst/>
              <a:cxnLst/>
              <a:rect l="l" t="t" r="r" b="b"/>
              <a:pathLst>
                <a:path w="394970" h="547370">
                  <a:moveTo>
                    <a:pt x="3916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8" y="547116"/>
                  </a:lnTo>
                  <a:lnTo>
                    <a:pt x="391668" y="547116"/>
                  </a:lnTo>
                  <a:lnTo>
                    <a:pt x="394716" y="544068"/>
                  </a:lnTo>
                  <a:lnTo>
                    <a:pt x="394716" y="539496"/>
                  </a:lnTo>
                  <a:lnTo>
                    <a:pt x="13716" y="539496"/>
                  </a:lnTo>
                  <a:lnTo>
                    <a:pt x="6095" y="533400"/>
                  </a:lnTo>
                  <a:lnTo>
                    <a:pt x="13716" y="533400"/>
                  </a:lnTo>
                  <a:lnTo>
                    <a:pt x="13716" y="13716"/>
                  </a:lnTo>
                  <a:lnTo>
                    <a:pt x="6095" y="13716"/>
                  </a:lnTo>
                  <a:lnTo>
                    <a:pt x="13716" y="6096"/>
                  </a:lnTo>
                  <a:lnTo>
                    <a:pt x="394716" y="6096"/>
                  </a:lnTo>
                  <a:lnTo>
                    <a:pt x="394716" y="3048"/>
                  </a:lnTo>
                  <a:lnTo>
                    <a:pt x="391668" y="0"/>
                  </a:lnTo>
                  <a:close/>
                </a:path>
                <a:path w="394970" h="547370">
                  <a:moveTo>
                    <a:pt x="13716" y="533400"/>
                  </a:moveTo>
                  <a:lnTo>
                    <a:pt x="6095" y="533400"/>
                  </a:lnTo>
                  <a:lnTo>
                    <a:pt x="13716" y="539496"/>
                  </a:lnTo>
                  <a:lnTo>
                    <a:pt x="13716" y="533400"/>
                  </a:lnTo>
                  <a:close/>
                </a:path>
                <a:path w="394970" h="547370">
                  <a:moveTo>
                    <a:pt x="381000" y="533400"/>
                  </a:moveTo>
                  <a:lnTo>
                    <a:pt x="13716" y="533400"/>
                  </a:lnTo>
                  <a:lnTo>
                    <a:pt x="13716" y="539496"/>
                  </a:lnTo>
                  <a:lnTo>
                    <a:pt x="381000" y="539496"/>
                  </a:lnTo>
                  <a:lnTo>
                    <a:pt x="381000" y="533400"/>
                  </a:lnTo>
                  <a:close/>
                </a:path>
                <a:path w="394970" h="547370">
                  <a:moveTo>
                    <a:pt x="381000" y="6096"/>
                  </a:moveTo>
                  <a:lnTo>
                    <a:pt x="381000" y="539496"/>
                  </a:lnTo>
                  <a:lnTo>
                    <a:pt x="387095" y="533400"/>
                  </a:lnTo>
                  <a:lnTo>
                    <a:pt x="394716" y="533400"/>
                  </a:lnTo>
                  <a:lnTo>
                    <a:pt x="394716" y="13716"/>
                  </a:lnTo>
                  <a:lnTo>
                    <a:pt x="387095" y="13716"/>
                  </a:lnTo>
                  <a:lnTo>
                    <a:pt x="381000" y="6096"/>
                  </a:lnTo>
                  <a:close/>
                </a:path>
                <a:path w="394970" h="547370">
                  <a:moveTo>
                    <a:pt x="394716" y="533400"/>
                  </a:moveTo>
                  <a:lnTo>
                    <a:pt x="387095" y="533400"/>
                  </a:lnTo>
                  <a:lnTo>
                    <a:pt x="381000" y="539496"/>
                  </a:lnTo>
                  <a:lnTo>
                    <a:pt x="394716" y="539496"/>
                  </a:lnTo>
                  <a:lnTo>
                    <a:pt x="394716" y="533400"/>
                  </a:lnTo>
                  <a:close/>
                </a:path>
                <a:path w="394970" h="547370">
                  <a:moveTo>
                    <a:pt x="13716" y="6096"/>
                  </a:moveTo>
                  <a:lnTo>
                    <a:pt x="6095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394970" h="547370">
                  <a:moveTo>
                    <a:pt x="3810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381000" y="13716"/>
                  </a:lnTo>
                  <a:lnTo>
                    <a:pt x="381000" y="6096"/>
                  </a:lnTo>
                  <a:close/>
                </a:path>
                <a:path w="394970" h="547370">
                  <a:moveTo>
                    <a:pt x="394716" y="6096"/>
                  </a:moveTo>
                  <a:lnTo>
                    <a:pt x="381000" y="6096"/>
                  </a:lnTo>
                  <a:lnTo>
                    <a:pt x="387095" y="13716"/>
                  </a:lnTo>
                  <a:lnTo>
                    <a:pt x="394716" y="13716"/>
                  </a:lnTo>
                  <a:lnTo>
                    <a:pt x="394716" y="6096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4596" y="4811267"/>
              <a:ext cx="3380292" cy="58978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355263" y="42180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36340" y="42164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93540" y="4218000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55463" y="42164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12663" y="421800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38855" y="4108703"/>
            <a:ext cx="3819525" cy="1766570"/>
            <a:chOff x="3038855" y="4108703"/>
            <a:chExt cx="3819525" cy="1766570"/>
          </a:xfrm>
        </p:grpSpPr>
        <p:sp>
          <p:nvSpPr>
            <p:cNvPr id="30" name="object 30"/>
            <p:cNvSpPr/>
            <p:nvPr/>
          </p:nvSpPr>
          <p:spPr>
            <a:xfrm>
              <a:off x="6248400" y="4800599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6096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09600" y="6858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38856" y="4108703"/>
              <a:ext cx="3068320" cy="692150"/>
            </a:xfrm>
            <a:custGeom>
              <a:avLst/>
              <a:gdLst/>
              <a:ahLst/>
              <a:cxnLst/>
              <a:rect l="l" t="t" r="r" b="b"/>
              <a:pathLst>
                <a:path w="3068320" h="692150">
                  <a:moveTo>
                    <a:pt x="466344" y="691896"/>
                  </a:moveTo>
                  <a:lnTo>
                    <a:pt x="465582" y="678180"/>
                  </a:lnTo>
                  <a:lnTo>
                    <a:pt x="460324" y="583692"/>
                  </a:lnTo>
                  <a:lnTo>
                    <a:pt x="460248" y="576072"/>
                  </a:lnTo>
                  <a:lnTo>
                    <a:pt x="454152" y="569976"/>
                  </a:lnTo>
                  <a:lnTo>
                    <a:pt x="446532" y="571500"/>
                  </a:lnTo>
                  <a:lnTo>
                    <a:pt x="440436" y="571500"/>
                  </a:lnTo>
                  <a:lnTo>
                    <a:pt x="434340" y="577596"/>
                  </a:lnTo>
                  <a:lnTo>
                    <a:pt x="435864" y="583692"/>
                  </a:lnTo>
                  <a:lnTo>
                    <a:pt x="438086" y="626706"/>
                  </a:lnTo>
                  <a:lnTo>
                    <a:pt x="19812" y="0"/>
                  </a:lnTo>
                  <a:lnTo>
                    <a:pt x="0" y="13716"/>
                  </a:lnTo>
                  <a:lnTo>
                    <a:pt x="416191" y="639457"/>
                  </a:lnTo>
                  <a:lnTo>
                    <a:pt x="379476" y="621792"/>
                  </a:lnTo>
                  <a:lnTo>
                    <a:pt x="373380" y="618744"/>
                  </a:lnTo>
                  <a:lnTo>
                    <a:pt x="365760" y="621792"/>
                  </a:lnTo>
                  <a:lnTo>
                    <a:pt x="359664" y="633984"/>
                  </a:lnTo>
                  <a:lnTo>
                    <a:pt x="362712" y="641604"/>
                  </a:lnTo>
                  <a:lnTo>
                    <a:pt x="368808" y="644652"/>
                  </a:lnTo>
                  <a:lnTo>
                    <a:pt x="466344" y="691896"/>
                  </a:lnTo>
                  <a:close/>
                </a:path>
                <a:path w="3068320" h="692150">
                  <a:moveTo>
                    <a:pt x="3067812" y="89916"/>
                  </a:moveTo>
                  <a:lnTo>
                    <a:pt x="3048000" y="74676"/>
                  </a:lnTo>
                  <a:lnTo>
                    <a:pt x="2633751" y="627481"/>
                  </a:lnTo>
                  <a:lnTo>
                    <a:pt x="2638044" y="586740"/>
                  </a:lnTo>
                  <a:lnTo>
                    <a:pt x="2639568" y="579120"/>
                  </a:lnTo>
                  <a:lnTo>
                    <a:pt x="2634996" y="573024"/>
                  </a:lnTo>
                  <a:lnTo>
                    <a:pt x="2627376" y="571500"/>
                  </a:lnTo>
                  <a:lnTo>
                    <a:pt x="2619756" y="571500"/>
                  </a:lnTo>
                  <a:lnTo>
                    <a:pt x="2613660" y="576072"/>
                  </a:lnTo>
                  <a:lnTo>
                    <a:pt x="2613660" y="583692"/>
                  </a:lnTo>
                  <a:lnTo>
                    <a:pt x="2599944" y="691896"/>
                  </a:lnTo>
                  <a:lnTo>
                    <a:pt x="2629116" y="679704"/>
                  </a:lnTo>
                  <a:lnTo>
                    <a:pt x="2702052" y="649224"/>
                  </a:lnTo>
                  <a:lnTo>
                    <a:pt x="2708148" y="647700"/>
                  </a:lnTo>
                  <a:lnTo>
                    <a:pt x="2711196" y="640080"/>
                  </a:lnTo>
                  <a:lnTo>
                    <a:pt x="2708148" y="633984"/>
                  </a:lnTo>
                  <a:lnTo>
                    <a:pt x="2706624" y="626364"/>
                  </a:lnTo>
                  <a:lnTo>
                    <a:pt x="2699004" y="623316"/>
                  </a:lnTo>
                  <a:lnTo>
                    <a:pt x="2691384" y="626364"/>
                  </a:lnTo>
                  <a:lnTo>
                    <a:pt x="2653500" y="642810"/>
                  </a:lnTo>
                  <a:lnTo>
                    <a:pt x="3067812" y="8991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34968" y="5480303"/>
              <a:ext cx="1932939" cy="394970"/>
            </a:xfrm>
            <a:custGeom>
              <a:avLst/>
              <a:gdLst/>
              <a:ahLst/>
              <a:cxnLst/>
              <a:rect l="l" t="t" r="r" b="b"/>
              <a:pathLst>
                <a:path w="1932939" h="394970">
                  <a:moveTo>
                    <a:pt x="1932432" y="3048"/>
                  </a:moveTo>
                  <a:lnTo>
                    <a:pt x="1930908" y="0"/>
                  </a:lnTo>
                  <a:lnTo>
                    <a:pt x="1479804" y="0"/>
                  </a:lnTo>
                  <a:lnTo>
                    <a:pt x="131368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391668"/>
                  </a:lnTo>
                  <a:lnTo>
                    <a:pt x="3048" y="394716"/>
                  </a:lnTo>
                  <a:lnTo>
                    <a:pt x="438912" y="394716"/>
                  </a:lnTo>
                  <a:lnTo>
                    <a:pt x="618744" y="394716"/>
                  </a:lnTo>
                  <a:lnTo>
                    <a:pt x="1930908" y="394716"/>
                  </a:lnTo>
                  <a:lnTo>
                    <a:pt x="1932432" y="391668"/>
                  </a:lnTo>
                  <a:lnTo>
                    <a:pt x="1932432" y="387096"/>
                  </a:lnTo>
                  <a:lnTo>
                    <a:pt x="1932432" y="381000"/>
                  </a:lnTo>
                  <a:lnTo>
                    <a:pt x="1932432" y="13716"/>
                  </a:lnTo>
                  <a:lnTo>
                    <a:pt x="1932432" y="6096"/>
                  </a:lnTo>
                  <a:lnTo>
                    <a:pt x="1932432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821939" y="3771315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74816" y="3836923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74022" y="5514886"/>
            <a:ext cx="2520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100</a:t>
            </a:r>
            <a:r>
              <a:rPr sz="1600" b="1" spc="3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101</a:t>
            </a:r>
            <a:r>
              <a:rPr sz="1600" b="1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102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103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104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C00000"/>
                </a:solidFill>
                <a:latin typeface="Arial"/>
                <a:cs typeface="Arial"/>
              </a:rPr>
              <a:t>105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794503" y="5937503"/>
            <a:ext cx="394970" cy="547370"/>
            <a:chOff x="4794503" y="5937503"/>
            <a:chExt cx="394970" cy="547370"/>
          </a:xfrm>
        </p:grpSpPr>
        <p:sp>
          <p:nvSpPr>
            <p:cNvPr id="37" name="object 37"/>
            <p:cNvSpPr/>
            <p:nvPr/>
          </p:nvSpPr>
          <p:spPr>
            <a:xfrm>
              <a:off x="4794503" y="5937503"/>
              <a:ext cx="394970" cy="547370"/>
            </a:xfrm>
            <a:custGeom>
              <a:avLst/>
              <a:gdLst/>
              <a:ahLst/>
              <a:cxnLst/>
              <a:rect l="l" t="t" r="r" b="b"/>
              <a:pathLst>
                <a:path w="394970" h="547370">
                  <a:moveTo>
                    <a:pt x="3916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8" y="547116"/>
                  </a:lnTo>
                  <a:lnTo>
                    <a:pt x="391668" y="547116"/>
                  </a:lnTo>
                  <a:lnTo>
                    <a:pt x="394716" y="544068"/>
                  </a:lnTo>
                  <a:lnTo>
                    <a:pt x="394716" y="539496"/>
                  </a:lnTo>
                  <a:lnTo>
                    <a:pt x="6096" y="539496"/>
                  </a:lnTo>
                  <a:lnTo>
                    <a:pt x="6096" y="6096"/>
                  </a:lnTo>
                  <a:lnTo>
                    <a:pt x="394716" y="6096"/>
                  </a:lnTo>
                  <a:lnTo>
                    <a:pt x="394716" y="3048"/>
                  </a:lnTo>
                  <a:lnTo>
                    <a:pt x="391668" y="0"/>
                  </a:lnTo>
                  <a:close/>
                </a:path>
                <a:path w="394970" h="547370">
                  <a:moveTo>
                    <a:pt x="394716" y="6096"/>
                  </a:moveTo>
                  <a:lnTo>
                    <a:pt x="387096" y="6096"/>
                  </a:lnTo>
                  <a:lnTo>
                    <a:pt x="387096" y="539496"/>
                  </a:lnTo>
                  <a:lnTo>
                    <a:pt x="394716" y="539496"/>
                  </a:lnTo>
                  <a:lnTo>
                    <a:pt x="394716" y="6096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00599" y="5943599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381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381000" y="533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94503" y="5937503"/>
              <a:ext cx="394970" cy="547370"/>
            </a:xfrm>
            <a:custGeom>
              <a:avLst/>
              <a:gdLst/>
              <a:ahLst/>
              <a:cxnLst/>
              <a:rect l="l" t="t" r="r" b="b"/>
              <a:pathLst>
                <a:path w="394970" h="547370">
                  <a:moveTo>
                    <a:pt x="3916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8" y="547116"/>
                  </a:lnTo>
                  <a:lnTo>
                    <a:pt x="391668" y="547116"/>
                  </a:lnTo>
                  <a:lnTo>
                    <a:pt x="394716" y="544068"/>
                  </a:lnTo>
                  <a:lnTo>
                    <a:pt x="394716" y="539496"/>
                  </a:lnTo>
                  <a:lnTo>
                    <a:pt x="13716" y="539496"/>
                  </a:lnTo>
                  <a:lnTo>
                    <a:pt x="6096" y="533400"/>
                  </a:lnTo>
                  <a:lnTo>
                    <a:pt x="13716" y="533400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394716" y="6096"/>
                  </a:lnTo>
                  <a:lnTo>
                    <a:pt x="394716" y="3048"/>
                  </a:lnTo>
                  <a:lnTo>
                    <a:pt x="391668" y="0"/>
                  </a:lnTo>
                  <a:close/>
                </a:path>
                <a:path w="394970" h="547370">
                  <a:moveTo>
                    <a:pt x="13716" y="533400"/>
                  </a:moveTo>
                  <a:lnTo>
                    <a:pt x="6096" y="533400"/>
                  </a:lnTo>
                  <a:lnTo>
                    <a:pt x="13716" y="539496"/>
                  </a:lnTo>
                  <a:lnTo>
                    <a:pt x="13716" y="533400"/>
                  </a:lnTo>
                  <a:close/>
                </a:path>
                <a:path w="394970" h="547370">
                  <a:moveTo>
                    <a:pt x="381000" y="533400"/>
                  </a:moveTo>
                  <a:lnTo>
                    <a:pt x="13716" y="533400"/>
                  </a:lnTo>
                  <a:lnTo>
                    <a:pt x="13716" y="539496"/>
                  </a:lnTo>
                  <a:lnTo>
                    <a:pt x="381000" y="539496"/>
                  </a:lnTo>
                  <a:lnTo>
                    <a:pt x="381000" y="533400"/>
                  </a:lnTo>
                  <a:close/>
                </a:path>
                <a:path w="394970" h="547370">
                  <a:moveTo>
                    <a:pt x="381000" y="6096"/>
                  </a:moveTo>
                  <a:lnTo>
                    <a:pt x="381000" y="539496"/>
                  </a:lnTo>
                  <a:lnTo>
                    <a:pt x="387096" y="533400"/>
                  </a:lnTo>
                  <a:lnTo>
                    <a:pt x="394716" y="533400"/>
                  </a:lnTo>
                  <a:lnTo>
                    <a:pt x="394716" y="13716"/>
                  </a:lnTo>
                  <a:lnTo>
                    <a:pt x="387096" y="13716"/>
                  </a:lnTo>
                  <a:lnTo>
                    <a:pt x="381000" y="6096"/>
                  </a:lnTo>
                  <a:close/>
                </a:path>
                <a:path w="394970" h="547370">
                  <a:moveTo>
                    <a:pt x="394716" y="533400"/>
                  </a:moveTo>
                  <a:lnTo>
                    <a:pt x="387096" y="533400"/>
                  </a:lnTo>
                  <a:lnTo>
                    <a:pt x="381000" y="539496"/>
                  </a:lnTo>
                  <a:lnTo>
                    <a:pt x="394716" y="539496"/>
                  </a:lnTo>
                  <a:lnTo>
                    <a:pt x="394716" y="533400"/>
                  </a:lnTo>
                  <a:close/>
                </a:path>
                <a:path w="394970" h="54737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394970" h="547370">
                  <a:moveTo>
                    <a:pt x="3810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381000" y="13716"/>
                  </a:lnTo>
                  <a:lnTo>
                    <a:pt x="381000" y="6096"/>
                  </a:lnTo>
                  <a:close/>
                </a:path>
                <a:path w="394970" h="547370">
                  <a:moveTo>
                    <a:pt x="394716" y="6096"/>
                  </a:moveTo>
                  <a:lnTo>
                    <a:pt x="381000" y="6096"/>
                  </a:lnTo>
                  <a:lnTo>
                    <a:pt x="387096" y="13716"/>
                  </a:lnTo>
                  <a:lnTo>
                    <a:pt x="394716" y="13716"/>
                  </a:lnTo>
                  <a:lnTo>
                    <a:pt x="394716" y="6096"/>
                  </a:lnTo>
                  <a:close/>
                </a:path>
              </a:pathLst>
            </a:custGeom>
            <a:solidFill>
              <a:srgbClr val="55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279000" y="5988849"/>
            <a:ext cx="1873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6884" algn="l"/>
                <a:tab pos="857885" algn="l"/>
                <a:tab pos="1231900" algn="l"/>
                <a:tab pos="1603375" algn="l"/>
              </a:tabLst>
            </a:pPr>
            <a:r>
              <a:rPr sz="4200" b="1" spc="-75" baseline="2976" dirty="0">
                <a:solidFill>
                  <a:srgbClr val="006600"/>
                </a:solidFill>
                <a:latin typeface="Arial"/>
                <a:cs typeface="Arial"/>
              </a:rPr>
              <a:t>o</a:t>
            </a:r>
            <a:r>
              <a:rPr sz="4200" b="1" baseline="2976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l</a:t>
            </a:r>
            <a:r>
              <a:rPr sz="2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l</a:t>
            </a:r>
            <a:r>
              <a:rPr sz="2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4200" b="1" spc="-75" baseline="2976" dirty="0">
                <a:solidFill>
                  <a:srgbClr val="006600"/>
                </a:solidFill>
                <a:latin typeface="Arial"/>
                <a:cs typeface="Arial"/>
              </a:rPr>
              <a:t>e</a:t>
            </a:r>
            <a:r>
              <a:rPr sz="4200" b="1" baseline="2976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H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584704" y="4183379"/>
            <a:ext cx="2912745" cy="1988820"/>
          </a:xfrm>
          <a:custGeom>
            <a:avLst/>
            <a:gdLst/>
            <a:ahLst/>
            <a:cxnLst/>
            <a:rect l="l" t="t" r="r" b="b"/>
            <a:pathLst>
              <a:path w="2912745" h="1988820">
                <a:moveTo>
                  <a:pt x="769620" y="1988820"/>
                </a:moveTo>
                <a:lnTo>
                  <a:pt x="768769" y="1987296"/>
                </a:lnTo>
                <a:lnTo>
                  <a:pt x="716280" y="1892808"/>
                </a:lnTo>
                <a:lnTo>
                  <a:pt x="713232" y="1886712"/>
                </a:lnTo>
                <a:lnTo>
                  <a:pt x="704075" y="1885188"/>
                </a:lnTo>
                <a:lnTo>
                  <a:pt x="691896" y="1891284"/>
                </a:lnTo>
                <a:lnTo>
                  <a:pt x="690372" y="1898904"/>
                </a:lnTo>
                <a:lnTo>
                  <a:pt x="693420" y="1905000"/>
                </a:lnTo>
                <a:lnTo>
                  <a:pt x="713346" y="1941322"/>
                </a:lnTo>
                <a:lnTo>
                  <a:pt x="13716" y="1520952"/>
                </a:lnTo>
                <a:lnTo>
                  <a:pt x="0" y="1543812"/>
                </a:lnTo>
                <a:lnTo>
                  <a:pt x="701141" y="1963635"/>
                </a:lnTo>
                <a:lnTo>
                  <a:pt x="659892" y="1962924"/>
                </a:lnTo>
                <a:lnTo>
                  <a:pt x="652272" y="1962924"/>
                </a:lnTo>
                <a:lnTo>
                  <a:pt x="646176" y="1969008"/>
                </a:lnTo>
                <a:lnTo>
                  <a:pt x="646176" y="1982724"/>
                </a:lnTo>
                <a:lnTo>
                  <a:pt x="652272" y="1988820"/>
                </a:lnTo>
                <a:lnTo>
                  <a:pt x="769620" y="1988820"/>
                </a:lnTo>
                <a:close/>
              </a:path>
              <a:path w="2912745" h="1988820">
                <a:moveTo>
                  <a:pt x="1226820" y="1836420"/>
                </a:moveTo>
                <a:lnTo>
                  <a:pt x="1225969" y="1834896"/>
                </a:lnTo>
                <a:lnTo>
                  <a:pt x="1173480" y="1740408"/>
                </a:lnTo>
                <a:lnTo>
                  <a:pt x="1170432" y="1734312"/>
                </a:lnTo>
                <a:lnTo>
                  <a:pt x="1161288" y="1732788"/>
                </a:lnTo>
                <a:lnTo>
                  <a:pt x="1149096" y="1738884"/>
                </a:lnTo>
                <a:lnTo>
                  <a:pt x="1147572" y="1746504"/>
                </a:lnTo>
                <a:lnTo>
                  <a:pt x="1150620" y="1752600"/>
                </a:lnTo>
                <a:lnTo>
                  <a:pt x="1170546" y="1788922"/>
                </a:lnTo>
                <a:lnTo>
                  <a:pt x="470916" y="1368552"/>
                </a:lnTo>
                <a:lnTo>
                  <a:pt x="457200" y="1391412"/>
                </a:lnTo>
                <a:lnTo>
                  <a:pt x="1158341" y="1811235"/>
                </a:lnTo>
                <a:lnTo>
                  <a:pt x="1117092" y="1810512"/>
                </a:lnTo>
                <a:lnTo>
                  <a:pt x="1109472" y="1810512"/>
                </a:lnTo>
                <a:lnTo>
                  <a:pt x="1103376" y="1816608"/>
                </a:lnTo>
                <a:lnTo>
                  <a:pt x="1103376" y="1830324"/>
                </a:lnTo>
                <a:lnTo>
                  <a:pt x="1109472" y="1836420"/>
                </a:lnTo>
                <a:lnTo>
                  <a:pt x="1226820" y="1836420"/>
                </a:lnTo>
                <a:close/>
              </a:path>
              <a:path w="2912745" h="1988820">
                <a:moveTo>
                  <a:pt x="2531364" y="15240"/>
                </a:moveTo>
                <a:lnTo>
                  <a:pt x="2511552" y="0"/>
                </a:lnTo>
                <a:lnTo>
                  <a:pt x="2097303" y="552805"/>
                </a:lnTo>
                <a:lnTo>
                  <a:pt x="2101596" y="512064"/>
                </a:lnTo>
                <a:lnTo>
                  <a:pt x="2103120" y="504444"/>
                </a:lnTo>
                <a:lnTo>
                  <a:pt x="2098548" y="498348"/>
                </a:lnTo>
                <a:lnTo>
                  <a:pt x="2090928" y="496824"/>
                </a:lnTo>
                <a:lnTo>
                  <a:pt x="2083308" y="496824"/>
                </a:lnTo>
                <a:lnTo>
                  <a:pt x="2077212" y="501396"/>
                </a:lnTo>
                <a:lnTo>
                  <a:pt x="2077212" y="509016"/>
                </a:lnTo>
                <a:lnTo>
                  <a:pt x="2063496" y="617220"/>
                </a:lnTo>
                <a:lnTo>
                  <a:pt x="2092667" y="605028"/>
                </a:lnTo>
                <a:lnTo>
                  <a:pt x="2165604" y="574548"/>
                </a:lnTo>
                <a:lnTo>
                  <a:pt x="2171700" y="573024"/>
                </a:lnTo>
                <a:lnTo>
                  <a:pt x="2174748" y="565404"/>
                </a:lnTo>
                <a:lnTo>
                  <a:pt x="2171700" y="559308"/>
                </a:lnTo>
                <a:lnTo>
                  <a:pt x="2170176" y="551688"/>
                </a:lnTo>
                <a:lnTo>
                  <a:pt x="2162556" y="548640"/>
                </a:lnTo>
                <a:lnTo>
                  <a:pt x="2154936" y="551688"/>
                </a:lnTo>
                <a:lnTo>
                  <a:pt x="2117052" y="568134"/>
                </a:lnTo>
                <a:lnTo>
                  <a:pt x="2531364" y="15240"/>
                </a:lnTo>
                <a:close/>
              </a:path>
              <a:path w="2912745" h="1988820">
                <a:moveTo>
                  <a:pt x="2912364" y="15240"/>
                </a:moveTo>
                <a:lnTo>
                  <a:pt x="2892552" y="0"/>
                </a:lnTo>
                <a:lnTo>
                  <a:pt x="2478303" y="552805"/>
                </a:lnTo>
                <a:lnTo>
                  <a:pt x="2482596" y="512064"/>
                </a:lnTo>
                <a:lnTo>
                  <a:pt x="2484120" y="504444"/>
                </a:lnTo>
                <a:lnTo>
                  <a:pt x="2479548" y="498348"/>
                </a:lnTo>
                <a:lnTo>
                  <a:pt x="2471928" y="496824"/>
                </a:lnTo>
                <a:lnTo>
                  <a:pt x="2464308" y="496824"/>
                </a:lnTo>
                <a:lnTo>
                  <a:pt x="2458212" y="501396"/>
                </a:lnTo>
                <a:lnTo>
                  <a:pt x="2458212" y="509016"/>
                </a:lnTo>
                <a:lnTo>
                  <a:pt x="2444496" y="617220"/>
                </a:lnTo>
                <a:lnTo>
                  <a:pt x="2473668" y="605028"/>
                </a:lnTo>
                <a:lnTo>
                  <a:pt x="2546604" y="574548"/>
                </a:lnTo>
                <a:lnTo>
                  <a:pt x="2552700" y="573024"/>
                </a:lnTo>
                <a:lnTo>
                  <a:pt x="2555748" y="565404"/>
                </a:lnTo>
                <a:lnTo>
                  <a:pt x="2552700" y="559308"/>
                </a:lnTo>
                <a:lnTo>
                  <a:pt x="2551176" y="551688"/>
                </a:lnTo>
                <a:lnTo>
                  <a:pt x="2543556" y="548640"/>
                </a:lnTo>
                <a:lnTo>
                  <a:pt x="2535936" y="551688"/>
                </a:lnTo>
                <a:lnTo>
                  <a:pt x="2498052" y="568134"/>
                </a:lnTo>
                <a:lnTo>
                  <a:pt x="2912364" y="1524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440863" y="5284647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43" name="object 43"/>
          <p:cNvSpPr txBox="1"/>
          <p:nvPr/>
        </p:nvSpPr>
        <p:spPr>
          <a:xfrm>
            <a:off x="5184063" y="3836923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98063" y="5132400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679703"/>
            <a:ext cx="8077200" cy="3206750"/>
          </a:xfrm>
          <a:custGeom>
            <a:avLst/>
            <a:gdLst/>
            <a:ahLst/>
            <a:cxnLst/>
            <a:rect l="l" t="t" r="r" b="b"/>
            <a:pathLst>
              <a:path w="8077200" h="3206750">
                <a:moveTo>
                  <a:pt x="8077200" y="835152"/>
                </a:moveTo>
                <a:lnTo>
                  <a:pt x="7856220" y="835152"/>
                </a:lnTo>
                <a:lnTo>
                  <a:pt x="7856220" y="13716"/>
                </a:lnTo>
                <a:lnTo>
                  <a:pt x="7856220" y="6096"/>
                </a:lnTo>
                <a:lnTo>
                  <a:pt x="7856220" y="0"/>
                </a:lnTo>
                <a:lnTo>
                  <a:pt x="7842504" y="0"/>
                </a:lnTo>
                <a:lnTo>
                  <a:pt x="7842504" y="13716"/>
                </a:lnTo>
                <a:lnTo>
                  <a:pt x="7842504" y="835152"/>
                </a:lnTo>
                <a:lnTo>
                  <a:pt x="2979420" y="835152"/>
                </a:lnTo>
                <a:lnTo>
                  <a:pt x="2979420" y="13716"/>
                </a:lnTo>
                <a:lnTo>
                  <a:pt x="7842504" y="13716"/>
                </a:lnTo>
                <a:lnTo>
                  <a:pt x="7842504" y="0"/>
                </a:lnTo>
                <a:lnTo>
                  <a:pt x="2965704" y="0"/>
                </a:lnTo>
                <a:lnTo>
                  <a:pt x="2965704" y="835152"/>
                </a:lnTo>
                <a:lnTo>
                  <a:pt x="0" y="835152"/>
                </a:lnTo>
                <a:lnTo>
                  <a:pt x="0" y="854964"/>
                </a:lnTo>
                <a:lnTo>
                  <a:pt x="2965704" y="854964"/>
                </a:lnTo>
                <a:lnTo>
                  <a:pt x="2965704" y="3206496"/>
                </a:lnTo>
                <a:lnTo>
                  <a:pt x="2979420" y="3206496"/>
                </a:lnTo>
                <a:lnTo>
                  <a:pt x="2979420" y="854964"/>
                </a:lnTo>
                <a:lnTo>
                  <a:pt x="7842504" y="854964"/>
                </a:lnTo>
                <a:lnTo>
                  <a:pt x="7842504" y="3206496"/>
                </a:lnTo>
                <a:lnTo>
                  <a:pt x="7856220" y="3206496"/>
                </a:lnTo>
                <a:lnTo>
                  <a:pt x="7856220" y="854964"/>
                </a:lnTo>
                <a:lnTo>
                  <a:pt x="8077200" y="854964"/>
                </a:lnTo>
                <a:lnTo>
                  <a:pt x="8077200" y="83515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7776" y="830059"/>
            <a:ext cx="27578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49300" algn="l"/>
              </a:tabLst>
            </a:pPr>
            <a:r>
              <a:rPr spc="-25" dirty="0"/>
              <a:t>1</a:t>
            </a:r>
            <a:r>
              <a:rPr sz="3150" spc="-37" baseline="25132" dirty="0"/>
              <a:t>st</a:t>
            </a:r>
            <a:r>
              <a:rPr sz="3150" baseline="25132" dirty="0"/>
              <a:t>	</a:t>
            </a:r>
            <a:r>
              <a:rPr sz="3200" spc="-10" dirty="0"/>
              <a:t>Program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041127" y="655383"/>
            <a:ext cx="1367155" cy="7937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400"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</a:pP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char char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2838" y="911415"/>
            <a:ext cx="1306195" cy="5378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s[50],t[50];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*p,</a:t>
            </a:r>
            <a:r>
              <a:rPr sz="14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*q;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56303" y="3886200"/>
            <a:ext cx="4890770" cy="3061970"/>
          </a:xfrm>
          <a:custGeom>
            <a:avLst/>
            <a:gdLst/>
            <a:ahLst/>
            <a:cxnLst/>
            <a:rect l="l" t="t" r="r" b="b"/>
            <a:pathLst>
              <a:path w="4890770" h="3061970">
                <a:moveTo>
                  <a:pt x="13716" y="0"/>
                </a:moveTo>
                <a:lnTo>
                  <a:pt x="0" y="0"/>
                </a:lnTo>
                <a:lnTo>
                  <a:pt x="0" y="3061716"/>
                </a:lnTo>
                <a:lnTo>
                  <a:pt x="4890516" y="3061716"/>
                </a:lnTo>
                <a:lnTo>
                  <a:pt x="4890516" y="3055620"/>
                </a:lnTo>
                <a:lnTo>
                  <a:pt x="13716" y="3055620"/>
                </a:lnTo>
                <a:lnTo>
                  <a:pt x="6096" y="3048000"/>
                </a:lnTo>
                <a:lnTo>
                  <a:pt x="13716" y="3048000"/>
                </a:lnTo>
                <a:lnTo>
                  <a:pt x="13716" y="0"/>
                </a:lnTo>
                <a:close/>
              </a:path>
              <a:path w="4890770" h="3061970">
                <a:moveTo>
                  <a:pt x="13716" y="3048000"/>
                </a:moveTo>
                <a:lnTo>
                  <a:pt x="6096" y="3048000"/>
                </a:lnTo>
                <a:lnTo>
                  <a:pt x="13716" y="3055620"/>
                </a:lnTo>
                <a:lnTo>
                  <a:pt x="13716" y="3048000"/>
                </a:lnTo>
                <a:close/>
              </a:path>
              <a:path w="4890770" h="3061970">
                <a:moveTo>
                  <a:pt x="4876800" y="3048000"/>
                </a:moveTo>
                <a:lnTo>
                  <a:pt x="13716" y="3048000"/>
                </a:lnTo>
                <a:lnTo>
                  <a:pt x="13716" y="3055620"/>
                </a:lnTo>
                <a:lnTo>
                  <a:pt x="4876800" y="3055620"/>
                </a:lnTo>
                <a:lnTo>
                  <a:pt x="4876800" y="3048000"/>
                </a:lnTo>
                <a:close/>
              </a:path>
              <a:path w="4890770" h="3061970">
                <a:moveTo>
                  <a:pt x="4890516" y="0"/>
                </a:moveTo>
                <a:lnTo>
                  <a:pt x="4876800" y="0"/>
                </a:lnTo>
                <a:lnTo>
                  <a:pt x="4876800" y="3055620"/>
                </a:lnTo>
                <a:lnTo>
                  <a:pt x="4882896" y="3048000"/>
                </a:lnTo>
                <a:lnTo>
                  <a:pt x="4890516" y="3048000"/>
                </a:lnTo>
                <a:lnTo>
                  <a:pt x="4890516" y="0"/>
                </a:lnTo>
                <a:close/>
              </a:path>
              <a:path w="4890770" h="3061970">
                <a:moveTo>
                  <a:pt x="4890516" y="3048000"/>
                </a:moveTo>
                <a:lnTo>
                  <a:pt x="4882896" y="3048000"/>
                </a:lnTo>
                <a:lnTo>
                  <a:pt x="4876800" y="3055620"/>
                </a:lnTo>
                <a:lnTo>
                  <a:pt x="4890516" y="3055620"/>
                </a:lnTo>
                <a:lnTo>
                  <a:pt x="4890516" y="304800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41127" y="1423529"/>
            <a:ext cx="3173095" cy="54025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434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gets(s);</a:t>
            </a:r>
            <a:endParaRPr sz="1400"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  <a:tabLst>
                <a:tab pos="2202815" algn="l"/>
              </a:tabLst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&amp;s[0];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	//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s;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while(*p</a:t>
            </a:r>
            <a:r>
              <a:rPr sz="14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!=</a:t>
            </a:r>
            <a:r>
              <a:rPr sz="14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‘\0’){</a:t>
            </a:r>
            <a:endParaRPr sz="14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335"/>
              </a:spcBef>
            </a:pP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p++;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p--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q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while(p</a:t>
            </a:r>
            <a:r>
              <a:rPr sz="1400" b="1" spc="-6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&gt;=</a:t>
            </a:r>
            <a:r>
              <a:rPr sz="14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&amp;s[0]){</a:t>
            </a:r>
            <a:endParaRPr sz="1400">
              <a:latin typeface="Courier New"/>
              <a:cs typeface="Courier New"/>
            </a:endParaRPr>
          </a:p>
          <a:p>
            <a:pPr marL="1840864" marR="472440">
              <a:lnSpc>
                <a:spcPct val="120000"/>
              </a:lnSpc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*q</a:t>
            </a:r>
            <a:r>
              <a:rPr sz="14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*p; </a:t>
            </a: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q++;</a:t>
            </a:r>
            <a:endParaRPr sz="14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335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p--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s;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q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t;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4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while(*p</a:t>
            </a:r>
            <a:r>
              <a:rPr sz="14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!=</a:t>
            </a:r>
            <a:r>
              <a:rPr sz="14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‘\0’){</a:t>
            </a:r>
            <a:endParaRPr sz="1400">
              <a:latin typeface="Courier New"/>
              <a:cs typeface="Courier New"/>
            </a:endParaRPr>
          </a:p>
          <a:p>
            <a:pPr marL="1840864" marR="472440">
              <a:lnSpc>
                <a:spcPct val="120000"/>
              </a:lnSpc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*p</a:t>
            </a:r>
            <a:r>
              <a:rPr sz="14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*q; </a:t>
            </a: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p++; q++;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printf(“%s”,</a:t>
            </a:r>
            <a:r>
              <a:rPr sz="1400" b="1" spc="-1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s);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7776" y="761288"/>
            <a:ext cx="31508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47090" algn="l"/>
              </a:tabLst>
            </a:pPr>
            <a:r>
              <a:rPr spc="-25" dirty="0"/>
              <a:t>2</a:t>
            </a:r>
            <a:r>
              <a:rPr sz="3150" spc="-37" baseline="25132" dirty="0"/>
              <a:t>nd</a:t>
            </a:r>
            <a:r>
              <a:rPr sz="3150" baseline="25132" dirty="0"/>
              <a:t>	</a:t>
            </a:r>
            <a:r>
              <a:rPr sz="3200" spc="-10" dirty="0"/>
              <a:t>Algorithm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3346703" y="2127504"/>
            <a:ext cx="2528570" cy="1758950"/>
            <a:chOff x="3346703" y="2127504"/>
            <a:chExt cx="2528570" cy="1758950"/>
          </a:xfrm>
        </p:grpSpPr>
        <p:sp>
          <p:nvSpPr>
            <p:cNvPr id="4" name="object 4"/>
            <p:cNvSpPr/>
            <p:nvPr/>
          </p:nvSpPr>
          <p:spPr>
            <a:xfrm>
              <a:off x="3352799" y="2133600"/>
              <a:ext cx="2514600" cy="1752600"/>
            </a:xfrm>
            <a:custGeom>
              <a:avLst/>
              <a:gdLst/>
              <a:ahLst/>
              <a:cxnLst/>
              <a:rect l="l" t="t" r="r" b="b"/>
              <a:pathLst>
                <a:path w="2514600" h="1752600">
                  <a:moveTo>
                    <a:pt x="2223516" y="0"/>
                  </a:moveTo>
                  <a:lnTo>
                    <a:pt x="292608" y="0"/>
                  </a:lnTo>
                  <a:lnTo>
                    <a:pt x="245159" y="3831"/>
                  </a:lnTo>
                  <a:lnTo>
                    <a:pt x="200143" y="14923"/>
                  </a:lnTo>
                  <a:lnTo>
                    <a:pt x="158163" y="32671"/>
                  </a:lnTo>
                  <a:lnTo>
                    <a:pt x="119822" y="56473"/>
                  </a:lnTo>
                  <a:lnTo>
                    <a:pt x="85725" y="85725"/>
                  </a:lnTo>
                  <a:lnTo>
                    <a:pt x="56473" y="119822"/>
                  </a:lnTo>
                  <a:lnTo>
                    <a:pt x="32671" y="158163"/>
                  </a:lnTo>
                  <a:lnTo>
                    <a:pt x="14923" y="200143"/>
                  </a:lnTo>
                  <a:lnTo>
                    <a:pt x="3831" y="245159"/>
                  </a:lnTo>
                  <a:lnTo>
                    <a:pt x="0" y="292608"/>
                  </a:lnTo>
                  <a:lnTo>
                    <a:pt x="0" y="1461515"/>
                  </a:lnTo>
                  <a:lnTo>
                    <a:pt x="3831" y="1508921"/>
                  </a:lnTo>
                  <a:lnTo>
                    <a:pt x="14923" y="1553821"/>
                  </a:lnTo>
                  <a:lnTo>
                    <a:pt x="32671" y="1595631"/>
                  </a:lnTo>
                  <a:lnTo>
                    <a:pt x="56473" y="1633764"/>
                  </a:lnTo>
                  <a:lnTo>
                    <a:pt x="85725" y="1667637"/>
                  </a:lnTo>
                  <a:lnTo>
                    <a:pt x="119822" y="1696663"/>
                  </a:lnTo>
                  <a:lnTo>
                    <a:pt x="158163" y="1720257"/>
                  </a:lnTo>
                  <a:lnTo>
                    <a:pt x="200143" y="1737835"/>
                  </a:lnTo>
                  <a:lnTo>
                    <a:pt x="245159" y="1748811"/>
                  </a:lnTo>
                  <a:lnTo>
                    <a:pt x="292608" y="1752600"/>
                  </a:lnTo>
                  <a:lnTo>
                    <a:pt x="2223516" y="1752600"/>
                  </a:lnTo>
                  <a:lnTo>
                    <a:pt x="2270921" y="1748811"/>
                  </a:lnTo>
                  <a:lnTo>
                    <a:pt x="2315821" y="1737835"/>
                  </a:lnTo>
                  <a:lnTo>
                    <a:pt x="2357631" y="1720257"/>
                  </a:lnTo>
                  <a:lnTo>
                    <a:pt x="2395764" y="1696663"/>
                  </a:lnTo>
                  <a:lnTo>
                    <a:pt x="2429637" y="1667637"/>
                  </a:lnTo>
                  <a:lnTo>
                    <a:pt x="2458663" y="1633764"/>
                  </a:lnTo>
                  <a:lnTo>
                    <a:pt x="2482257" y="1595631"/>
                  </a:lnTo>
                  <a:lnTo>
                    <a:pt x="2499835" y="1553821"/>
                  </a:lnTo>
                  <a:lnTo>
                    <a:pt x="2510811" y="1508921"/>
                  </a:lnTo>
                  <a:lnTo>
                    <a:pt x="2514600" y="1461515"/>
                  </a:lnTo>
                  <a:lnTo>
                    <a:pt x="2514600" y="292608"/>
                  </a:lnTo>
                  <a:lnTo>
                    <a:pt x="2510811" y="245159"/>
                  </a:lnTo>
                  <a:lnTo>
                    <a:pt x="2499835" y="200143"/>
                  </a:lnTo>
                  <a:lnTo>
                    <a:pt x="2482257" y="158163"/>
                  </a:lnTo>
                  <a:lnTo>
                    <a:pt x="2458663" y="119822"/>
                  </a:lnTo>
                  <a:lnTo>
                    <a:pt x="2429637" y="85725"/>
                  </a:lnTo>
                  <a:lnTo>
                    <a:pt x="2395764" y="56473"/>
                  </a:lnTo>
                  <a:lnTo>
                    <a:pt x="2357631" y="32671"/>
                  </a:lnTo>
                  <a:lnTo>
                    <a:pt x="2315821" y="14923"/>
                  </a:lnTo>
                  <a:lnTo>
                    <a:pt x="2270921" y="3831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ADF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46703" y="2127504"/>
              <a:ext cx="2528570" cy="1758950"/>
            </a:xfrm>
            <a:custGeom>
              <a:avLst/>
              <a:gdLst/>
              <a:ahLst/>
              <a:cxnLst/>
              <a:rect l="l" t="t" r="r" b="b"/>
              <a:pathLst>
                <a:path w="2528570" h="1758950">
                  <a:moveTo>
                    <a:pt x="2260092" y="1524"/>
                  </a:moveTo>
                  <a:lnTo>
                    <a:pt x="268224" y="1524"/>
                  </a:lnTo>
                  <a:lnTo>
                    <a:pt x="252984" y="4572"/>
                  </a:lnTo>
                  <a:lnTo>
                    <a:pt x="239268" y="6096"/>
                  </a:lnTo>
                  <a:lnTo>
                    <a:pt x="224028" y="10668"/>
                  </a:lnTo>
                  <a:lnTo>
                    <a:pt x="210312" y="13716"/>
                  </a:lnTo>
                  <a:lnTo>
                    <a:pt x="196596" y="18287"/>
                  </a:lnTo>
                  <a:lnTo>
                    <a:pt x="169163" y="30480"/>
                  </a:lnTo>
                  <a:lnTo>
                    <a:pt x="156972" y="36575"/>
                  </a:lnTo>
                  <a:lnTo>
                    <a:pt x="144780" y="44196"/>
                  </a:lnTo>
                  <a:lnTo>
                    <a:pt x="131063" y="51816"/>
                  </a:lnTo>
                  <a:lnTo>
                    <a:pt x="88392" y="88392"/>
                  </a:lnTo>
                  <a:lnTo>
                    <a:pt x="51816" y="132587"/>
                  </a:lnTo>
                  <a:lnTo>
                    <a:pt x="30480" y="169163"/>
                  </a:lnTo>
                  <a:lnTo>
                    <a:pt x="9144" y="224028"/>
                  </a:lnTo>
                  <a:lnTo>
                    <a:pt x="4572" y="252984"/>
                  </a:lnTo>
                  <a:lnTo>
                    <a:pt x="1524" y="268224"/>
                  </a:lnTo>
                  <a:lnTo>
                    <a:pt x="1524" y="283463"/>
                  </a:lnTo>
                  <a:lnTo>
                    <a:pt x="0" y="298704"/>
                  </a:lnTo>
                  <a:lnTo>
                    <a:pt x="0" y="1467612"/>
                  </a:lnTo>
                  <a:lnTo>
                    <a:pt x="1524" y="1482852"/>
                  </a:lnTo>
                  <a:lnTo>
                    <a:pt x="1524" y="1498092"/>
                  </a:lnTo>
                  <a:lnTo>
                    <a:pt x="4572" y="1513332"/>
                  </a:lnTo>
                  <a:lnTo>
                    <a:pt x="6096" y="1527048"/>
                  </a:lnTo>
                  <a:lnTo>
                    <a:pt x="10668" y="1542288"/>
                  </a:lnTo>
                  <a:lnTo>
                    <a:pt x="13716" y="1556004"/>
                  </a:lnTo>
                  <a:lnTo>
                    <a:pt x="30480" y="1597152"/>
                  </a:lnTo>
                  <a:lnTo>
                    <a:pt x="51816" y="1633728"/>
                  </a:lnTo>
                  <a:lnTo>
                    <a:pt x="88392" y="1677924"/>
                  </a:lnTo>
                  <a:lnTo>
                    <a:pt x="132587" y="1714500"/>
                  </a:lnTo>
                  <a:lnTo>
                    <a:pt x="169163" y="1735836"/>
                  </a:lnTo>
                  <a:lnTo>
                    <a:pt x="210312" y="1752600"/>
                  </a:lnTo>
                  <a:lnTo>
                    <a:pt x="224028" y="1755648"/>
                  </a:lnTo>
                  <a:lnTo>
                    <a:pt x="234188" y="1758696"/>
                  </a:lnTo>
                  <a:lnTo>
                    <a:pt x="2294128" y="1758696"/>
                  </a:lnTo>
                  <a:lnTo>
                    <a:pt x="2304288" y="1755648"/>
                  </a:lnTo>
                  <a:lnTo>
                    <a:pt x="2318004" y="1752600"/>
                  </a:lnTo>
                  <a:lnTo>
                    <a:pt x="283463" y="1752600"/>
                  </a:lnTo>
                  <a:lnTo>
                    <a:pt x="269748" y="1751076"/>
                  </a:lnTo>
                  <a:lnTo>
                    <a:pt x="254508" y="1749552"/>
                  </a:lnTo>
                  <a:lnTo>
                    <a:pt x="213360" y="1740408"/>
                  </a:lnTo>
                  <a:lnTo>
                    <a:pt x="201168" y="1735836"/>
                  </a:lnTo>
                  <a:lnTo>
                    <a:pt x="187451" y="1731264"/>
                  </a:lnTo>
                  <a:lnTo>
                    <a:pt x="138684" y="1703832"/>
                  </a:lnTo>
                  <a:lnTo>
                    <a:pt x="96012" y="1668780"/>
                  </a:lnTo>
                  <a:lnTo>
                    <a:pt x="62484" y="1626108"/>
                  </a:lnTo>
                  <a:lnTo>
                    <a:pt x="54863" y="1615440"/>
                  </a:lnTo>
                  <a:lnTo>
                    <a:pt x="47244" y="1603248"/>
                  </a:lnTo>
                  <a:lnTo>
                    <a:pt x="35051" y="1578864"/>
                  </a:lnTo>
                  <a:lnTo>
                    <a:pt x="25908" y="1551432"/>
                  </a:lnTo>
                  <a:lnTo>
                    <a:pt x="22860" y="1539240"/>
                  </a:lnTo>
                  <a:lnTo>
                    <a:pt x="18287" y="1525524"/>
                  </a:lnTo>
                  <a:lnTo>
                    <a:pt x="16763" y="1510284"/>
                  </a:lnTo>
                  <a:lnTo>
                    <a:pt x="15240" y="1496568"/>
                  </a:lnTo>
                  <a:lnTo>
                    <a:pt x="13716" y="1481328"/>
                  </a:lnTo>
                  <a:lnTo>
                    <a:pt x="13716" y="283463"/>
                  </a:lnTo>
                  <a:lnTo>
                    <a:pt x="15240" y="269748"/>
                  </a:lnTo>
                  <a:lnTo>
                    <a:pt x="16763" y="254508"/>
                  </a:lnTo>
                  <a:lnTo>
                    <a:pt x="18287" y="240792"/>
                  </a:lnTo>
                  <a:lnTo>
                    <a:pt x="22860" y="227075"/>
                  </a:lnTo>
                  <a:lnTo>
                    <a:pt x="25908" y="213360"/>
                  </a:lnTo>
                  <a:lnTo>
                    <a:pt x="30480" y="201168"/>
                  </a:lnTo>
                  <a:lnTo>
                    <a:pt x="35051" y="187451"/>
                  </a:lnTo>
                  <a:lnTo>
                    <a:pt x="47244" y="163068"/>
                  </a:lnTo>
                  <a:lnTo>
                    <a:pt x="79248" y="117348"/>
                  </a:lnTo>
                  <a:lnTo>
                    <a:pt x="117348" y="77724"/>
                  </a:lnTo>
                  <a:lnTo>
                    <a:pt x="163068" y="47244"/>
                  </a:lnTo>
                  <a:lnTo>
                    <a:pt x="201168" y="30480"/>
                  </a:lnTo>
                  <a:lnTo>
                    <a:pt x="213360" y="25908"/>
                  </a:lnTo>
                  <a:lnTo>
                    <a:pt x="227075" y="22860"/>
                  </a:lnTo>
                  <a:lnTo>
                    <a:pt x="240792" y="18287"/>
                  </a:lnTo>
                  <a:lnTo>
                    <a:pt x="256032" y="16763"/>
                  </a:lnTo>
                  <a:lnTo>
                    <a:pt x="269748" y="15240"/>
                  </a:lnTo>
                  <a:lnTo>
                    <a:pt x="284988" y="13716"/>
                  </a:lnTo>
                  <a:lnTo>
                    <a:pt x="2318004" y="13716"/>
                  </a:lnTo>
                  <a:lnTo>
                    <a:pt x="2304288" y="9144"/>
                  </a:lnTo>
                  <a:lnTo>
                    <a:pt x="2289048" y="6096"/>
                  </a:lnTo>
                  <a:lnTo>
                    <a:pt x="2275332" y="4572"/>
                  </a:lnTo>
                  <a:lnTo>
                    <a:pt x="2260092" y="1524"/>
                  </a:lnTo>
                  <a:close/>
                </a:path>
                <a:path w="2528570" h="1758950">
                  <a:moveTo>
                    <a:pt x="2318004" y="13716"/>
                  </a:moveTo>
                  <a:lnTo>
                    <a:pt x="2244852" y="13716"/>
                  </a:lnTo>
                  <a:lnTo>
                    <a:pt x="2258568" y="15240"/>
                  </a:lnTo>
                  <a:lnTo>
                    <a:pt x="2273808" y="16763"/>
                  </a:lnTo>
                  <a:lnTo>
                    <a:pt x="2287524" y="18287"/>
                  </a:lnTo>
                  <a:lnTo>
                    <a:pt x="2301240" y="22860"/>
                  </a:lnTo>
                  <a:lnTo>
                    <a:pt x="2314956" y="25908"/>
                  </a:lnTo>
                  <a:lnTo>
                    <a:pt x="2327148" y="30480"/>
                  </a:lnTo>
                  <a:lnTo>
                    <a:pt x="2365248" y="47244"/>
                  </a:lnTo>
                  <a:lnTo>
                    <a:pt x="2410968" y="79248"/>
                  </a:lnTo>
                  <a:lnTo>
                    <a:pt x="2450592" y="117348"/>
                  </a:lnTo>
                  <a:lnTo>
                    <a:pt x="2481072" y="163068"/>
                  </a:lnTo>
                  <a:lnTo>
                    <a:pt x="2497836" y="201168"/>
                  </a:lnTo>
                  <a:lnTo>
                    <a:pt x="2502408" y="213360"/>
                  </a:lnTo>
                  <a:lnTo>
                    <a:pt x="2508504" y="240792"/>
                  </a:lnTo>
                  <a:lnTo>
                    <a:pt x="2511552" y="256032"/>
                  </a:lnTo>
                  <a:lnTo>
                    <a:pt x="2513076" y="269748"/>
                  </a:lnTo>
                  <a:lnTo>
                    <a:pt x="2514600" y="284988"/>
                  </a:lnTo>
                  <a:lnTo>
                    <a:pt x="2514600" y="1482852"/>
                  </a:lnTo>
                  <a:lnTo>
                    <a:pt x="2513076" y="1496568"/>
                  </a:lnTo>
                  <a:lnTo>
                    <a:pt x="2511552" y="1511808"/>
                  </a:lnTo>
                  <a:lnTo>
                    <a:pt x="2502408" y="1552956"/>
                  </a:lnTo>
                  <a:lnTo>
                    <a:pt x="2497836" y="1565148"/>
                  </a:lnTo>
                  <a:lnTo>
                    <a:pt x="2493264" y="1578864"/>
                  </a:lnTo>
                  <a:lnTo>
                    <a:pt x="2465832" y="1627632"/>
                  </a:lnTo>
                  <a:lnTo>
                    <a:pt x="2430780" y="1670304"/>
                  </a:lnTo>
                  <a:lnTo>
                    <a:pt x="2388108" y="1703832"/>
                  </a:lnTo>
                  <a:lnTo>
                    <a:pt x="2377440" y="1711452"/>
                  </a:lnTo>
                  <a:lnTo>
                    <a:pt x="2340864" y="1731264"/>
                  </a:lnTo>
                  <a:lnTo>
                    <a:pt x="2301240" y="1743456"/>
                  </a:lnTo>
                  <a:lnTo>
                    <a:pt x="2258568" y="1751076"/>
                  </a:lnTo>
                  <a:lnTo>
                    <a:pt x="2243328" y="1752600"/>
                  </a:lnTo>
                  <a:lnTo>
                    <a:pt x="2318004" y="1752600"/>
                  </a:lnTo>
                  <a:lnTo>
                    <a:pt x="2359152" y="1735836"/>
                  </a:lnTo>
                  <a:lnTo>
                    <a:pt x="2395728" y="1714500"/>
                  </a:lnTo>
                  <a:lnTo>
                    <a:pt x="2439924" y="1677924"/>
                  </a:lnTo>
                  <a:lnTo>
                    <a:pt x="2476500" y="1633728"/>
                  </a:lnTo>
                  <a:lnTo>
                    <a:pt x="2497836" y="1597152"/>
                  </a:lnTo>
                  <a:lnTo>
                    <a:pt x="2514600" y="1556004"/>
                  </a:lnTo>
                  <a:lnTo>
                    <a:pt x="2517648" y="1542288"/>
                  </a:lnTo>
                  <a:lnTo>
                    <a:pt x="2522220" y="1527048"/>
                  </a:lnTo>
                  <a:lnTo>
                    <a:pt x="2523744" y="1513332"/>
                  </a:lnTo>
                  <a:lnTo>
                    <a:pt x="2526792" y="1498092"/>
                  </a:lnTo>
                  <a:lnTo>
                    <a:pt x="2526792" y="1482852"/>
                  </a:lnTo>
                  <a:lnTo>
                    <a:pt x="2528316" y="1467612"/>
                  </a:lnTo>
                  <a:lnTo>
                    <a:pt x="2528316" y="298704"/>
                  </a:lnTo>
                  <a:lnTo>
                    <a:pt x="2526792" y="283463"/>
                  </a:lnTo>
                  <a:lnTo>
                    <a:pt x="2526792" y="268224"/>
                  </a:lnTo>
                  <a:lnTo>
                    <a:pt x="2523744" y="252984"/>
                  </a:lnTo>
                  <a:lnTo>
                    <a:pt x="2522220" y="239268"/>
                  </a:lnTo>
                  <a:lnTo>
                    <a:pt x="2517648" y="224028"/>
                  </a:lnTo>
                  <a:lnTo>
                    <a:pt x="2497836" y="169163"/>
                  </a:lnTo>
                  <a:lnTo>
                    <a:pt x="2484120" y="144780"/>
                  </a:lnTo>
                  <a:lnTo>
                    <a:pt x="2476500" y="131063"/>
                  </a:lnTo>
                  <a:lnTo>
                    <a:pt x="2439924" y="88392"/>
                  </a:lnTo>
                  <a:lnTo>
                    <a:pt x="2395728" y="51816"/>
                  </a:lnTo>
                  <a:lnTo>
                    <a:pt x="2359152" y="30480"/>
                  </a:lnTo>
                  <a:lnTo>
                    <a:pt x="2331720" y="18287"/>
                  </a:lnTo>
                  <a:lnTo>
                    <a:pt x="2318004" y="13716"/>
                  </a:lnTo>
                  <a:close/>
                </a:path>
                <a:path w="2528570" h="1758950">
                  <a:moveTo>
                    <a:pt x="2229612" y="0"/>
                  </a:moveTo>
                  <a:lnTo>
                    <a:pt x="298704" y="0"/>
                  </a:lnTo>
                  <a:lnTo>
                    <a:pt x="283463" y="1524"/>
                  </a:lnTo>
                  <a:lnTo>
                    <a:pt x="2244852" y="1524"/>
                  </a:lnTo>
                  <a:lnTo>
                    <a:pt x="2229612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16884" y="2770123"/>
            <a:ext cx="1827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6600"/>
                </a:solidFill>
                <a:latin typeface="Caladea"/>
                <a:cs typeface="Caladea"/>
              </a:rPr>
              <a:t>Your</a:t>
            </a:r>
            <a:r>
              <a:rPr sz="2400" spc="-65" dirty="0">
                <a:solidFill>
                  <a:srgbClr val="006600"/>
                </a:solidFill>
                <a:latin typeface="Caladea"/>
                <a:cs typeface="Caladea"/>
              </a:rPr>
              <a:t> </a:t>
            </a:r>
            <a:r>
              <a:rPr sz="2400" spc="-10" dirty="0">
                <a:solidFill>
                  <a:srgbClr val="006600"/>
                </a:solidFill>
                <a:latin typeface="Caladea"/>
                <a:cs typeface="Caladea"/>
              </a:rPr>
              <a:t>Program</a:t>
            </a:r>
            <a:endParaRPr sz="2400">
              <a:latin typeface="Caladea"/>
              <a:cs typeface="Calade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81200" y="2915411"/>
            <a:ext cx="5259705" cy="978535"/>
            <a:chOff x="1981200" y="2915411"/>
            <a:chExt cx="5259705" cy="978535"/>
          </a:xfrm>
        </p:grpSpPr>
        <p:sp>
          <p:nvSpPr>
            <p:cNvPr id="8" name="object 8"/>
            <p:cNvSpPr/>
            <p:nvPr/>
          </p:nvSpPr>
          <p:spPr>
            <a:xfrm>
              <a:off x="1981200" y="2915411"/>
              <a:ext cx="5259705" cy="117475"/>
            </a:xfrm>
            <a:custGeom>
              <a:avLst/>
              <a:gdLst/>
              <a:ahLst/>
              <a:cxnLst/>
              <a:rect l="l" t="t" r="r" b="b"/>
              <a:pathLst>
                <a:path w="5259705" h="117475">
                  <a:moveTo>
                    <a:pt x="1351788" y="71628"/>
                  </a:moveTo>
                  <a:lnTo>
                    <a:pt x="1347203" y="71628"/>
                  </a:lnTo>
                  <a:lnTo>
                    <a:pt x="1299070" y="71628"/>
                  </a:lnTo>
                  <a:lnTo>
                    <a:pt x="1264920" y="91440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8"/>
                  </a:lnTo>
                  <a:lnTo>
                    <a:pt x="1263396" y="115824"/>
                  </a:lnTo>
                  <a:lnTo>
                    <a:pt x="1271003" y="117348"/>
                  </a:lnTo>
                  <a:lnTo>
                    <a:pt x="1277112" y="114300"/>
                  </a:lnTo>
                  <a:lnTo>
                    <a:pt x="1351788" y="71628"/>
                  </a:lnTo>
                  <a:close/>
                </a:path>
                <a:path w="5259705" h="117475">
                  <a:moveTo>
                    <a:pt x="1373124" y="59436"/>
                  </a:moveTo>
                  <a:lnTo>
                    <a:pt x="1277112" y="3048"/>
                  </a:lnTo>
                  <a:lnTo>
                    <a:pt x="1271003" y="0"/>
                  </a:lnTo>
                  <a:lnTo>
                    <a:pt x="1263396" y="1524"/>
                  </a:lnTo>
                  <a:lnTo>
                    <a:pt x="1260348" y="7620"/>
                  </a:lnTo>
                  <a:lnTo>
                    <a:pt x="1255776" y="13716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91" y="45669"/>
                  </a:lnTo>
                  <a:lnTo>
                    <a:pt x="0" y="44196"/>
                  </a:lnTo>
                  <a:lnTo>
                    <a:pt x="0" y="70104"/>
                  </a:lnTo>
                  <a:lnTo>
                    <a:pt x="1299171" y="71577"/>
                  </a:lnTo>
                  <a:lnTo>
                    <a:pt x="1347203" y="71628"/>
                  </a:lnTo>
                  <a:lnTo>
                    <a:pt x="1351876" y="71577"/>
                  </a:lnTo>
                  <a:lnTo>
                    <a:pt x="1373124" y="59436"/>
                  </a:lnTo>
                  <a:close/>
                </a:path>
                <a:path w="5259705" h="117475">
                  <a:moveTo>
                    <a:pt x="5237988" y="71628"/>
                  </a:moveTo>
                  <a:lnTo>
                    <a:pt x="5233416" y="71628"/>
                  </a:lnTo>
                  <a:lnTo>
                    <a:pt x="5185270" y="71628"/>
                  </a:lnTo>
                  <a:lnTo>
                    <a:pt x="5151120" y="91440"/>
                  </a:lnTo>
                  <a:lnTo>
                    <a:pt x="5145024" y="96012"/>
                  </a:lnTo>
                  <a:lnTo>
                    <a:pt x="5141976" y="103632"/>
                  </a:lnTo>
                  <a:lnTo>
                    <a:pt x="5146548" y="109728"/>
                  </a:lnTo>
                  <a:lnTo>
                    <a:pt x="5149596" y="115824"/>
                  </a:lnTo>
                  <a:lnTo>
                    <a:pt x="5157216" y="117348"/>
                  </a:lnTo>
                  <a:lnTo>
                    <a:pt x="5163312" y="114300"/>
                  </a:lnTo>
                  <a:lnTo>
                    <a:pt x="5237988" y="71628"/>
                  </a:lnTo>
                  <a:close/>
                </a:path>
                <a:path w="5259705" h="117475">
                  <a:moveTo>
                    <a:pt x="5259324" y="59436"/>
                  </a:moveTo>
                  <a:lnTo>
                    <a:pt x="5163312" y="3048"/>
                  </a:lnTo>
                  <a:lnTo>
                    <a:pt x="5157216" y="0"/>
                  </a:lnTo>
                  <a:lnTo>
                    <a:pt x="5149596" y="1524"/>
                  </a:lnTo>
                  <a:lnTo>
                    <a:pt x="5146548" y="7620"/>
                  </a:lnTo>
                  <a:lnTo>
                    <a:pt x="5141976" y="13716"/>
                  </a:lnTo>
                  <a:lnTo>
                    <a:pt x="5145024" y="21336"/>
                  </a:lnTo>
                  <a:lnTo>
                    <a:pt x="5151120" y="24384"/>
                  </a:lnTo>
                  <a:lnTo>
                    <a:pt x="5186591" y="45669"/>
                  </a:lnTo>
                  <a:lnTo>
                    <a:pt x="3886200" y="44196"/>
                  </a:lnTo>
                  <a:lnTo>
                    <a:pt x="3886200" y="70104"/>
                  </a:lnTo>
                  <a:lnTo>
                    <a:pt x="5185372" y="71577"/>
                  </a:lnTo>
                  <a:lnTo>
                    <a:pt x="5233416" y="71628"/>
                  </a:lnTo>
                  <a:lnTo>
                    <a:pt x="5238077" y="71577"/>
                  </a:lnTo>
                  <a:lnTo>
                    <a:pt x="5259324" y="59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5407" y="3886200"/>
              <a:ext cx="1931035" cy="0"/>
            </a:xfrm>
            <a:custGeom>
              <a:avLst/>
              <a:gdLst/>
              <a:ahLst/>
              <a:cxnLst/>
              <a:rect l="l" t="t" r="r" b="b"/>
              <a:pathLst>
                <a:path w="1931035">
                  <a:moveTo>
                    <a:pt x="1930907" y="0"/>
                  </a:moveTo>
                  <a:lnTo>
                    <a:pt x="0" y="0"/>
                  </a:lnTo>
                  <a:lnTo>
                    <a:pt x="1930907" y="0"/>
                  </a:lnTo>
                  <a:close/>
                </a:path>
              </a:pathLst>
            </a:custGeom>
            <a:solidFill>
              <a:srgbClr val="ADF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0891" y="3886200"/>
              <a:ext cx="2059939" cy="7620"/>
            </a:xfrm>
            <a:custGeom>
              <a:avLst/>
              <a:gdLst/>
              <a:ahLst/>
              <a:cxnLst/>
              <a:rect l="l" t="t" r="r" b="b"/>
              <a:pathLst>
                <a:path w="2059939" h="7620">
                  <a:moveTo>
                    <a:pt x="2010663" y="6096"/>
                  </a:moveTo>
                  <a:lnTo>
                    <a:pt x="49275" y="6096"/>
                  </a:lnTo>
                  <a:lnTo>
                    <a:pt x="64515" y="7620"/>
                  </a:lnTo>
                  <a:lnTo>
                    <a:pt x="1995423" y="7620"/>
                  </a:lnTo>
                  <a:lnTo>
                    <a:pt x="2010663" y="6096"/>
                  </a:lnTo>
                  <a:close/>
                </a:path>
                <a:path w="2059939" h="7620">
                  <a:moveTo>
                    <a:pt x="2059939" y="0"/>
                  </a:moveTo>
                  <a:lnTo>
                    <a:pt x="0" y="0"/>
                  </a:lnTo>
                  <a:lnTo>
                    <a:pt x="5079" y="1524"/>
                  </a:lnTo>
                  <a:lnTo>
                    <a:pt x="18795" y="3048"/>
                  </a:lnTo>
                  <a:lnTo>
                    <a:pt x="34035" y="6096"/>
                  </a:lnTo>
                  <a:lnTo>
                    <a:pt x="2025903" y="6096"/>
                  </a:lnTo>
                  <a:lnTo>
                    <a:pt x="2041143" y="3048"/>
                  </a:lnTo>
                  <a:lnTo>
                    <a:pt x="2054859" y="1524"/>
                  </a:lnTo>
                  <a:lnTo>
                    <a:pt x="2059939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36139" y="2465323"/>
            <a:ext cx="58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Hello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65340" y="2465323"/>
            <a:ext cx="585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600"/>
                </a:solidFill>
                <a:latin typeface="Arial"/>
                <a:cs typeface="Arial"/>
              </a:rPr>
              <a:t>olleH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4595" y="4811267"/>
            <a:ext cx="3380292" cy="58978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355263" y="4218000"/>
            <a:ext cx="2210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  <a:tab pos="850900" algn="l"/>
                <a:tab pos="1231900" algn="l"/>
                <a:tab pos="1612265" algn="l"/>
                <a:tab pos="2069464" algn="l"/>
              </a:tabLst>
            </a:pP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38855" y="4108703"/>
            <a:ext cx="3819525" cy="1766570"/>
            <a:chOff x="3038855" y="4108703"/>
            <a:chExt cx="3819525" cy="1766570"/>
          </a:xfrm>
        </p:grpSpPr>
        <p:sp>
          <p:nvSpPr>
            <p:cNvPr id="16" name="object 16"/>
            <p:cNvSpPr/>
            <p:nvPr/>
          </p:nvSpPr>
          <p:spPr>
            <a:xfrm>
              <a:off x="6248400" y="4800599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6096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09600" y="6858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38856" y="4108703"/>
              <a:ext cx="3068320" cy="692150"/>
            </a:xfrm>
            <a:custGeom>
              <a:avLst/>
              <a:gdLst/>
              <a:ahLst/>
              <a:cxnLst/>
              <a:rect l="l" t="t" r="r" b="b"/>
              <a:pathLst>
                <a:path w="3068320" h="692150">
                  <a:moveTo>
                    <a:pt x="466344" y="691896"/>
                  </a:moveTo>
                  <a:lnTo>
                    <a:pt x="465582" y="678180"/>
                  </a:lnTo>
                  <a:lnTo>
                    <a:pt x="460324" y="583692"/>
                  </a:lnTo>
                  <a:lnTo>
                    <a:pt x="460248" y="576072"/>
                  </a:lnTo>
                  <a:lnTo>
                    <a:pt x="454152" y="569976"/>
                  </a:lnTo>
                  <a:lnTo>
                    <a:pt x="446532" y="571500"/>
                  </a:lnTo>
                  <a:lnTo>
                    <a:pt x="440436" y="571500"/>
                  </a:lnTo>
                  <a:lnTo>
                    <a:pt x="434340" y="577596"/>
                  </a:lnTo>
                  <a:lnTo>
                    <a:pt x="435864" y="583692"/>
                  </a:lnTo>
                  <a:lnTo>
                    <a:pt x="438086" y="626706"/>
                  </a:lnTo>
                  <a:lnTo>
                    <a:pt x="19812" y="0"/>
                  </a:lnTo>
                  <a:lnTo>
                    <a:pt x="0" y="13716"/>
                  </a:lnTo>
                  <a:lnTo>
                    <a:pt x="416191" y="639457"/>
                  </a:lnTo>
                  <a:lnTo>
                    <a:pt x="379476" y="621792"/>
                  </a:lnTo>
                  <a:lnTo>
                    <a:pt x="373380" y="618744"/>
                  </a:lnTo>
                  <a:lnTo>
                    <a:pt x="365760" y="621792"/>
                  </a:lnTo>
                  <a:lnTo>
                    <a:pt x="359664" y="633984"/>
                  </a:lnTo>
                  <a:lnTo>
                    <a:pt x="362712" y="641604"/>
                  </a:lnTo>
                  <a:lnTo>
                    <a:pt x="368808" y="644652"/>
                  </a:lnTo>
                  <a:lnTo>
                    <a:pt x="466344" y="691896"/>
                  </a:lnTo>
                  <a:close/>
                </a:path>
                <a:path w="3068320" h="692150">
                  <a:moveTo>
                    <a:pt x="3067812" y="89916"/>
                  </a:moveTo>
                  <a:lnTo>
                    <a:pt x="3048000" y="74676"/>
                  </a:lnTo>
                  <a:lnTo>
                    <a:pt x="2633751" y="627481"/>
                  </a:lnTo>
                  <a:lnTo>
                    <a:pt x="2638044" y="586740"/>
                  </a:lnTo>
                  <a:lnTo>
                    <a:pt x="2639568" y="579120"/>
                  </a:lnTo>
                  <a:lnTo>
                    <a:pt x="2634996" y="573024"/>
                  </a:lnTo>
                  <a:lnTo>
                    <a:pt x="2627376" y="571500"/>
                  </a:lnTo>
                  <a:lnTo>
                    <a:pt x="2619756" y="571500"/>
                  </a:lnTo>
                  <a:lnTo>
                    <a:pt x="2613660" y="576072"/>
                  </a:lnTo>
                  <a:lnTo>
                    <a:pt x="2613660" y="583692"/>
                  </a:lnTo>
                  <a:lnTo>
                    <a:pt x="2599944" y="691896"/>
                  </a:lnTo>
                  <a:lnTo>
                    <a:pt x="2629116" y="679704"/>
                  </a:lnTo>
                  <a:lnTo>
                    <a:pt x="2702052" y="649224"/>
                  </a:lnTo>
                  <a:lnTo>
                    <a:pt x="2708148" y="647700"/>
                  </a:lnTo>
                  <a:lnTo>
                    <a:pt x="2711196" y="640080"/>
                  </a:lnTo>
                  <a:lnTo>
                    <a:pt x="2708148" y="633984"/>
                  </a:lnTo>
                  <a:lnTo>
                    <a:pt x="2706624" y="626364"/>
                  </a:lnTo>
                  <a:lnTo>
                    <a:pt x="2699004" y="623316"/>
                  </a:lnTo>
                  <a:lnTo>
                    <a:pt x="2691384" y="626364"/>
                  </a:lnTo>
                  <a:lnTo>
                    <a:pt x="2653500" y="642810"/>
                  </a:lnTo>
                  <a:lnTo>
                    <a:pt x="3067812" y="8991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34968" y="5480303"/>
              <a:ext cx="1932939" cy="394970"/>
            </a:xfrm>
            <a:custGeom>
              <a:avLst/>
              <a:gdLst/>
              <a:ahLst/>
              <a:cxnLst/>
              <a:rect l="l" t="t" r="r" b="b"/>
              <a:pathLst>
                <a:path w="1932939" h="394970">
                  <a:moveTo>
                    <a:pt x="1932432" y="3048"/>
                  </a:moveTo>
                  <a:lnTo>
                    <a:pt x="1930908" y="0"/>
                  </a:lnTo>
                  <a:lnTo>
                    <a:pt x="1479804" y="0"/>
                  </a:lnTo>
                  <a:lnTo>
                    <a:pt x="131368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391668"/>
                  </a:lnTo>
                  <a:lnTo>
                    <a:pt x="3048" y="394716"/>
                  </a:lnTo>
                  <a:lnTo>
                    <a:pt x="438912" y="394716"/>
                  </a:lnTo>
                  <a:lnTo>
                    <a:pt x="618744" y="394716"/>
                  </a:lnTo>
                  <a:lnTo>
                    <a:pt x="1930908" y="394716"/>
                  </a:lnTo>
                  <a:lnTo>
                    <a:pt x="1932432" y="391668"/>
                  </a:lnTo>
                  <a:lnTo>
                    <a:pt x="1932432" y="387096"/>
                  </a:lnTo>
                  <a:lnTo>
                    <a:pt x="1932432" y="381000"/>
                  </a:lnTo>
                  <a:lnTo>
                    <a:pt x="1932432" y="13716"/>
                  </a:lnTo>
                  <a:lnTo>
                    <a:pt x="1932432" y="6096"/>
                  </a:lnTo>
                  <a:lnTo>
                    <a:pt x="1932432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174816" y="3836923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74022" y="5514886"/>
            <a:ext cx="2520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100</a:t>
            </a:r>
            <a:r>
              <a:rPr sz="1600" b="1" spc="3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101</a:t>
            </a:r>
            <a:r>
              <a:rPr sz="1600" b="1" spc="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102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103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104</a:t>
            </a:r>
            <a:r>
              <a:rPr sz="16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C00000"/>
                </a:solidFill>
                <a:latin typeface="Arial"/>
                <a:cs typeface="Arial"/>
              </a:rPr>
              <a:t>105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95800" y="4834128"/>
            <a:ext cx="853440" cy="538480"/>
          </a:xfrm>
          <a:prstGeom prst="rect">
            <a:avLst/>
          </a:prstGeom>
          <a:solidFill>
            <a:srgbClr val="9696FF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485775" algn="l"/>
              </a:tabLst>
            </a:pP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e</a:t>
            </a:r>
            <a:r>
              <a:rPr sz="2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4200" b="1" spc="-75" baseline="-1984" dirty="0">
                <a:solidFill>
                  <a:srgbClr val="006600"/>
                </a:solidFill>
                <a:latin typeface="Arial"/>
                <a:cs typeface="Arial"/>
              </a:rPr>
              <a:t>H</a:t>
            </a:r>
            <a:endParaRPr sz="4200" baseline="-1984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08504" y="4183379"/>
            <a:ext cx="2988945" cy="617220"/>
          </a:xfrm>
          <a:custGeom>
            <a:avLst/>
            <a:gdLst/>
            <a:ahLst/>
            <a:cxnLst/>
            <a:rect l="l" t="t" r="r" b="b"/>
            <a:pathLst>
              <a:path w="2988945" h="617220">
                <a:moveTo>
                  <a:pt x="769620" y="617220"/>
                </a:moveTo>
                <a:lnTo>
                  <a:pt x="768769" y="615696"/>
                </a:lnTo>
                <a:lnTo>
                  <a:pt x="716280" y="521208"/>
                </a:lnTo>
                <a:lnTo>
                  <a:pt x="713232" y="515112"/>
                </a:lnTo>
                <a:lnTo>
                  <a:pt x="704088" y="513588"/>
                </a:lnTo>
                <a:lnTo>
                  <a:pt x="691896" y="519684"/>
                </a:lnTo>
                <a:lnTo>
                  <a:pt x="690372" y="527304"/>
                </a:lnTo>
                <a:lnTo>
                  <a:pt x="693420" y="533400"/>
                </a:lnTo>
                <a:lnTo>
                  <a:pt x="713346" y="569722"/>
                </a:lnTo>
                <a:lnTo>
                  <a:pt x="13716" y="149352"/>
                </a:lnTo>
                <a:lnTo>
                  <a:pt x="0" y="172212"/>
                </a:lnTo>
                <a:lnTo>
                  <a:pt x="701141" y="592035"/>
                </a:lnTo>
                <a:lnTo>
                  <a:pt x="659892" y="591312"/>
                </a:lnTo>
                <a:lnTo>
                  <a:pt x="652272" y="591312"/>
                </a:lnTo>
                <a:lnTo>
                  <a:pt x="646176" y="597408"/>
                </a:lnTo>
                <a:lnTo>
                  <a:pt x="646176" y="611124"/>
                </a:lnTo>
                <a:lnTo>
                  <a:pt x="652272" y="617220"/>
                </a:lnTo>
                <a:lnTo>
                  <a:pt x="769620" y="617220"/>
                </a:lnTo>
                <a:close/>
              </a:path>
              <a:path w="2988945" h="617220">
                <a:moveTo>
                  <a:pt x="1379220" y="617220"/>
                </a:moveTo>
                <a:lnTo>
                  <a:pt x="1378369" y="615696"/>
                </a:lnTo>
                <a:lnTo>
                  <a:pt x="1325880" y="521208"/>
                </a:lnTo>
                <a:lnTo>
                  <a:pt x="1322832" y="515112"/>
                </a:lnTo>
                <a:lnTo>
                  <a:pt x="1313688" y="513588"/>
                </a:lnTo>
                <a:lnTo>
                  <a:pt x="1301496" y="519684"/>
                </a:lnTo>
                <a:lnTo>
                  <a:pt x="1299972" y="527304"/>
                </a:lnTo>
                <a:lnTo>
                  <a:pt x="1303020" y="533400"/>
                </a:lnTo>
                <a:lnTo>
                  <a:pt x="1322946" y="569722"/>
                </a:lnTo>
                <a:lnTo>
                  <a:pt x="623316" y="149352"/>
                </a:lnTo>
                <a:lnTo>
                  <a:pt x="609600" y="172212"/>
                </a:lnTo>
                <a:lnTo>
                  <a:pt x="1310741" y="592035"/>
                </a:lnTo>
                <a:lnTo>
                  <a:pt x="1269492" y="591312"/>
                </a:lnTo>
                <a:lnTo>
                  <a:pt x="1261872" y="591312"/>
                </a:lnTo>
                <a:lnTo>
                  <a:pt x="1255776" y="597408"/>
                </a:lnTo>
                <a:lnTo>
                  <a:pt x="1255776" y="611124"/>
                </a:lnTo>
                <a:lnTo>
                  <a:pt x="1261872" y="617220"/>
                </a:lnTo>
                <a:lnTo>
                  <a:pt x="1379220" y="617220"/>
                </a:lnTo>
                <a:close/>
              </a:path>
              <a:path w="2988945" h="617220">
                <a:moveTo>
                  <a:pt x="2607564" y="15240"/>
                </a:moveTo>
                <a:lnTo>
                  <a:pt x="2587752" y="0"/>
                </a:lnTo>
                <a:lnTo>
                  <a:pt x="2173503" y="552805"/>
                </a:lnTo>
                <a:lnTo>
                  <a:pt x="2177796" y="512064"/>
                </a:lnTo>
                <a:lnTo>
                  <a:pt x="2179320" y="504444"/>
                </a:lnTo>
                <a:lnTo>
                  <a:pt x="2174748" y="498348"/>
                </a:lnTo>
                <a:lnTo>
                  <a:pt x="2167128" y="496824"/>
                </a:lnTo>
                <a:lnTo>
                  <a:pt x="2159508" y="496824"/>
                </a:lnTo>
                <a:lnTo>
                  <a:pt x="2153412" y="501396"/>
                </a:lnTo>
                <a:lnTo>
                  <a:pt x="2153412" y="509016"/>
                </a:lnTo>
                <a:lnTo>
                  <a:pt x="2139696" y="617220"/>
                </a:lnTo>
                <a:lnTo>
                  <a:pt x="2168868" y="605028"/>
                </a:lnTo>
                <a:lnTo>
                  <a:pt x="2241804" y="574548"/>
                </a:lnTo>
                <a:lnTo>
                  <a:pt x="2247900" y="573024"/>
                </a:lnTo>
                <a:lnTo>
                  <a:pt x="2250948" y="565404"/>
                </a:lnTo>
                <a:lnTo>
                  <a:pt x="2247900" y="559308"/>
                </a:lnTo>
                <a:lnTo>
                  <a:pt x="2246376" y="551688"/>
                </a:lnTo>
                <a:lnTo>
                  <a:pt x="2238756" y="548640"/>
                </a:lnTo>
                <a:lnTo>
                  <a:pt x="2231136" y="551688"/>
                </a:lnTo>
                <a:lnTo>
                  <a:pt x="2193252" y="568134"/>
                </a:lnTo>
                <a:lnTo>
                  <a:pt x="2607564" y="15240"/>
                </a:lnTo>
                <a:close/>
              </a:path>
              <a:path w="2988945" h="617220">
                <a:moveTo>
                  <a:pt x="2988564" y="15240"/>
                </a:moveTo>
                <a:lnTo>
                  <a:pt x="2968752" y="0"/>
                </a:lnTo>
                <a:lnTo>
                  <a:pt x="2554503" y="552805"/>
                </a:lnTo>
                <a:lnTo>
                  <a:pt x="2558796" y="512064"/>
                </a:lnTo>
                <a:lnTo>
                  <a:pt x="2560320" y="504444"/>
                </a:lnTo>
                <a:lnTo>
                  <a:pt x="2555748" y="498348"/>
                </a:lnTo>
                <a:lnTo>
                  <a:pt x="2548128" y="496824"/>
                </a:lnTo>
                <a:lnTo>
                  <a:pt x="2540508" y="496824"/>
                </a:lnTo>
                <a:lnTo>
                  <a:pt x="2534412" y="501396"/>
                </a:lnTo>
                <a:lnTo>
                  <a:pt x="2534412" y="509016"/>
                </a:lnTo>
                <a:lnTo>
                  <a:pt x="2520696" y="617220"/>
                </a:lnTo>
                <a:lnTo>
                  <a:pt x="2549868" y="605028"/>
                </a:lnTo>
                <a:lnTo>
                  <a:pt x="2622804" y="574548"/>
                </a:lnTo>
                <a:lnTo>
                  <a:pt x="2628900" y="573024"/>
                </a:lnTo>
                <a:lnTo>
                  <a:pt x="2631948" y="565404"/>
                </a:lnTo>
                <a:lnTo>
                  <a:pt x="2628900" y="559308"/>
                </a:lnTo>
                <a:lnTo>
                  <a:pt x="2627376" y="551688"/>
                </a:lnTo>
                <a:lnTo>
                  <a:pt x="2619756" y="548640"/>
                </a:lnTo>
                <a:lnTo>
                  <a:pt x="2612136" y="551688"/>
                </a:lnTo>
                <a:lnTo>
                  <a:pt x="2574252" y="568134"/>
                </a:lnTo>
                <a:lnTo>
                  <a:pt x="2988564" y="1524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76600" y="4849367"/>
            <a:ext cx="914400" cy="532130"/>
          </a:xfrm>
          <a:prstGeom prst="rect">
            <a:avLst/>
          </a:prstGeom>
          <a:solidFill>
            <a:srgbClr val="9696FF"/>
          </a:solidFill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  <a:tabLst>
                <a:tab pos="548640" algn="l"/>
              </a:tabLst>
            </a:pP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o</a:t>
            </a:r>
            <a:r>
              <a:rPr sz="2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24" name="object 24"/>
          <p:cNvSpPr txBox="1"/>
          <p:nvPr/>
        </p:nvSpPr>
        <p:spPr>
          <a:xfrm>
            <a:off x="5184063" y="3836923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r>
              <a:rPr sz="1800" b="1" dirty="0">
                <a:solidFill>
                  <a:srgbClr val="006600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5816" y="3771315"/>
            <a:ext cx="241300" cy="518159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75565">
              <a:lnSpc>
                <a:spcPct val="79500"/>
              </a:lnSpc>
              <a:spcBef>
                <a:spcPts val="54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p q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36139" y="3989400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6600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7776" y="830059"/>
            <a:ext cx="28555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47090" algn="l"/>
              </a:tabLst>
            </a:pPr>
            <a:r>
              <a:rPr spc="-25" dirty="0"/>
              <a:t>2</a:t>
            </a:r>
            <a:r>
              <a:rPr sz="3150" spc="-37" baseline="25132" dirty="0"/>
              <a:t>nd</a:t>
            </a:r>
            <a:r>
              <a:rPr sz="3150" baseline="25132" dirty="0"/>
              <a:t>	</a:t>
            </a:r>
            <a:r>
              <a:rPr sz="3200" spc="-10" dirty="0"/>
              <a:t>Program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2889504" y="1594103"/>
            <a:ext cx="4890770" cy="2292350"/>
          </a:xfrm>
          <a:custGeom>
            <a:avLst/>
            <a:gdLst/>
            <a:ahLst/>
            <a:cxnLst/>
            <a:rect l="l" t="t" r="r" b="b"/>
            <a:pathLst>
              <a:path w="4890770" h="2292350">
                <a:moveTo>
                  <a:pt x="4890516" y="0"/>
                </a:moveTo>
                <a:lnTo>
                  <a:pt x="0" y="0"/>
                </a:lnTo>
                <a:lnTo>
                  <a:pt x="0" y="2292096"/>
                </a:lnTo>
                <a:lnTo>
                  <a:pt x="13715" y="2292096"/>
                </a:lnTo>
                <a:lnTo>
                  <a:pt x="13715" y="13716"/>
                </a:lnTo>
                <a:lnTo>
                  <a:pt x="6095" y="13716"/>
                </a:lnTo>
                <a:lnTo>
                  <a:pt x="13715" y="6096"/>
                </a:lnTo>
                <a:lnTo>
                  <a:pt x="4890516" y="6096"/>
                </a:lnTo>
                <a:lnTo>
                  <a:pt x="4890516" y="0"/>
                </a:lnTo>
                <a:close/>
              </a:path>
              <a:path w="4890770" h="2292350">
                <a:moveTo>
                  <a:pt x="4876800" y="6096"/>
                </a:moveTo>
                <a:lnTo>
                  <a:pt x="4876800" y="2292096"/>
                </a:lnTo>
                <a:lnTo>
                  <a:pt x="4890516" y="2292096"/>
                </a:lnTo>
                <a:lnTo>
                  <a:pt x="4890516" y="13716"/>
                </a:lnTo>
                <a:lnTo>
                  <a:pt x="4882896" y="13716"/>
                </a:lnTo>
                <a:lnTo>
                  <a:pt x="4876800" y="6096"/>
                </a:lnTo>
                <a:close/>
              </a:path>
              <a:path w="4890770" h="2292350">
                <a:moveTo>
                  <a:pt x="13715" y="6096"/>
                </a:moveTo>
                <a:lnTo>
                  <a:pt x="6095" y="13716"/>
                </a:lnTo>
                <a:lnTo>
                  <a:pt x="13715" y="13716"/>
                </a:lnTo>
                <a:lnTo>
                  <a:pt x="13715" y="6096"/>
                </a:lnTo>
                <a:close/>
              </a:path>
              <a:path w="4890770" h="2292350">
                <a:moveTo>
                  <a:pt x="4876800" y="6096"/>
                </a:moveTo>
                <a:lnTo>
                  <a:pt x="13715" y="6096"/>
                </a:lnTo>
                <a:lnTo>
                  <a:pt x="13715" y="13716"/>
                </a:lnTo>
                <a:lnTo>
                  <a:pt x="4876800" y="13716"/>
                </a:lnTo>
                <a:lnTo>
                  <a:pt x="4876800" y="6096"/>
                </a:lnTo>
                <a:close/>
              </a:path>
              <a:path w="4890770" h="2292350">
                <a:moveTo>
                  <a:pt x="4890516" y="6096"/>
                </a:moveTo>
                <a:lnTo>
                  <a:pt x="4876800" y="6096"/>
                </a:lnTo>
                <a:lnTo>
                  <a:pt x="4882896" y="13716"/>
                </a:lnTo>
                <a:lnTo>
                  <a:pt x="4890516" y="13716"/>
                </a:lnTo>
                <a:lnTo>
                  <a:pt x="48905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74314" y="1569745"/>
            <a:ext cx="1367155" cy="7937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400"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</a:pP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char char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6013" y="1825777"/>
            <a:ext cx="879475" cy="5378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s[50],t;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*p,</a:t>
            </a:r>
            <a:r>
              <a:rPr sz="14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*q;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7" name="object 7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89504" y="3886200"/>
              <a:ext cx="4890770" cy="2682240"/>
            </a:xfrm>
            <a:custGeom>
              <a:avLst/>
              <a:gdLst/>
              <a:ahLst/>
              <a:cxnLst/>
              <a:rect l="l" t="t" r="r" b="b"/>
              <a:pathLst>
                <a:path w="4890770" h="2682240">
                  <a:moveTo>
                    <a:pt x="13715" y="0"/>
                  </a:moveTo>
                  <a:lnTo>
                    <a:pt x="0" y="0"/>
                  </a:lnTo>
                  <a:lnTo>
                    <a:pt x="0" y="2682240"/>
                  </a:lnTo>
                  <a:lnTo>
                    <a:pt x="4890516" y="2682240"/>
                  </a:lnTo>
                  <a:lnTo>
                    <a:pt x="4890516" y="2676144"/>
                  </a:lnTo>
                  <a:lnTo>
                    <a:pt x="13715" y="2676144"/>
                  </a:lnTo>
                  <a:lnTo>
                    <a:pt x="6096" y="2670048"/>
                  </a:lnTo>
                  <a:lnTo>
                    <a:pt x="13715" y="2670048"/>
                  </a:lnTo>
                  <a:lnTo>
                    <a:pt x="13715" y="0"/>
                  </a:lnTo>
                  <a:close/>
                </a:path>
                <a:path w="4890770" h="2682240">
                  <a:moveTo>
                    <a:pt x="13715" y="2670048"/>
                  </a:moveTo>
                  <a:lnTo>
                    <a:pt x="6096" y="2670048"/>
                  </a:lnTo>
                  <a:lnTo>
                    <a:pt x="13715" y="2676144"/>
                  </a:lnTo>
                  <a:lnTo>
                    <a:pt x="13715" y="2670048"/>
                  </a:lnTo>
                  <a:close/>
                </a:path>
                <a:path w="4890770" h="2682240">
                  <a:moveTo>
                    <a:pt x="4876800" y="2670048"/>
                  </a:moveTo>
                  <a:lnTo>
                    <a:pt x="13715" y="2670048"/>
                  </a:lnTo>
                  <a:lnTo>
                    <a:pt x="13715" y="2676144"/>
                  </a:lnTo>
                  <a:lnTo>
                    <a:pt x="4876800" y="2676144"/>
                  </a:lnTo>
                  <a:lnTo>
                    <a:pt x="4876800" y="2670048"/>
                  </a:lnTo>
                  <a:close/>
                </a:path>
                <a:path w="4890770" h="2682240">
                  <a:moveTo>
                    <a:pt x="4890516" y="0"/>
                  </a:moveTo>
                  <a:lnTo>
                    <a:pt x="4876800" y="0"/>
                  </a:lnTo>
                  <a:lnTo>
                    <a:pt x="4876800" y="2676144"/>
                  </a:lnTo>
                  <a:lnTo>
                    <a:pt x="4882896" y="2670048"/>
                  </a:lnTo>
                  <a:lnTo>
                    <a:pt x="4890516" y="2670048"/>
                  </a:lnTo>
                  <a:lnTo>
                    <a:pt x="4890516" y="0"/>
                  </a:lnTo>
                  <a:close/>
                </a:path>
                <a:path w="4890770" h="2682240">
                  <a:moveTo>
                    <a:pt x="4890516" y="2670048"/>
                  </a:moveTo>
                  <a:lnTo>
                    <a:pt x="4882896" y="2670048"/>
                  </a:lnTo>
                  <a:lnTo>
                    <a:pt x="4876800" y="2676144"/>
                  </a:lnTo>
                  <a:lnTo>
                    <a:pt x="4890516" y="2676144"/>
                  </a:lnTo>
                  <a:lnTo>
                    <a:pt x="4890516" y="2670048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74314" y="2337879"/>
            <a:ext cx="3173095" cy="41224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434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gets(s);</a:t>
            </a:r>
            <a:endParaRPr sz="1400"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  <a:tabLst>
                <a:tab pos="2202815" algn="l"/>
              </a:tabLst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&amp;s[0];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	//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s;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while(*p</a:t>
            </a:r>
            <a:r>
              <a:rPr sz="14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!=</a:t>
            </a:r>
            <a:r>
              <a:rPr sz="14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‘\0’){</a:t>
            </a:r>
            <a:endParaRPr sz="14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p++;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40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p--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926465" marR="854710">
              <a:lnSpc>
                <a:spcPts val="2020"/>
              </a:lnSpc>
              <a:spcBef>
                <a:spcPts val="114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q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s;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while(p</a:t>
            </a:r>
            <a:r>
              <a:rPr sz="1400" b="1" spc="-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&gt;</a:t>
            </a: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q){</a:t>
            </a:r>
            <a:endParaRPr sz="14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210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t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*p;</a:t>
            </a:r>
            <a:endParaRPr sz="14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*p</a:t>
            </a:r>
            <a:r>
              <a:rPr sz="14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*q;</a:t>
            </a:r>
            <a:endParaRPr sz="1400">
              <a:latin typeface="Courier New"/>
              <a:cs typeface="Courier New"/>
            </a:endParaRPr>
          </a:p>
          <a:p>
            <a:pPr marL="1841500" marR="579120">
              <a:lnSpc>
                <a:spcPct val="120000"/>
              </a:lnSpc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*q</a:t>
            </a:r>
            <a:r>
              <a:rPr sz="14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t; </a:t>
            </a: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q++;</a:t>
            </a:r>
            <a:endParaRPr sz="14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p--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40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printf(“%s”,</a:t>
            </a:r>
            <a:r>
              <a:rPr sz="1400" b="1" spc="-1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s);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pc="-10" dirty="0"/>
              <a:t>Pointers</a:t>
            </a:r>
          </a:p>
          <a:p>
            <a:pPr marL="469900" marR="3610610">
              <a:lnSpc>
                <a:spcPts val="2400"/>
              </a:lnSpc>
              <a:spcBef>
                <a:spcPts val="75"/>
              </a:spcBef>
            </a:pPr>
            <a:r>
              <a:rPr sz="2000" dirty="0"/>
              <a:t>What</a:t>
            </a:r>
            <a:r>
              <a:rPr sz="2000" spc="-25" dirty="0"/>
              <a:t> </a:t>
            </a:r>
            <a:r>
              <a:rPr sz="2000" dirty="0"/>
              <a:t>is a</a:t>
            </a:r>
            <a:r>
              <a:rPr sz="2000" spc="-15" dirty="0"/>
              <a:t> </a:t>
            </a:r>
            <a:r>
              <a:rPr sz="2000" spc="-10" dirty="0"/>
              <a:t>Pointer </a:t>
            </a:r>
            <a:r>
              <a:rPr sz="2000" dirty="0"/>
              <a:t>Creating</a:t>
            </a:r>
            <a:r>
              <a:rPr sz="2000" spc="-50" dirty="0"/>
              <a:t> </a:t>
            </a:r>
            <a:r>
              <a:rPr sz="2000" dirty="0"/>
              <a:t>pointers</a:t>
            </a:r>
            <a:r>
              <a:rPr sz="2000" spc="-25" dirty="0"/>
              <a:t> </a:t>
            </a:r>
            <a:r>
              <a:rPr sz="2000" dirty="0"/>
              <a:t>in </a:t>
            </a:r>
            <a:r>
              <a:rPr sz="2000" spc="-50" dirty="0"/>
              <a:t>C</a:t>
            </a:r>
            <a:endParaRPr sz="2000"/>
          </a:p>
          <a:p>
            <a:pPr marL="824865">
              <a:lnSpc>
                <a:spcPts val="2300"/>
              </a:lnSpc>
            </a:pPr>
            <a:r>
              <a:rPr sz="2000" dirty="0">
                <a:latin typeface="Arial"/>
                <a:cs typeface="Arial"/>
              </a:rPr>
              <a:t>&amp;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operator,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printf,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scanf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used 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pointers</a:t>
            </a:r>
            <a:endParaRPr sz="2000">
              <a:latin typeface="Arial"/>
              <a:cs typeface="Arial"/>
            </a:endParaRPr>
          </a:p>
          <a:p>
            <a:pPr marL="469900" marR="2103755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solidFill>
                  <a:srgbClr val="186600"/>
                </a:solidFill>
              </a:rPr>
              <a:t>A</a:t>
            </a:r>
            <a:r>
              <a:rPr sz="2000" spc="-35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detail</a:t>
            </a:r>
            <a:r>
              <a:rPr sz="2000" spc="-1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example</a:t>
            </a:r>
            <a:r>
              <a:rPr sz="2000" spc="-50" dirty="0">
                <a:solidFill>
                  <a:srgbClr val="186600"/>
                </a:solidFill>
              </a:rPr>
              <a:t> </a:t>
            </a:r>
            <a:r>
              <a:rPr sz="2000" dirty="0">
                <a:solidFill>
                  <a:srgbClr val="186600"/>
                </a:solidFill>
              </a:rPr>
              <a:t>using</a:t>
            </a:r>
            <a:r>
              <a:rPr sz="2000" spc="-10" dirty="0">
                <a:solidFill>
                  <a:srgbClr val="186600"/>
                </a:solidFill>
              </a:rPr>
              <a:t> pointers </a:t>
            </a:r>
            <a:r>
              <a:rPr sz="2000" dirty="0"/>
              <a:t>Basic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Pointer</a:t>
            </a:r>
            <a:r>
              <a:rPr sz="2000" spc="-40" dirty="0"/>
              <a:t> </a:t>
            </a:r>
            <a:r>
              <a:rPr sz="2000" spc="-10" dirty="0"/>
              <a:t>Manipulations </a:t>
            </a:r>
            <a:r>
              <a:rPr sz="2000" dirty="0"/>
              <a:t>Why</a:t>
            </a:r>
            <a:r>
              <a:rPr sz="2000" spc="-20" dirty="0"/>
              <a:t> </a:t>
            </a:r>
            <a:r>
              <a:rPr sz="2000" dirty="0"/>
              <a:t>we</a:t>
            </a:r>
            <a:r>
              <a:rPr sz="2000" spc="-20" dirty="0"/>
              <a:t> </a:t>
            </a:r>
            <a:r>
              <a:rPr sz="2000" dirty="0"/>
              <a:t>need</a:t>
            </a:r>
            <a:r>
              <a:rPr sz="2000" spc="-5" dirty="0"/>
              <a:t> </a:t>
            </a:r>
            <a:r>
              <a:rPr sz="2000" spc="-10" dirty="0"/>
              <a:t>pointers </a:t>
            </a:r>
            <a:r>
              <a:rPr sz="2000" dirty="0">
                <a:solidFill>
                  <a:srgbClr val="008000"/>
                </a:solidFill>
              </a:rPr>
              <a:t>Operators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applicable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to</a:t>
            </a:r>
            <a:r>
              <a:rPr sz="2000" spc="-25" dirty="0">
                <a:solidFill>
                  <a:srgbClr val="008000"/>
                </a:solidFill>
              </a:rPr>
              <a:t> </a:t>
            </a:r>
            <a:r>
              <a:rPr sz="2000" spc="-10" dirty="0">
                <a:solidFill>
                  <a:srgbClr val="008000"/>
                </a:solidFill>
              </a:rPr>
              <a:t>pointers </a:t>
            </a:r>
            <a:r>
              <a:rPr sz="2000" dirty="0"/>
              <a:t>Arrays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spc="-10" dirty="0"/>
              <a:t>pointers</a:t>
            </a:r>
            <a:endParaRPr sz="2000"/>
          </a:p>
          <a:p>
            <a:pPr marL="469900" marR="735965">
              <a:lnSpc>
                <a:spcPct val="100000"/>
              </a:lnSpc>
            </a:pPr>
            <a:r>
              <a:rPr sz="2000" dirty="0"/>
              <a:t>Problem</a:t>
            </a:r>
            <a:r>
              <a:rPr sz="2000" spc="-50" dirty="0"/>
              <a:t> </a:t>
            </a:r>
            <a:r>
              <a:rPr sz="2000" dirty="0"/>
              <a:t>solving</a:t>
            </a:r>
            <a:r>
              <a:rPr sz="2000" spc="-15" dirty="0"/>
              <a:t> </a:t>
            </a:r>
            <a:r>
              <a:rPr sz="2000" dirty="0"/>
              <a:t>with</a:t>
            </a:r>
            <a:r>
              <a:rPr sz="2000" spc="-15" dirty="0"/>
              <a:t> </a:t>
            </a:r>
            <a:r>
              <a:rPr sz="2000" dirty="0"/>
              <a:t>pointers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arrays </a:t>
            </a:r>
            <a:r>
              <a:rPr sz="2000" dirty="0">
                <a:solidFill>
                  <a:srgbClr val="008000"/>
                </a:solidFill>
              </a:rPr>
              <a:t>Problem</a:t>
            </a:r>
            <a:r>
              <a:rPr sz="2000" spc="-5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solving</a:t>
            </a:r>
            <a:r>
              <a:rPr sz="2000" spc="-15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with</a:t>
            </a:r>
            <a:r>
              <a:rPr sz="2000" spc="-15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pointers</a:t>
            </a:r>
            <a:r>
              <a:rPr sz="2000" spc="-30" dirty="0">
                <a:solidFill>
                  <a:srgbClr val="008000"/>
                </a:solidFill>
              </a:rPr>
              <a:t> </a:t>
            </a:r>
            <a:r>
              <a:rPr sz="2000" dirty="0">
                <a:solidFill>
                  <a:srgbClr val="008000"/>
                </a:solidFill>
              </a:rPr>
              <a:t>and</a:t>
            </a:r>
            <a:r>
              <a:rPr sz="2000" spc="-25" dirty="0">
                <a:solidFill>
                  <a:srgbClr val="008000"/>
                </a:solidFill>
              </a:rPr>
              <a:t> </a:t>
            </a:r>
            <a:r>
              <a:rPr sz="2000" spc="-10" dirty="0">
                <a:solidFill>
                  <a:srgbClr val="008000"/>
                </a:solidFill>
              </a:rPr>
              <a:t>strings </a:t>
            </a:r>
            <a:r>
              <a:rPr sz="2000" dirty="0">
                <a:solidFill>
                  <a:srgbClr val="FF0000"/>
                </a:solidFill>
              </a:rPr>
              <a:t>Pointers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and</a:t>
            </a:r>
            <a:r>
              <a:rPr sz="2000" spc="-2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dynamic</a:t>
            </a:r>
            <a:r>
              <a:rPr sz="2000" spc="-4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memory</a:t>
            </a:r>
            <a:r>
              <a:rPr sz="2000" spc="-3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allocation</a:t>
            </a:r>
            <a:endParaRPr sz="2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50" dirty="0"/>
              <a:t> </a:t>
            </a:r>
            <a:r>
              <a:rPr dirty="0"/>
              <a:t>memory</a:t>
            </a:r>
            <a:r>
              <a:rPr spc="-40" dirty="0"/>
              <a:t> </a:t>
            </a:r>
            <a:r>
              <a:rPr spc="-10" dirty="0"/>
              <a:t>allocation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84503" y="1670304"/>
            <a:ext cx="4890770" cy="2216150"/>
          </a:xfrm>
          <a:custGeom>
            <a:avLst/>
            <a:gdLst/>
            <a:ahLst/>
            <a:cxnLst/>
            <a:rect l="l" t="t" r="r" b="b"/>
            <a:pathLst>
              <a:path w="4890770" h="2216150">
                <a:moveTo>
                  <a:pt x="4890516" y="0"/>
                </a:moveTo>
                <a:lnTo>
                  <a:pt x="0" y="0"/>
                </a:lnTo>
                <a:lnTo>
                  <a:pt x="0" y="2215896"/>
                </a:lnTo>
                <a:lnTo>
                  <a:pt x="13715" y="2215896"/>
                </a:lnTo>
                <a:lnTo>
                  <a:pt x="13715" y="13716"/>
                </a:lnTo>
                <a:lnTo>
                  <a:pt x="6096" y="13716"/>
                </a:lnTo>
                <a:lnTo>
                  <a:pt x="13715" y="6096"/>
                </a:lnTo>
                <a:lnTo>
                  <a:pt x="4890516" y="6096"/>
                </a:lnTo>
                <a:lnTo>
                  <a:pt x="4890516" y="0"/>
                </a:lnTo>
                <a:close/>
              </a:path>
              <a:path w="4890770" h="2216150">
                <a:moveTo>
                  <a:pt x="4876800" y="6096"/>
                </a:moveTo>
                <a:lnTo>
                  <a:pt x="4876800" y="2215896"/>
                </a:lnTo>
                <a:lnTo>
                  <a:pt x="4890516" y="2215896"/>
                </a:lnTo>
                <a:lnTo>
                  <a:pt x="4890516" y="13716"/>
                </a:lnTo>
                <a:lnTo>
                  <a:pt x="4882896" y="13716"/>
                </a:lnTo>
                <a:lnTo>
                  <a:pt x="4876800" y="6096"/>
                </a:lnTo>
                <a:close/>
              </a:path>
              <a:path w="4890770" h="2216150">
                <a:moveTo>
                  <a:pt x="13715" y="6096"/>
                </a:moveTo>
                <a:lnTo>
                  <a:pt x="6096" y="13716"/>
                </a:lnTo>
                <a:lnTo>
                  <a:pt x="13715" y="13716"/>
                </a:lnTo>
                <a:lnTo>
                  <a:pt x="13715" y="6096"/>
                </a:lnTo>
                <a:close/>
              </a:path>
              <a:path w="4890770" h="2216150">
                <a:moveTo>
                  <a:pt x="4876800" y="6096"/>
                </a:moveTo>
                <a:lnTo>
                  <a:pt x="13715" y="6096"/>
                </a:lnTo>
                <a:lnTo>
                  <a:pt x="13715" y="13716"/>
                </a:lnTo>
                <a:lnTo>
                  <a:pt x="4876800" y="13716"/>
                </a:lnTo>
                <a:lnTo>
                  <a:pt x="4876800" y="6096"/>
                </a:lnTo>
                <a:close/>
              </a:path>
              <a:path w="4890770" h="2216150">
                <a:moveTo>
                  <a:pt x="4890516" y="6096"/>
                </a:moveTo>
                <a:lnTo>
                  <a:pt x="4876800" y="6096"/>
                </a:lnTo>
                <a:lnTo>
                  <a:pt x="4882896" y="13716"/>
                </a:lnTo>
                <a:lnTo>
                  <a:pt x="4890516" y="13716"/>
                </a:lnTo>
                <a:lnTo>
                  <a:pt x="4890516" y="609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9272" y="1646059"/>
            <a:ext cx="2647315" cy="232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3885">
              <a:lnSpc>
                <a:spcPct val="120000"/>
              </a:lnSpc>
              <a:spcBef>
                <a:spcPts val="100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400" b="1" spc="-9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&lt;stdlib.h&gt;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4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*p;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malloc(4);</a:t>
            </a:r>
            <a:endParaRPr sz="1400">
              <a:latin typeface="Courier New"/>
              <a:cs typeface="Courier New"/>
            </a:endParaRPr>
          </a:p>
          <a:p>
            <a:pPr marL="927100" marR="5080">
              <a:lnSpc>
                <a:spcPct val="120000"/>
              </a:lnSpc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*p</a:t>
            </a:r>
            <a:r>
              <a:rPr sz="14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37;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printf(“%d”,*p);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scanf(“%d”,p);</a:t>
            </a:r>
            <a:endParaRPr sz="1400">
              <a:latin typeface="Courier New"/>
              <a:cs typeface="Courier New"/>
            </a:endParaRPr>
          </a:p>
          <a:p>
            <a:pPr marL="927100" marR="5080">
              <a:lnSpc>
                <a:spcPct val="120000"/>
              </a:lnSpc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printf(“%d”,*p); free(p);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6016" y="2901264"/>
            <a:ext cx="1254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37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8876" y="3434588"/>
            <a:ext cx="384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Prints</a:t>
            </a:r>
            <a:r>
              <a:rPr sz="1800" b="1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whatever</a:t>
            </a:r>
            <a:r>
              <a:rPr sz="1800" b="1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r>
              <a:rPr sz="1800" b="1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input</a:t>
            </a:r>
            <a:r>
              <a:rPr sz="1800" b="1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ourier New"/>
                <a:cs typeface="Courier New"/>
              </a:rPr>
              <a:t>is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5816" y="2415120"/>
            <a:ext cx="2950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4D00"/>
                </a:solidFill>
                <a:latin typeface="Courier New"/>
                <a:cs typeface="Courier New"/>
              </a:rPr>
              <a:t>p</a:t>
            </a:r>
            <a:r>
              <a:rPr sz="1600" b="1" spc="-20" dirty="0">
                <a:solidFill>
                  <a:srgbClr val="004D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4D00"/>
                </a:solidFill>
                <a:latin typeface="Courier New"/>
                <a:cs typeface="Courier New"/>
              </a:rPr>
              <a:t>= </a:t>
            </a:r>
            <a:r>
              <a:rPr sz="1600" b="1" spc="-10" dirty="0">
                <a:solidFill>
                  <a:srgbClr val="004D00"/>
                </a:solidFill>
                <a:latin typeface="Courier New"/>
                <a:cs typeface="Courier New"/>
              </a:rPr>
              <a:t>malloc(sizeof(int));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9" name="object 9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4504" y="3886200"/>
              <a:ext cx="4890770" cy="433070"/>
            </a:xfrm>
            <a:custGeom>
              <a:avLst/>
              <a:gdLst/>
              <a:ahLst/>
              <a:cxnLst/>
              <a:rect l="l" t="t" r="r" b="b"/>
              <a:pathLst>
                <a:path w="4890770" h="433070">
                  <a:moveTo>
                    <a:pt x="13715" y="0"/>
                  </a:moveTo>
                  <a:lnTo>
                    <a:pt x="0" y="0"/>
                  </a:lnTo>
                  <a:lnTo>
                    <a:pt x="0" y="432815"/>
                  </a:lnTo>
                  <a:lnTo>
                    <a:pt x="4890516" y="432815"/>
                  </a:lnTo>
                  <a:lnTo>
                    <a:pt x="4890516" y="426720"/>
                  </a:lnTo>
                  <a:lnTo>
                    <a:pt x="13715" y="426720"/>
                  </a:lnTo>
                  <a:lnTo>
                    <a:pt x="6096" y="419100"/>
                  </a:lnTo>
                  <a:lnTo>
                    <a:pt x="13715" y="419100"/>
                  </a:lnTo>
                  <a:lnTo>
                    <a:pt x="13715" y="0"/>
                  </a:lnTo>
                  <a:close/>
                </a:path>
                <a:path w="4890770" h="433070">
                  <a:moveTo>
                    <a:pt x="13715" y="419100"/>
                  </a:moveTo>
                  <a:lnTo>
                    <a:pt x="6096" y="419100"/>
                  </a:lnTo>
                  <a:lnTo>
                    <a:pt x="13715" y="426720"/>
                  </a:lnTo>
                  <a:lnTo>
                    <a:pt x="13715" y="419100"/>
                  </a:lnTo>
                  <a:close/>
                </a:path>
                <a:path w="4890770" h="433070">
                  <a:moveTo>
                    <a:pt x="4876800" y="419100"/>
                  </a:moveTo>
                  <a:lnTo>
                    <a:pt x="13715" y="419100"/>
                  </a:lnTo>
                  <a:lnTo>
                    <a:pt x="13715" y="426720"/>
                  </a:lnTo>
                  <a:lnTo>
                    <a:pt x="4876800" y="426720"/>
                  </a:lnTo>
                  <a:lnTo>
                    <a:pt x="4876800" y="419100"/>
                  </a:lnTo>
                  <a:close/>
                </a:path>
                <a:path w="4890770" h="433070">
                  <a:moveTo>
                    <a:pt x="4890516" y="0"/>
                  </a:moveTo>
                  <a:lnTo>
                    <a:pt x="4876800" y="0"/>
                  </a:lnTo>
                  <a:lnTo>
                    <a:pt x="4876800" y="426720"/>
                  </a:lnTo>
                  <a:lnTo>
                    <a:pt x="4882896" y="419100"/>
                  </a:lnTo>
                  <a:lnTo>
                    <a:pt x="4890516" y="419100"/>
                  </a:lnTo>
                  <a:lnTo>
                    <a:pt x="4890516" y="0"/>
                  </a:lnTo>
                  <a:close/>
                </a:path>
                <a:path w="4890770" h="433070">
                  <a:moveTo>
                    <a:pt x="4890516" y="419100"/>
                  </a:moveTo>
                  <a:lnTo>
                    <a:pt x="4882896" y="419100"/>
                  </a:lnTo>
                  <a:lnTo>
                    <a:pt x="4876800" y="426720"/>
                  </a:lnTo>
                  <a:lnTo>
                    <a:pt x="4890516" y="426720"/>
                  </a:lnTo>
                  <a:lnTo>
                    <a:pt x="4890516" y="41910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69272" y="3992410"/>
            <a:ext cx="1327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43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05" dirty="0"/>
              <a:t> </a:t>
            </a:r>
            <a:r>
              <a:rPr dirty="0"/>
              <a:t>memory</a:t>
            </a:r>
            <a:r>
              <a:rPr spc="-90" dirty="0"/>
              <a:t> </a:t>
            </a:r>
            <a:r>
              <a:rPr dirty="0"/>
              <a:t>allocation:</a:t>
            </a:r>
            <a:r>
              <a:rPr spc="-50" dirty="0"/>
              <a:t> </a:t>
            </a:r>
            <a:r>
              <a:rPr spc="-10" dirty="0"/>
              <a:t>Array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670304"/>
            <a:ext cx="9144000" cy="5645150"/>
            <a:chOff x="457200" y="1670304"/>
            <a:chExt cx="9144000" cy="5645150"/>
          </a:xfrm>
        </p:grpSpPr>
        <p:sp>
          <p:nvSpPr>
            <p:cNvPr id="4" name="object 4"/>
            <p:cNvSpPr/>
            <p:nvPr/>
          </p:nvSpPr>
          <p:spPr>
            <a:xfrm>
              <a:off x="984504" y="1670304"/>
              <a:ext cx="4890770" cy="2216150"/>
            </a:xfrm>
            <a:custGeom>
              <a:avLst/>
              <a:gdLst/>
              <a:ahLst/>
              <a:cxnLst/>
              <a:rect l="l" t="t" r="r" b="b"/>
              <a:pathLst>
                <a:path w="4890770" h="2216150">
                  <a:moveTo>
                    <a:pt x="4890516" y="0"/>
                  </a:moveTo>
                  <a:lnTo>
                    <a:pt x="0" y="0"/>
                  </a:lnTo>
                  <a:lnTo>
                    <a:pt x="0" y="2215896"/>
                  </a:lnTo>
                  <a:lnTo>
                    <a:pt x="13715" y="2215896"/>
                  </a:lnTo>
                  <a:lnTo>
                    <a:pt x="13715" y="13716"/>
                  </a:lnTo>
                  <a:lnTo>
                    <a:pt x="6096" y="13716"/>
                  </a:lnTo>
                  <a:lnTo>
                    <a:pt x="13715" y="6096"/>
                  </a:lnTo>
                  <a:lnTo>
                    <a:pt x="4890516" y="6096"/>
                  </a:lnTo>
                  <a:lnTo>
                    <a:pt x="4890516" y="0"/>
                  </a:lnTo>
                  <a:close/>
                </a:path>
                <a:path w="4890770" h="2216150">
                  <a:moveTo>
                    <a:pt x="4876800" y="6096"/>
                  </a:moveTo>
                  <a:lnTo>
                    <a:pt x="4876800" y="2215896"/>
                  </a:lnTo>
                  <a:lnTo>
                    <a:pt x="4890516" y="2215896"/>
                  </a:lnTo>
                  <a:lnTo>
                    <a:pt x="4890516" y="13716"/>
                  </a:lnTo>
                  <a:lnTo>
                    <a:pt x="4882896" y="13716"/>
                  </a:lnTo>
                  <a:lnTo>
                    <a:pt x="4876800" y="6096"/>
                  </a:lnTo>
                  <a:close/>
                </a:path>
                <a:path w="4890770" h="2216150">
                  <a:moveTo>
                    <a:pt x="13715" y="6096"/>
                  </a:moveTo>
                  <a:lnTo>
                    <a:pt x="6096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4890770" h="2216150">
                  <a:moveTo>
                    <a:pt x="48768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4876800" y="13716"/>
                  </a:lnTo>
                  <a:lnTo>
                    <a:pt x="4876800" y="6096"/>
                  </a:lnTo>
                  <a:close/>
                </a:path>
                <a:path w="4890770" h="2216150">
                  <a:moveTo>
                    <a:pt x="4890516" y="6096"/>
                  </a:moveTo>
                  <a:lnTo>
                    <a:pt x="4876800" y="6096"/>
                  </a:lnTo>
                  <a:lnTo>
                    <a:pt x="4882896" y="13716"/>
                  </a:lnTo>
                  <a:lnTo>
                    <a:pt x="4890516" y="13716"/>
                  </a:lnTo>
                  <a:lnTo>
                    <a:pt x="4890516" y="609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4504" y="3886200"/>
              <a:ext cx="4890770" cy="1207135"/>
            </a:xfrm>
            <a:custGeom>
              <a:avLst/>
              <a:gdLst/>
              <a:ahLst/>
              <a:cxnLst/>
              <a:rect l="l" t="t" r="r" b="b"/>
              <a:pathLst>
                <a:path w="4890770" h="1207135">
                  <a:moveTo>
                    <a:pt x="13715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4890516" y="1207008"/>
                  </a:lnTo>
                  <a:lnTo>
                    <a:pt x="4890516" y="1200912"/>
                  </a:lnTo>
                  <a:lnTo>
                    <a:pt x="13715" y="1200912"/>
                  </a:lnTo>
                  <a:lnTo>
                    <a:pt x="6096" y="1194816"/>
                  </a:lnTo>
                  <a:lnTo>
                    <a:pt x="13715" y="1194815"/>
                  </a:lnTo>
                  <a:lnTo>
                    <a:pt x="13715" y="0"/>
                  </a:lnTo>
                  <a:close/>
                </a:path>
                <a:path w="4890770" h="1207135">
                  <a:moveTo>
                    <a:pt x="13715" y="1194816"/>
                  </a:moveTo>
                  <a:lnTo>
                    <a:pt x="6096" y="1194816"/>
                  </a:lnTo>
                  <a:lnTo>
                    <a:pt x="13715" y="1200912"/>
                  </a:lnTo>
                  <a:lnTo>
                    <a:pt x="13715" y="1194816"/>
                  </a:lnTo>
                  <a:close/>
                </a:path>
                <a:path w="4890770" h="1207135">
                  <a:moveTo>
                    <a:pt x="4876800" y="1194816"/>
                  </a:moveTo>
                  <a:lnTo>
                    <a:pt x="13715" y="1194816"/>
                  </a:lnTo>
                  <a:lnTo>
                    <a:pt x="13715" y="1200912"/>
                  </a:lnTo>
                  <a:lnTo>
                    <a:pt x="4876800" y="1200912"/>
                  </a:lnTo>
                  <a:lnTo>
                    <a:pt x="4876800" y="1194816"/>
                  </a:lnTo>
                  <a:close/>
                </a:path>
                <a:path w="4890770" h="1207135">
                  <a:moveTo>
                    <a:pt x="4890516" y="0"/>
                  </a:moveTo>
                  <a:lnTo>
                    <a:pt x="4876800" y="0"/>
                  </a:lnTo>
                  <a:lnTo>
                    <a:pt x="4876800" y="1200912"/>
                  </a:lnTo>
                  <a:lnTo>
                    <a:pt x="4882896" y="1194816"/>
                  </a:lnTo>
                  <a:lnTo>
                    <a:pt x="4890516" y="1194816"/>
                  </a:lnTo>
                  <a:lnTo>
                    <a:pt x="4890516" y="0"/>
                  </a:lnTo>
                  <a:close/>
                </a:path>
                <a:path w="4890770" h="1207135">
                  <a:moveTo>
                    <a:pt x="4890516" y="1194816"/>
                  </a:moveTo>
                  <a:lnTo>
                    <a:pt x="4882896" y="1194816"/>
                  </a:lnTo>
                  <a:lnTo>
                    <a:pt x="4876800" y="1200912"/>
                  </a:lnTo>
                  <a:lnTo>
                    <a:pt x="4890516" y="1200912"/>
                  </a:lnTo>
                  <a:lnTo>
                    <a:pt x="4890516" y="1194816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9272" y="1646059"/>
            <a:ext cx="4027170" cy="335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83739">
              <a:lnSpc>
                <a:spcPct val="120000"/>
              </a:lnSpc>
              <a:spcBef>
                <a:spcPts val="100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400" b="1" spc="-9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&lt;stdlib.h&gt;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4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*p,</a:t>
            </a:r>
            <a:r>
              <a:rPr sz="14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N,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i;</a:t>
            </a:r>
            <a:endParaRPr sz="1400">
              <a:latin typeface="Courier New"/>
              <a:cs typeface="Courier New"/>
            </a:endParaRPr>
          </a:p>
          <a:p>
            <a:pPr marL="927100" marR="5080">
              <a:lnSpc>
                <a:spcPts val="2020"/>
              </a:lnSpc>
              <a:spcBef>
                <a:spcPts val="120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printf(“How</a:t>
            </a:r>
            <a:r>
              <a:rPr sz="1400" b="1" spc="-10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Many</a:t>
            </a:r>
            <a:r>
              <a:rPr sz="1400" b="1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students?”); scanf(“%d”,&amp;N);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204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p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malloc(N*sizeof(int));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for(i</a:t>
            </a: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0;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i</a:t>
            </a: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&lt;</a:t>
            </a:r>
            <a:r>
              <a:rPr sz="14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6600"/>
                </a:solidFill>
                <a:latin typeface="Courier New"/>
                <a:cs typeface="Courier New"/>
              </a:rPr>
              <a:t>N;</a:t>
            </a:r>
            <a:r>
              <a:rPr sz="14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i++){</a:t>
            </a:r>
            <a:endParaRPr sz="14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340"/>
              </a:spcBef>
            </a:pP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scanf(“%d”,&amp;p[i]);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….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1400" b="1" spc="-25" dirty="0">
                <a:solidFill>
                  <a:srgbClr val="006600"/>
                </a:solidFill>
                <a:latin typeface="Courier New"/>
                <a:cs typeface="Courier New"/>
              </a:rPr>
              <a:t>….</a:t>
            </a:r>
            <a:endParaRPr sz="1400">
              <a:latin typeface="Courier New"/>
              <a:cs typeface="Courier New"/>
            </a:endParaRPr>
          </a:p>
          <a:p>
            <a:pPr marL="927100" marR="2237740">
              <a:lnSpc>
                <a:spcPct val="120000"/>
              </a:lnSpc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… </a:t>
            </a:r>
            <a:r>
              <a:rPr sz="1400" b="1" spc="-10" dirty="0">
                <a:solidFill>
                  <a:srgbClr val="006600"/>
                </a:solidFill>
                <a:latin typeface="Courier New"/>
                <a:cs typeface="Courier New"/>
              </a:rPr>
              <a:t>free(p);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3214</Words>
  <Application>Microsoft Office PowerPoint</Application>
  <PresentationFormat>Custom</PresentationFormat>
  <Paragraphs>705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Caladea</vt:lpstr>
      <vt:lpstr>Calibri</vt:lpstr>
      <vt:lpstr>Courier New</vt:lpstr>
      <vt:lpstr>Verdana</vt:lpstr>
      <vt:lpstr>Office Theme</vt:lpstr>
      <vt:lpstr>Pointers in C</vt:lpstr>
      <vt:lpstr>Outline</vt:lpstr>
      <vt:lpstr>What is a Pointer?</vt:lpstr>
      <vt:lpstr>Outline</vt:lpstr>
      <vt:lpstr>How to create pointers?</vt:lpstr>
      <vt:lpstr>Outline</vt:lpstr>
      <vt:lpstr>Example of creating pointers?</vt:lpstr>
      <vt:lpstr>Example of creating pointers?</vt:lpstr>
      <vt:lpstr>Question</vt:lpstr>
      <vt:lpstr>Example of creating pointers?</vt:lpstr>
      <vt:lpstr>Outline</vt:lpstr>
      <vt:lpstr>Pointer Basic Operations</vt:lpstr>
      <vt:lpstr>Pointer Basic Operations</vt:lpstr>
      <vt:lpstr>Pointer Basic Operations</vt:lpstr>
      <vt:lpstr>Pointer Basic Operations</vt:lpstr>
      <vt:lpstr>Pointer Basic Operations</vt:lpstr>
      <vt:lpstr>PowerPoint Presentation</vt:lpstr>
      <vt:lpstr>Assume address of a is 200 and address of b is 300.</vt:lpstr>
      <vt:lpstr>Outline</vt:lpstr>
      <vt:lpstr>Question</vt:lpstr>
      <vt:lpstr>Interchanging content using function? </vt:lpstr>
      <vt:lpstr>Interchanging content using function? </vt:lpstr>
      <vt:lpstr>Interchanging content using function? </vt:lpstr>
      <vt:lpstr>Outline</vt:lpstr>
      <vt:lpstr>List of operators</vt:lpstr>
      <vt:lpstr>Lets think about real life scenario</vt:lpstr>
      <vt:lpstr>Lets think about real life scenario</vt:lpstr>
      <vt:lpstr>Lets think about real life scenario</vt:lpstr>
      <vt:lpstr>Lets think about real life scenario</vt:lpstr>
      <vt:lpstr>Lets think about real life scenario</vt:lpstr>
      <vt:lpstr>List of operators</vt:lpstr>
      <vt:lpstr>List of unary operators</vt:lpstr>
      <vt:lpstr>List of unary operators</vt:lpstr>
      <vt:lpstr>Outline</vt:lpstr>
      <vt:lpstr>Arrays and pointers</vt:lpstr>
      <vt:lpstr>Outline</vt:lpstr>
      <vt:lpstr>Question</vt:lpstr>
      <vt:lpstr>The program</vt:lpstr>
      <vt:lpstr>Outline</vt:lpstr>
      <vt:lpstr>Question</vt:lpstr>
      <vt:lpstr>Algorithm</vt:lpstr>
      <vt:lpstr>Program</vt:lpstr>
      <vt:lpstr>Question</vt:lpstr>
      <vt:lpstr>Algorithm</vt:lpstr>
      <vt:lpstr>Program</vt:lpstr>
      <vt:lpstr>Question</vt:lpstr>
      <vt:lpstr>1st Algorithm</vt:lpstr>
      <vt:lpstr>1st Program</vt:lpstr>
      <vt:lpstr>2nd Algorithm</vt:lpstr>
      <vt:lpstr>2nd Program</vt:lpstr>
      <vt:lpstr>Outline</vt:lpstr>
      <vt:lpstr>Dynamic memory allocation</vt:lpstr>
      <vt:lpstr>Dynamic memory allocation: Array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 in C</dc:title>
  <cp:lastModifiedBy>Asif Rifat</cp:lastModifiedBy>
  <cp:revision>25</cp:revision>
  <dcterms:created xsi:type="dcterms:W3CDTF">2025-01-04T14:34:36Z</dcterms:created>
  <dcterms:modified xsi:type="dcterms:W3CDTF">2025-05-07T18:52:10Z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2020-09-27T00:00:00Z</vt:filetime>
  </property>
  <property fmtid="{D5CDD505-2E9C-101B-9397-08002B2CF9AE}" pid="3" name="LastSaved">
    <vt:filetime>2025-01-04T00:00:00Z</vt:filetime>
  </property>
  <property fmtid="{D5CDD505-2E9C-101B-9397-08002B2CF9AE}" pid="4" name="Producer">
    <vt:lpwstr>3-Heights(TM) PDF Security Shell 4.8.25.2 (http://www.pdf-tools.com)</vt:lpwstr>
  </property>
</Properties>
</file>