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3T15:21:30.6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34 451 24575,'3'-4'0,"1"1"0,-1-1 0,0 0 0,0 0 0,-1 0 0,1 0 0,-1 0 0,0-1 0,0 1 0,0-1 0,-1 0 0,2-5 0,-2-11 0,-4 33 0,2-6 0,-1-1 0,1 1 0,-1-1 0,0 0 0,-5 11 0,4-63 0,4 30 0,-1 14 0,1 1 0,-1-1 0,1 0 0,-1 0 0,0 1 0,0-1 0,-1 0 0,1 0 0,0 0 0,-1 1 0,0-1 0,0 0 0,1 1 0,-2-1 0,1 1 0,0-1 0,0 1 0,-1-1 0,1 1 0,-1 0 0,0 0 0,0 0 0,-2-3 0,0 10 0,4 12 0,0-13 0,0 1 0,0 0 0,0 0 0,0-1 0,-1 1 0,1 0 0,-1-1 0,0 1 0,-1-1 0,1 1 0,-1-1 0,0 0 0,-3 5 0,-4 1 0,12-9 0,26-16 0,15-8 0,-36 21 0,1 0 0,-1-1 0,0 0 0,0 0 0,0-1 0,8-4 0,-13 6 0,0 0 0,0-1 0,0 1 0,0-1 0,-1 1 0,1-1 0,-1 0 0,0 0 0,0 0 0,0 0 0,0 0 0,0 0 0,-1 0 0,1-1 0,-1 1 0,1-6 0,-51 51 0,41-27 0,21-14 0,4-1 0,-15-1 0,0 1 0,0 0 0,-1 0 0,1 0 0,0-1 0,0 1 0,-1-1 0,1 1 0,0-1 0,-1 0 0,1 0 0,0 0 0,-1 1 0,1-2 0,-1 1 0,0 0 0,1 0 0,-1 0 0,0-1 0,0 1 0,0 0 0,2-4 0,-1 1 0,0 0 0,0-1 0,-1 1 0,1-1 0,-1 1 0,0-1 0,-1 1 0,1-1 0,-1-4 0,0-2 0,0-1 0,-1 1 0,-1 0 0,0 0 0,0 0 0,-1 0 0,-4-11 0,4 16 0,0 1 0,0-1 0,-1 1 0,0-1 0,0 1 0,0 0 0,0 1 0,-1-1 0,1 1 0,-1 0 0,-1 0 0,-4-3 0,8 7 0,1 0 0,-1 0 0,1 1 0,-1-1 0,1 0 0,0 1 0,-1-1 0,1 1 0,0-1 0,-1 1 0,1 0 0,0 0 0,0-1 0,0 1 0,-1 0 0,1 0 0,0 0 0,0 0 0,0 0 0,1 1 0,-1-1 0,0 0 0,0 0 0,1 1 0,-1-1 0,0 0 0,1 1 0,0-1 0,-1 3 0,-15 48 0,15-45 0,-2 1 0,1 0 0,1 0 0,-1 0 0,1 0 0,1 1 0,-1-1 0,3 17 0,-2-25 0,0 0 0,0 0 0,0 0 0,0 0 0,0 1 0,0-1 0,0 0 0,0 0 0,0 0 0,1 0 0,-1 0 0,0 0 0,0 0 0,0 1 0,0-1 0,0 0 0,0 0 0,0 0 0,1 0 0,-1 0 0,0 0 0,0 0 0,0 0 0,0 0 0,0 0 0,0 0 0,1 0 0,-1 0 0,0 0 0,0 0 0,0 0 0,0 0 0,0 0 0,1 0 0,-1 0 0,0 0 0,0 0 0,0 0 0,0 0 0,0 0 0,1 0 0,-1 0 0,0 0 0,0 0 0,0 0 0,0 0 0,0 0 0,0-1 0,0 1 0,1 0 0,-1 0 0,0 0 0,0 0 0,0 0 0,0 0 0,0-1 0,10-12 0,4-15 0,-11 20 0,-1 0 0,0 0 0,-1-1 0,0 1 0,0-1 0,0 1 0,-1-1 0,-1 1 0,1 0 0,-4-17 0,4 25 0,0 0 0,-1-1 0,1 1 0,0 0 0,0-1 0,0 1 0,0 0 0,-1-1 0,1 1 0,0 0 0,0-1 0,-1 1 0,1 0 0,0 0 0,0-1 0,-1 1 0,1 0 0,0 0 0,-1 0 0,1-1 0,0 1 0,-1 0 0,1 0 0,-1 0 0,1 0 0,0 0 0,-1 0 0,1 0 0,0 0 0,-1 0 0,1 0 0,-1 0 0,1 0 0,0 0 0,-1 0 0,1 0 0,-1 0 0,1 0 0,0 0 0,-1 1 0,-16 14 0,-6 23 0,22-37 0,0 0 0,1 0 0,-1 0 0,1 0 0,-1 1 0,1-1 0,0 0 0,-1 0 0,1 0 0,0 0 0,0 0 0,0 1 0,0-1 0,0 0 0,0 0 0,0 0 0,0 1 0,0-1 0,0 0 0,1 0 0,-1 0 0,1 0 0,-1 0 0,1 0 0,-1 0 0,1 0 0,-1 0 0,1 0 0,0 0 0,0 0 0,-1 0 0,1 0 0,0 0 0,0 0 0,0-1 0,0 1 0,0 0 0,0-1 0,0 1 0,0-1 0,2 1 0,-1-1 0,-1 0 0,1 0 0,0 0 0,0 0 0,0 0 0,-1-1 0,1 1 0,0 0 0,0-1 0,-1 0 0,1 1 0,0-1 0,-1 0 0,1 0 0,-1 0 0,1 0 0,-1 0 0,1 0 0,-1 0 0,0-1 0,0 1 0,1-1 0,-1 1 0,0 0 0,0-1 0,0 0 0,0-2 0,2 0 0,-1-1 0,0 0 0,0 0 0,-1 0 0,0 0 0,1 0 0,-2-1 0,1 1 0,-1 0 0,1 0 0,-2-1 0,1 1 0,-1-6 0,-6 62 0,7-51 0,0 0 0,0 0 0,0 0 0,0 0 0,0 1 0,0-1 0,0 0 0,0 0 0,0 0 0,-1 0 0,1 1 0,0-1 0,0 0 0,0 0 0,0 0 0,0 0 0,0 0 0,0 0 0,0 1 0,-1-1 0,1 0 0,0 0 0,0 0 0,0 0 0,0 0 0,0 0 0,-1 0 0,1 0 0,0 0 0,0 0 0,0 1 0,0-1 0,0 0 0,-1 0 0,1 0 0,0 0 0,0 0 0,0 0 0,0 0 0,-1 0 0,1 0 0,0-1 0,0 1 0,0 0 0,0 0 0,-1 0 0,1 0 0,0 0 0,0 0 0,0 0 0,0 0 0,0 0 0,-1 0 0,1 0 0,0-1 0,0 1 0,0 0 0,0 0 0,0 0 0,0 0 0,0 0 0,-1-1 0,-14-15 0,-16-24 0,30 37 0,-8-8 0,4 4 0,0 1 0,0 0 0,1-1 0,0 0 0,0 0 0,-3-9 0,7 15 0,0 0 0,0 0 0,-1 0 0,1 0 0,0 0 0,0 0 0,0 0 0,0 0 0,0 0 0,0 0 0,1 0 0,-1 0 0,0 0 0,0 0 0,1 0 0,-1 0 0,0 0 0,1 0 0,-1 0 0,1 0 0,1-1 0,-1 1 0,1 0 0,0-1 0,0 1 0,0 0 0,-1 0 0,1 0 0,0 1 0,1-1 0,-1 0 0,0 1 0,0-1 0,0 1 0,0 0 0,4 0 0,-3 0 0,0 1 0,0-1 0,0 1 0,-1 0 0,1 0 0,0 0 0,-1 0 0,1 1 0,0-1 0,-1 1 0,0 0 0,1-1 0,-1 1 0,0 0 0,0 0 0,0 1 0,0-1 0,0 0 0,-1 1 0,1-1 0,-1 1 0,2 3 0,-1-3 0,0 0 0,0 1 0,-1-1 0,1 1 0,-1 0 0,0-1 0,0 1 0,0 0 0,0 0 0,-1 0 0,1 0 0,-1 0 0,0 0 0,-1-1 0,1 1 0,-2 7 0,2-10 0,-1 0 0,1-1 0,0 1 0,-1 0 0,1-1 0,-1 1 0,1 0 0,-1-1 0,1 1 0,-1-1 0,1 1 0,-1-1 0,0 1 0,1-1 0,-1 1 0,1-1 0,-1 0 0,0 1 0,0-1 0,1 0 0,-1 0 0,0 0 0,0 1 0,1-1 0,-1 0 0,0 0 0,0 0 0,1 0 0,-1 0 0,0 0 0,0 0 0,0-1 0,1 1 0,-1 0 0,0 0 0,1 0 0,-1-1 0,0 1 0,0-1 0,0 0 0,0 1 0,-1-1 0,1 0 0,0 0 0,-1 0 0,1 1 0,0-2 0,0 1 0,0 0 0,0 0 0,0 0 0,0 0 0,0-1 0,1 1 0,-1 0 0,0-1 0,1 1 0,-1 0 0,1-1 0,-1 1 0,0-3 0,1 3 0,0 0 0,0 0 0,-1 0 0,1 0 0,0 0 0,0 0 0,0 0 0,0 0 0,0 0 0,0 0 0,1 0 0,-1 1 0,0-1 0,0 0 0,1 0 0,-1 0 0,0 0 0,1 0 0,-1 0 0,1 0 0,-1 1 0,1-1 0,0 0 0,-1 0 0,1 1 0,0-1 0,0 0 0,-1 1 0,1-1 0,0 1 0,0-1 0,0 1 0,0-1 0,-1 1 0,1 0 0,0-1 0,0 1 0,0 0 0,0 0 0,0-1 0,0 1 0,0 0 0,2 0 0,-2 1 0,0-1 0,1 1 0,-1 0 0,1-1 0,-1 1 0,0 0 0,0 0 0,1 0 0,-1 0 0,0 0 0,0 0 0,0 0 0,0 0 0,0 1 0,0-1 0,0 0 0,0 0 0,-1 1 0,1-1 0,-1 1 0,1-1 0,-1 1 0,1-1 0,-1 1 0,0-1 0,1 1 0,-1-1 0,0 3 0,0-3 0,0 1 0,0-1 0,1 1 0,-1-1 0,0 1 0,0-1 0,-1 1 0,1-1 0,0 0 0,0 1 0,-1-1 0,1 1 0,-1-1 0,1 0 0,-1 1 0,0-1 0,1 0 0,-1 0 0,0 1 0,0-1 0,0 0 0,0 0 0,0 0 0,0 0 0,0 0 0,0 0 0,0 0 0,-1-1 0,1 1 0,0 0 0,-1-1 0,1 1 0,0-1 0,-1 1 0,1-1 0,-3 1 0,2-1 0,0 0 0,-1-1 0,1 1 0,-1-1 0,1 1 0,0-1 0,-1 0 0,1 0 0,0 0 0,0 0 0,0 0 0,0 0 0,0-1 0,0 1 0,0-1 0,0 1 0,0-1 0,1 0 0,-1 0 0,1 0 0,-3-4 0,3 5 0,-1-1 0,1 0 0,0 0 0,0 0 0,0 1 0,0-1 0,0 0 0,0-1 0,0 1 0,1 0 0,-1 0 0,1 0 0,0 0 0,-1 0 0,1-1 0,0 1 0,0 0 0,1 0 0,-1 0 0,0-1 0,1 1 0,-1 0 0,1 0 0,0 0 0,-1 0 0,3-4 0,-1 5 0,0-1 0,0 1 0,1-1 0,-1 1 0,0-1 0,1 1 0,-1 0 0,0 0 0,1 1 0,0-1 0,-1 0 0,1 1 0,-1-1 0,1 1 0,0 0 0,-1 0 0,1 0 0,0 0 0,-1 1 0,1-1 0,-1 1 0,5 1 0,-4-1 0,1 0 0,-1 1 0,0 0 0,0 0 0,0 0 0,0 0 0,-1 0 0,1 1 0,0-1 0,-1 1 0,0 0 0,0 0 0,0 0 0,0 0 0,0 0 0,0 0 0,-1 0 0,1 0 0,-1 1 0,0-1 0,0 1 0,-1-1 0,1 1 0,0-1 0,-1 1 0,0-1 0,0 7 0,-1-10 0,1 1 0,0 0 0,0-1 0,-1 1 0,1 0 0,-1-1 0,1 1 0,0-1 0,-1 1 0,1-1 0,-1 1 0,1-1 0,-1 1 0,0-1 0,1 1 0,-1-1 0,1 1 0,-1-1 0,0 0 0,1 1 0,-1-1 0,0 0 0,0 0 0,1 0 0,-1 0 0,0 1 0,1-1 0,-1 0 0,0 0 0,0 0 0,1 0 0,-1-1 0,0 1 0,0 0 0,1 0 0,-1 0 0,0-1 0,1 1 0,-1 0 0,0 0 0,1-1 0,-1 1 0,1-1 0,-1 1 0,0-1 0,1 1 0,-1-1 0,1 1 0,-1-1 0,1 1 0,0-1 0,-1 1 0,1-1 0,-1-1 0,-25-30 0,24 27 0,0 0 0,0 0 0,1-1 0,-1 1 0,1 0 0,0 0 0,1-1 0,-1-7 0,1 12 0,0 0 0,0 0 0,0 0 0,0 0 0,0 0 0,0 0 0,0 0 0,0 0 0,0 0 0,0 0 0,0 0 0,1 0 0,-1 0 0,1 1 0,-1-1 0,0 0 0,1 0 0,-1 0 0,1 0 0,0 1 0,-1-1 0,1 0 0,0 0 0,-1 1 0,1-1 0,0 0 0,0 1 0,0-1 0,-1 1 0,1-1 0,0 1 0,0 0 0,0-1 0,0 1 0,0 0 0,0 0 0,0-1 0,0 1 0,0 0 0,0 0 0,0 0 0,0 0 0,0 0 0,0 0 0,0 1 0,0-1 0,0 0 0,0 0 0,-1 1 0,1-1 0,0 1 0,0-1 0,1 1 0,2 2 0,0 0 0,1 0 0,-2 1 0,1-1 0,0 1 0,-1 0 0,1 0 0,-1 0 0,0 1 0,-1-1 0,1 1 0,-1-1 0,0 1 0,0 0 0,0 0 0,-1 0 0,1 0 0,-1 0 0,-1 0 0,1 0 0,-1 0 0,1 1 0,-2 9 0,1-15 0,0 1 0,-1 0 0,1-1 0,0 1 0,0-1 0,0 1 0,0-1 0,-1 1 0,1-1 0,0 1 0,0-1 0,-1 1 0,1-1 0,0 1 0,-1-1 0,1 1 0,-1-1 0,1 0 0,0 1 0,-1-1 0,1 0 0,-1 1 0,1-1 0,-1 0 0,1 0 0,-1 1 0,1-1 0,-1 0 0,1 0 0,-1 0 0,0 0 0,1 0 0,-1 0 0,1 0 0,-1 0 0,1 0 0,-1 0 0,0 0 0,1 0 0,-1 0 0,1 0 0,-1 0 0,1 0 0,-1-1 0,1 1 0,-1 0 0,1-1 0,-1 1 0,1 0 0,-1-1 0,1 1 0,-1 0 0,1-1 0,0 1 0,-1-1 0,1 1 0,0 0 0,-1-1 0,1 1 0,0-1 0,0 1 0,-1-1 0,1 0 0,0 1 0,0-1 0,0 1 0,0-1 0,-16-36 0,15 36 0,1-1 0,0 0 0,0 1 0,0-1 0,0 0 0,0 1 0,0-1 0,0 0 0,0 1 0,1-1 0,-1 0 0,0 1 0,1-1 0,0 1 0,-1-1 0,1 1 0,0-1 0,0 1 0,0-1 0,0 1 0,0 0 0,0 0 0,0-1 0,0 1 0,1 0 0,-1 0 0,0 0 0,1 0 0,-1 0 0,0 1 0,1-1 0,0 0 0,-1 1 0,1-1 0,1 0 0,-1 1 0,-1-1 0,1 1 0,-1-1 0,1 1 0,-1 0 0,1 0 0,-1 0 0,1 0 0,-1 0 0,1 0 0,-1 0 0,1 0 0,-1 1 0,1-1 0,-1 0 0,1 1 0,-1-1 0,0 1 0,1 0 0,-1-1 0,0 1 0,1 0 0,-1 0 0,0 0 0,0 0 0,0 0 0,0 0 0,0 0 0,0 0 0,0 1 0,0-1 0,0 0 0,0 1 0,-1-1 0,1 0 0,-1 1 0,1 2 0,1 1 0,-1 0 0,-1 0 0,1 0 0,-1 0 0,0 1 0,0-1 0,-1 6 0,1-11 0,0 1 0,0-1 0,0 1 0,0-1 0,0 1 0,-1-1 0,1 1 0,0-1 0,0 0 0,-1 1 0,1-1 0,0 1 0,0-1 0,-1 0 0,1 1 0,0-1 0,-1 0 0,1 1 0,-1-1 0,1 0 0,0 0 0,-1 1 0,1-1 0,-1 0 0,1 0 0,-1 0 0,1 0 0,0 0 0,-2 1 0,0-2 0,1 1 0,-1-1 0,0 1 0,1-1 0,-1 1 0,0-1 0,1 0 0,-1 0 0,1 0 0,-1 0 0,1 0 0,-1 0 0,0-2 0,-1 0 0,1 0 0,0-1 0,0 1 0,1-1 0,-1 1 0,1-1 0,0 0 0,0 1 0,0-1 0,-1-4 0,2 7 0,-1-1 0,1 1 0,-1-1 0,1 1 0,0-1 0,0 1 0,0-1 0,0 1 0,0-1 0,0 1 0,0-1 0,0 1 0,0-1 0,1 1 0,-1-1 0,1 1 0,-1-1 0,1 1 0,-1-1 0,1 1 0,0 0 0,0 0 0,0-1 0,0 1 0,0 0 0,1-2 0,0 4 0,-1-1 0,0 1 0,1-1 0,-1 1 0,0 0 0,1-1 0,-1 1 0,0 0 0,0 0 0,0 0 0,0 0 0,0 0 0,0 0 0,0 0 0,0 0 0,0 0 0,0 1 0,0-1 0,-1 0 0,1 1 0,-1-1 0,1 0 0,0 3 0,13 36 0,-14-38 0,0 0 0,-1 1 0,1-1 0,0 0 0,-1 0 0,1 1 0,-1-1 0,0 0 0,1 0 0,-1 0 0,0 0 0,-1 0 0,1 0 0,0 0 0,0 0 0,-1 0 0,1-1 0,-1 1 0,0 0 0,1-1 0,-1 0 0,0 1 0,0-1 0,0 0 0,0 0 0,0 0 0,0 0 0,0 0 0,0 0 0,-1-1 0,1 1 0,0-1 0,0 1 0,-1-1 0,1 0 0,0 0 0,-1 0 0,1 0 0,0-1 0,0 1 0,-1 0 0,1-1 0,0 0 0,0 1 0,-3-2 0,4 1 0,1 1 0,-1-1 0,1 1 0,-1 0 0,0-1 0,1 1 0,-1-1 0,1 1 0,-1-1 0,1 0 0,0 1 0,-1-1 0,1 0 0,-1 1 0,1-1 0,0 0 0,0 1 0,-1-1 0,1 0 0,0 1 0,0-1 0,0 0 0,0 0 0,0 1 0,0-2 0,3 4 0,-1 14 0,-3 13 0,1-28 0,0 0 0,0-1 0,0 1 0,-1 0 0,1 0 0,0-1 0,0 1 0,-1 0 0,1 0 0,0-1 0,-1 1 0,1 0 0,-1-1 0,1 1 0,-1 0 0,1-1 0,-1 1 0,1-1 0,-1 1 0,1-1 0,-1 1 0,0-1 0,1 1 0,-1-1 0,0 0 0,0 1 0,1-1 0,-1 0 0,0 0 0,0 0 0,1 1 0,-3-1 0,42-16 0,-38 16 0,1-1 0,-1 1 0,1 1 0,-1-1 0,1 0 0,-1 0 0,1 0 0,-1 1 0,1-1 0,-1 1 0,1-1 0,-1 1 0,0 0 0,1-1 0,-1 1 0,0 0 0,0 0 0,0 0 0,1 0 0,-1 0 0,0 0 0,0 0 0,-1 0 0,1 1 0,0-1 0,0 0 0,0 1 0,-1-1 0,1 0 0,-1 1 0,1-1 0,-1 1 0,1-1 0,-1 1 0,0-1 0,0 1 0,0-1 0,0 1 0,0-1 0,0 1 0,0-1 0,-1 2 0,1-1 0,1 1 0,-1-1 0,0 0 0,-1 0 0,1 1 0,0-1 0,-1 0 0,1 0 0,-1 0 0,1 0 0,-1 0 0,0 0 0,0 0 0,0 0 0,0 0 0,-1 0 0,1 0 0,0-1 0,-1 1 0,1 0 0,-1-1 0,0 1 0,1-1 0,-1 0 0,0 1 0,0-1 0,0 0 0,-2 1 0,3-2 0,1 0 0,0 0 0,-1 0 0,1 0 0,-1 0 0,1 0 0,-1 0 0,1 0 0,-1 0 0,1 0 0,-1 0 0,1-1 0,-1 1 0,1 0 0,0 0 0,-1 0 0,1-1 0,-1 1 0,1 0 0,0 0 0,-1-1 0,1 1 0,0 0 0,-1-1 0,1 1 0,0-1 0,0 1 0,-1 0 0,1-1 0,0 1 0,0-1 0,-1 1 0,1-1 0,0-22 0,1 19 0,0-1 0,0 1 0,1-1 0,-1 1 0,1 0 0,0 0 0,3-6 0,-4 10 0,-1-1 0,0 1 0,0-1 0,0 1 0,1-1 0,-1 1 0,0 0 0,1-1 0,-1 1 0,0 0 0,1-1 0,-1 1 0,0 0 0,1-1 0,-1 1 0,1 0 0,-1 0 0,0 0 0,1-1 0,-1 1 0,1 0 0,-1 0 0,1 0 0,-1 0 0,1 0 0,-1 0 0,1 0 0,-1 0 0,1 0 0,-1 0 0,1 0 0,-1 0 0,1 0 0,-1 0 0,0 0 0,1 0 0,-1 1 0,1-1 0,-1 0 0,1 0 0,-1 1 0,0-1 0,1 0 0,-1 0 0,1 1 0,-1-1 0,0 1 0,0-1 0,1 0 0,-1 1 0,0-1 0,1 1 0,-1 0 0,0 0 0,1 0 0,-1 0 0,0 1 0,0-1 0,0 0 0,0 0 0,0 0 0,-1 0 0,1 0 0,0 0 0,0 0 0,-1 0 0,1 0 0,-1 0 0,1 0 0,-1 0 0,1 0 0,-1 0 0,1 0 0,-1 0 0,0-1 0,1 1 0,-1 0 0,0 0 0,-1 0 0,-34 15 0,32-14 0,-1-1 0,1 1 0,0-1 0,-1 1 0,1 0 0,-7 6 0,1-3 0,11-8 0,0 3 0,-1 0 0,1 0 0,0 0 0,-1 0 0,1 0 0,-1 0 0,1 0 0,-1 0 0,1 0 0,0 0 0,-1 1 0,1-1 0,-1 0 0,1 0 0,-1 1 0,1-1 0,-1 0 0,1 0 0,-1 1 0,1-1 0,-1 1 0,1-1 0,-1 0 0,0 1 0,1-1 0,-1 1 0,0-1 0,1 1 0,-1-1 0,0 1 0,1-1 0,-1 1 0,0-1 0,0 1 0,0 0 0,0-1 0,0 1 0,1-1 0,-1 1 0,0-1 0,0 1 0,0 0 0,-1 0 0,5 28 0,-4-29 0,0-1 0,0 1 0,0 0 0,-1 0 0,1-1 0,0 1 0,0 0 0,-1-1 0,1 1 0,0 0 0,0 0 0,-1 0 0,1-1 0,0 1 0,-1 0 0,1 0 0,0 0 0,-1 0 0,1 0 0,0 0 0,-1 0 0,1 0 0,0 0 0,-1 0 0,1 0 0,-1 0 0,1 0 0,0 0 0,-1 0 0,1 0 0,0 0 0,-1 0 0,1 0 0,0 0 0,-1 0 0,1 1 0,0-1 0,-1 0 0,1 0 0,0 0 0,0 1 0,-1-1 0,1 0 0,0 0 0,0 1 0,-1-1 0,1 0 0,0 1 0,0-1 0,0 0 0,0 1 0,-1-1 0,1 0 0,0 1 0,0-1 0,0 0 0,0 1 0,0-1 0,0 0 0,0 1 0,0-1 0,0 0 0,0 1 0,0 0 0,0-1 0,0-1 0,0 1 0,0 0 0,0 0 0,0 0 0,-1 0 0,1 0 0,0 0 0,0 0 0,0 0 0,0 0 0,0 0 0,0 0 0,0 0 0,0 0 0,0 0 0,0-1 0,0 1 0,0 0 0,-1 0 0,1 0 0,0 0 0,0 0 0,0 0 0,0 0 0,0 0 0,0-1 0,0 1 0,0 0 0,0 0 0,0 0 0,0 0 0,0 0 0,0 0 0,0 0 0,0-1 0,0 1 0,0 0 0,1 0 0,-1 0 0,0 0 0,0 0 0,0 0 0,0 0 0,0 0 0,0 0 0,0-1 0,0 1 0,0 0 0,0 0 0,0 0 0,0 0 0,1 0 0,-1 0 0,0 0 0,0 0 0,0 0 0,0 0 0,0 0 0,0 0 0,0 0 0,0 0 0,1 0 0,-1 0 0,13 0 0,13 4 0,-20-1 0,0-1 0,1 1 0,-1-1 0,1-1 0,-1 0 0,1 1 0,0-2 0,-1 1 0,11-1 0,-15-1 0,0 1 0,0 0 0,0-1 0,0 1 0,0-1 0,0 0 0,0 1 0,0-1 0,-1 0 0,1 0 0,0 0 0,-1-1 0,1 1 0,0 0 0,-1-1 0,1 1 0,-1-1 0,0 1 0,0-1 0,1 1 0,-1-1 0,0 0 0,0 0 0,-1 0 0,1 1 0,0-1 0,0 0 0,-1 0 0,0 0 0,1 0 0,-1 0 0,0 0 0,0 0 0,0-4 0,0 9 0,0 0 0,0 0 0,0 0 0,-1 0 0,1 0 0,-1 0 0,0 0 0,0-1 0,0 1 0,0 0 0,0 0 0,-1-1 0,1 1 0,-1 0 0,0-1 0,0 0 0,0 1 0,0-1 0,0 0 0,-5 4 0,3-4 0,-1 1 0,0-1 0,0 0 0,0 0 0,0-1 0,0 1 0,-1-1 0,1-1 0,0 1 0,-1-1 0,-9 0 0,23-5 0,0-1 0,-1-1 0,1 0 0,10-13 0,-13 15 0,-1 1 0,1-2 0,-1 1 0,0 0 0,-1-1 0,1 0 0,-1 0 0,-1 0 0,1 0 0,-1 0 0,3-13 0,-11-41 0,5 52 0,-1 1 0,1-1 0,0 1 0,1-1 0,0 1 0,0-1 0,1 1 0,-1-1 0,2 1 0,-1-1 0,1 1 0,5-14 0,-7 20 0,1 1 0,-1-1 0,0 0 0,0 0 0,0 0 0,0 0 0,0 0 0,0 0 0,0 0 0,0 0 0,0 0 0,0 0 0,0 0 0,-1 0 0,1 0 0,0 0 0,-1 0 0,1 0 0,0 0 0,-1 1 0,0-1 0,1 0 0,-1 0 0,1 0 0,-1 1 0,0-1 0,1 0 0,-1 1 0,0-1 0,0 1 0,0-1 0,0 1 0,1-1 0,-1 1 0,0-1 0,0 1 0,0 0 0,0 0 0,0-1 0,0 1 0,0 0 0,-1 0 0,-14-7 0,21 14 0,-1 1 0,-1-1 0,1 1 0,-1 0 0,-1 0 0,4 16 0,-3-14 0,2 18-1365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3T15:21:33.1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1 238 24575,'2'-1'0,"0"1"0,-1-1 0,1 1 0,0-1 0,-1 0 0,1 0 0,0 0 0,-1 0 0,1 0 0,-1 0 0,0 0 0,1-1 0,-1 1 0,0-1 0,0 1 0,0 0 0,1-1 0,-2 0 0,1 1 0,0-1 0,0 0 0,0 1 0,-1-1 0,1 0 0,-1 0 0,0 0 0,1-2 0,0-2 0,1 0 0,-2 0 0,1 0 0,-1 0 0,1 0 0,-2 0 0,0-8 0,-2-7 0,1 1 0,1 0 0,1 0 0,3-36 0,-2 51-1365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3T15:21:34.88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 24575,'13'-1'0,"1"-1"0,0 0 0,0-1 0,-1 0 0,22-9 0,-99 8-1365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3T15:28:41.06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1 216 24575,'583'0'0,"-563"1"0,-1 1 0,37 9 0,-35-6 0,0-1 0,27 1 0,31-5 0,-44-1 0,0 2 0,0 1 0,57 11 0,-61-8 0,0-1 0,0-1 0,46-2 0,-46-2 0,0 2 0,0 1 0,50 10 0,-51-7 0,0-1 0,1-1 0,51-2 0,-51-2 0,1 2 0,-1 1 0,46 9 0,-35-4 0,1-2 0,1-2 0,-1-2 0,45-4 0,10 0 0,644 3 0,-722 1 0,1 1 0,33 9 0,-32-7 0,0 0 0,24 1 0,671-3 0,-349-5 0,2516 3 0,-2864 1 0,-1 1 0,37 9 0,-35-6 0,0-1 0,27 1 0,245-4 0,-136-3 0,-137 1 0,-1-1 0,37-8 0,-35 5 0,0 1 0,27-1 0,20 4 0,-35 2 0,0-2 0,0-1 0,49-10 0,-52 6 0,0 2 0,1 2 0,37 1 0,-38 1 0,1-1 0,0-1 0,36-8 0,-37 4 0,0 2 0,0 2 0,37 1 0,-37 1 0,-1-1 0,1-1 0,41-9 0,-40 6 0,0 1 0,0 1 0,58 3 0,-82 1 0,-621-2 0,284 2 0,310-2 0,0-1 0,-34-8 0,32 5 0,0 2 0,-24-2 0,8 4 0,8 1 0,0-1 0,-1-2 0,-36-8 0,-91-16 0,128 21 0,-44-1 0,45 5 0,-50-9 0,50 5 0,-1 3 0,-57-1 0,58 4 0,-1-2 0,-57-9 0,61 6 0,-1 2 0,0 0 0,-35 3 0,34 0 0,0-1 0,1-1 0,-28-5 0,17 0 0,1 2 0,-1 1 0,-50 2 0,477 3 0,-363 1 0,-1 0 0,34 8 0,-32-5 0,47 4 0,-46-6 0,0 0 0,0 3 0,41 12 0,15 3 0,-49-13 0,90 13 0,60 6 0,-152-22 0,49 15 0,-56-12 0,-1-2 0,1-1 0,47 4 0,-44-9 0,-1 2 0,58 10 0,-57-7 0,0-1 0,44 0 0,-43-3 0,-1 1 0,45 8 0,-45-5 0,0-1 0,31 0 0,-31-3 0,-1 2 0,35 7 0,122 17 0,-169-25 0,0 0 0,28-1 0,-32-1 0,0 0 0,0 0 0,0 1 0,-1 1 0,23 6 0,-30-6 0,0 0 0,-1 0 0,1 1 0,-1-1 0,0 1 0,0 0 0,0 0 0,0 0 0,0 1 0,-1-1 0,0 0 0,1 1 0,-1 0 0,0 0 0,-1-1 0,1 1 0,-1 0 0,1 0 0,-1 0 0,-1 1 0,2 3 0,1 13 0,-1 0 0,0 36 0,-2-54 0,0 0 0,0 0 0,0 1 0,0-1 0,0 0 0,-1 1 0,1-1 0,-1 0 0,0 1 0,0-1 0,0 0 0,0 0 0,0 0 0,-1 0 0,0 0 0,1 0 0,-1 0 0,0-1 0,-1 1 0,1-1 0,-5 5 0,2-4 0,0-1 0,-1 1 0,1-1 0,-1-1 0,1 1 0,-1-1 0,0 0 0,1 0 0,-1 0 0,0-1 0,-9-1 0,-916-4 0,910 4 0,1-1 0,-34-8 0,32 5 0,0 2 0,-24-2 0,-106 7 0,-66-4 0,146-11 0,53 8 0,0 1 0,-30-1 0,9 4 0,9 1 0,0-2 0,-1-1 0,-30-6 0,28 2 0,-55-2 0,-16-2 0,2-1 0,69 10 0,-51-11 0,-73-14 0,115 20 0,-1 2 0,1 2 0,-1 2 0,-44 5 0,-11-2 0,-2573-2 0,2652 1 0,1 1 0,-37 9 0,35-6 0,0-1 0,-27 1 0,-652-3 0,341-5 0,-355 3 0,694-1 0,1-1 0,-37-8 0,35 5 0,0 1 0,-27-1 0,-84 6 0,-53-2 0,114-12 0,51 9 0,0 0 0,-28-1 0,-342 4 0,276 2 0,270 13 0,-104-8 0,61 1 0,-84-6 0,1 2 0,32 7 0,-31-5 0,54 3 0,302-9 0,-387 1 0,0 0 0,0 0 0,0 1 0,0-1 0,0 0 0,0 0 0,0 0 0,0 0 0,0 0 0,0 0 0,0 0 0,0 0 0,0 0 0,0 0 0,0 0 0,0 0 0,0 1 0,0-1 0,0 0 0,0 0 0,0 0 0,0 0 0,0 0 0,0 0 0,0 0 0,0 0 0,0 0 0,0 0 0,0 0 0,0 0 0,0 1 0,0-1 0,0 0 0,0 0 0,0 0 0,1 0 0,-1 0 0,0 0 0,0 0 0,0 0 0,0 0 0,0 0 0,0 0 0,0 0 0,0 0 0,0 0 0,0 0 0,0 0 0,0 0 0,1 0 0,-1 0 0,0 0 0,0 0 0,-12 7 0,-18 3 0,-32-3 0,-1-3 0,-95-6 0,39-1 0,-410 3 0,509 2 0,1 0 0,-1 2 0,0 0 0,-25 9 0,138-10 0,-56-3 0,0-2 0,1 2 0,-1 2 0,71 13 0,49 13 0,-129-23 0,51 3 0,-49-6 0,46 8 0,-46-5 0,1-1 0,-1-2 0,47-2 0,-46-1 0,1 1 0,-1 2 0,40 7 0,-3 1 0,0-3 0,0-3 0,101-7 0,-39 0 0,294 3 0,-405 1 0,0 1 0,37 9 0,-35-6 0,0-1 0,27 1 0,634-3 0,-332-5 0,682 3 0,-1011 1 0,-1 1 0,34 9 0,-32-7 0,0 0 0,24 1 0,74-7 0,51 4 0,-100 11 0,-52-8 0,1-2 0,29 3 0,72-7 0,49 2 0,-99 11 0,-51-7 0,0-1 0,27 1 0,301-4 0,-166-3 0,-162 3 0,-1 1 0,37 9 0,-35-6 0,0-1 0,27 1 0,-28-5 0,11 1 0,0 1 0,57 10 0,-62-7 0,0-2 0,51 0 0,-50-3 0,0 1 0,44 8 0,-4 1 0,1-3 0,0-3 0,102-6 0,-40-1 0,1351 3 0,-1461-1 0,-1-1 0,37-8 0,-35 5 0,0 1 0,27-1 0,33 7 0,-57 0 0,0-2 0,1 0 0,-1-1 0,32-6 0,-54 6 0,1 1 0,0-1 0,-1 0 0,1 0 0,-1 0 0,1 0 0,-1 0 0,0 0 0,1-1 0,-1 1 0,0-1 0,0 0 0,0 1 0,0-1 0,0 0 0,-1 0 0,1 0 0,0-1 0,-1 1 0,0 0 0,1 0 0,-1-1 0,0 1 0,0-1 0,-1 1 0,1-1 0,0 0 0,-1 1 0,1-1 0,-1 1 0,0-1 0,0 0 0,0 1 0,0-1 0,-1 0 0,1 1 0,-1-1 0,1 0 0,-1 1 0,0-1 0,0 1 0,-1-3 0,-2-4 0,0 0 0,0 0 0,-1 1 0,0 0 0,0 0 0,-1 0 0,0 0 0,0 1 0,-1 0 0,-12-11 0,-14-2 0,0 2 0,0 1 0,-2 2 0,-47-15 0,-7-4 0,48 20 0,-82-17 0,55 16 0,-19-4 0,51 13 0,0-2 0,1-2 0,-45-18 0,62 21 0,0 2 0,0 0 0,-30-4 0,0-1 0,-170-22 0,182 28 0,-2-2 0,-49-15 0,49 11 0,-42-6 0,-259-37 0,208 28 0,95 16 0,1 2 0,-2 2 0,-42-2 0,57 6 0,0-1 0,-29-8 0,-39-2 0,42 11 0,-90-14 0,98 9 0,0 3 0,-80 2 0,-23 0 0,71-12 0,52 9 0,0 0 0,-27-1 0,-31 4 0,44 2 0,1-1 0,-1-2 0,-63-12 0,56 7 0,-1 2 0,1 2 0,-1 1 0,-55 6 0,0-2 0,-3025-2 0,3103 1 0,-1 1 0,-36 9 0,35-6 0,0-1 0,-26 1 0,-442-4 0,236-3 0,234 1 0,-1-1 0,-36-8 0,35 5 0,0 1 0,-26-1 0,-43 5 0,53 1 0,-1-2 0,1-1 0,-64-11 0,56 5 0,-1 3 0,1 2 0,-1 2 0,-51 4 0,-10 0 0,12-3 0,95 0 0,0 0 0,0 0 0,0 0 0,0 0 0,0 0 0,0 0 0,0 0 0,0 0 0,0 0 0,1 0 0,-1-1 0,0 1 0,0 0 0,0 0 0,0 0 0,0 0 0,0 0 0,0 0 0,0 0 0,0 0 0,-1 0 0,1 0 0,0 0 0,0-1 0,0 1 0,0 0 0,0 0 0,0 0 0,0 0 0,0 0 0,0 0 0,0 0 0,0 0 0,0 0 0,0 0 0,0 0 0,0 0 0,0 0 0,0 0 0,0 0 0,0 0 0,-1 0 0,1-1 0,0 1 0,0 0 0,0 0 0,0 0 0,0 0 0,0 0 0,0 0 0,0 0 0,0 0 0,-1 0 0,14-6 0,17-5 0,32 4 0,0 3 0,97 7 0,-41-1 0,829-2 0,-911 2 0,57 10 0,-55-6 0,43 1 0,332-6 0,-194-3 0,-188 4 0,57 10 0,-56-7 0,54 3 0,-60-7 0,-1 0 0,1 1 0,40 10 0,-22-5 0,2-2 0,-1-1 0,0-3 0,55-5 0,6 1 0,14 1 0,130 5 0,-161 9 0,-56-6 0,57 2 0,7-8 0,-30-2 0,1 4 0,95 14 0,-90-8 0,-1-2 0,130-7 0,-71-2 0,-101 3 0,1 1 0,-1 1 0,49 11 0,94 15 0,-108-20 0,1-3 0,128-6 0,-68-2 0,-52 3 0,-9-2 0,0 3 0,103 16 0,-119-11 0,2-1 0,-1-3 0,57-5 0,84 4 0,-103 12 0,-56-7 0,60 2 0,10-8 0,-39-2 0,-1 3 0,108 15 0,-135-11 0,58 1 0,-62-5 0,1 1 0,52 11 0,-40-6 0,1-2 0,0-1 0,1-3 0,54-5 0,6 1 0,-104 3 0,33 0 0,0 0 0,0 3 0,54 10 0,-44-6 0,1-1 0,-1-3 0,1-2 0,51-5 0,10 1 0,369 3 0,-468 0 0,-1 0 0,0 0 0,0 1 0,0 0 0,0 0 0,0 1 0,0 0 0,-1 0 0,1 1 0,0-1 0,-1 1 0,10 7 0,-11-6 0,0 0 0,-1 0 0,0 1 0,0 0 0,0 0 0,0 0 0,-1 0 0,0 1 0,0-1 0,0 1 0,-1 0 0,0 0 0,0 0 0,2 9 0,3 31-1365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3T15:31:51.49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B173F9-6519-48A0-9219-037657F6CAD0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70617-8521-429E-AC49-41F49DCA9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96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8016-985E-4AAE-BC32-07FDB98F3B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99574D-F99B-4880-A492-F0A21D7C2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DA4A1-8F84-4FE1-869F-BCCCC7BB8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91E55-D55D-4B39-B516-3D5F795BBC7C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0F011-0931-479E-AA53-E57050733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C484F-BA42-45E2-90A6-F829422E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84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0B905-EC5C-4019-803D-4D2406A15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45476-25AA-4958-95BD-C8DF782AA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D2F52-A59D-4FFE-AEA0-BA15F7F15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47C5F2-60BF-442E-B43D-E82271AF8DFC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D78EE-FB86-4CC2-B950-4D42BD0F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3DC62-CA4E-4F10-A2FE-29C247516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97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06779-FF96-4323-AD55-3D927D0FB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D7B9F-9F9D-4803-BF54-88A14879B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EE015-C07A-4291-964E-702C7713E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334EC-B95B-4DEC-8A02-0F934B6CE782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5413-A3CD-4544-B1DC-461321D5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CB0FA-717D-4598-8FA1-D7CBE90C6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82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357A-5169-4155-8715-A94E015BA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946E5-500B-48B2-86C4-78118DD8B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F3708-3139-4662-9407-9657A74ED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54AC1-3DB3-44C3-A6C7-59990D810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6403E-89E3-4CE9-AFE3-EEE4641E9A6C}" type="datetime1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BB9752-9F05-48D0-839A-75B05A7E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2ADFA-E9EB-40F6-AC96-D91929646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52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68800-793F-41D4-B9F9-E6EE0320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F0B70-FDFA-4C51-933E-039765563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EC9657-87B1-4306-A9CC-CABB19A1C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E85FC7-F2B3-4C60-92E4-F83ACB9FAC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37B4EC-1844-4148-881B-F95EAAD72C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B6403-78BB-42DF-A405-7D31B735B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EB6D1-BA0A-42E7-8B3A-FDBD9231495B}" type="datetime1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F5AAD2-C6BF-453B-8699-B61A9A0C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8A3BF5-98EE-477D-ACCF-CF80487F9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215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5A676-E21A-4447-8E57-E0A62E7B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1DED2-4324-4190-8896-A2B533404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AAA69-267B-48E0-98C6-01527C98866A}" type="datetime1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322FF8-2C6A-4330-B1DD-7C1CB004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CD18C-271E-4393-9AD5-0BCD0736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078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34730B-4CDD-4248-81B8-933B4A5C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ED152-B214-428C-BF72-1BA684F11BC0}" type="datetime1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CD5FF1-C2C5-465D-A003-1E5BD852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9C543-112B-4CF8-8737-4FBDBA77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36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B060-9CCA-4FBE-B255-7C48D947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B099A-5C3A-4D27-A722-93AC8FE1A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73A74-EDC1-4921-B01E-B76B4DA70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57CA2C-43B0-415E-AA93-4B3D5B406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3FB37-242D-4D9F-A26D-9C986B2DF08F}" type="datetime1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2C62F-277D-4E10-B3BD-A82E5C2C1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6574B-6ECC-4028-B2E2-363B5036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46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816E6-FE04-4E9E-87F2-12EFF069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F2B4F-809E-440F-B28A-5D58450D0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9B30AB-B301-435F-9368-50FD2335B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715994-C655-45AD-9789-FEE3132B8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C829E-02A5-48F9-8ECE-58332086CBDB}" type="datetime1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A6014-0946-4885-87B3-2392237FE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C4A3D4-AA34-4DAE-92F8-2EAA10DB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061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A96A3-68AB-4DA5-96AA-4C034FB69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07A11-BDCD-4F25-BA7B-2ADDEC0BAC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593C4-0FDB-403E-822F-0AA4DE2DE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B6BEDC-DA67-47EC-BF71-62ACC4BFA678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67F20-F48D-4E70-8C1C-5575AC0F8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96B74-C639-462E-B542-0D8A52B4C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77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6BAE4-79E5-42DB-A8CD-6B2AC90012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F8BC82-8F45-4929-B97B-B31948FDDE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DBA41-5CCB-4A54-B12F-9F3030FC9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1E7BC-D28D-4D7E-AD84-D1F457CA55E4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E5026-BF46-4C23-8B69-078B9227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5D119-FE40-4737-843B-C63C6151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638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A3E254-DF3D-49FA-A80E-2F86C204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23202-21D3-41BE-816D-BFC2B8EA8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942B6-7879-4FD0-900F-A1EFDE0BD7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21FFF-C7B6-459C-9FA3-473B55F6F8AB}" type="datetime1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9F5C68-F848-4C6D-909F-3B7D8D970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7E07C-5279-478E-8AE7-5704EAAC9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74BB8-3F37-475B-A0E0-EF89F00DD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68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customXml" Target="../ink/ink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DDBAA-0F63-46A5-8403-7493BBDFA0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0" i="0" u="none" strike="noStrike" baseline="0" dirty="0">
                <a:solidFill>
                  <a:srgbClr val="810000"/>
                </a:solidFill>
                <a:latin typeface="TimesNewRoman"/>
              </a:rPr>
              <a:t>Introduction to Functions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001166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B53839-6080-4DE4-BB84-93821B150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471074"/>
            <a:ext cx="8830907" cy="591585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ECB30-C58F-4C57-905E-26BB14A8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918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47BAC-70EB-4135-B13C-BA5CA41A1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CBD8C-7C00-4011-8216-63287B13F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967" y="480601"/>
            <a:ext cx="8888065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881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A1A12E-AB71-4B8E-BEF3-C2485013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BD8E5A-1AAD-414A-915D-1518F66DB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175758"/>
            <a:ext cx="8869013" cy="650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620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70A1A5-E220-42E6-B826-B02565505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EEC79B-F1B5-475D-8AA4-7AEFCF43D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461548"/>
            <a:ext cx="8849960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072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50986D-E037-4344-BB0F-BC53E08E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67EC42-B189-4A83-A78F-606800884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571101"/>
            <a:ext cx="8802328" cy="5715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1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6ECDD0-43DD-4CF8-B088-5D906158E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3C41E3-9871-4C98-8BDC-635976808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537759"/>
            <a:ext cx="8830907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278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74560A-EDC2-4D20-B69C-06020B646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EF0AE6-F0DC-4FE6-B1D7-D24E9EFF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57" y="566338"/>
            <a:ext cx="8859486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133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E2DC51-A4BB-486D-95BA-040661D95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0BA25-7B0E-4618-BD4A-C3648F6A9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566338"/>
            <a:ext cx="8849960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604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E4C772-4182-484D-A7ED-82CCF300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CAE500-EB9A-486E-9A95-B82688CF4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623496"/>
            <a:ext cx="8869013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39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EC82B2-A661-45B4-917F-47FBB39FAD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711"/>
          <a:stretch/>
        </p:blipFill>
        <p:spPr>
          <a:xfrm>
            <a:off x="1647204" y="537759"/>
            <a:ext cx="8897592" cy="44692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F36EAE3-4946-4B5A-8078-7C4C635D17F4}"/>
              </a:ext>
            </a:extLst>
          </p:cNvPr>
          <p:cNvGrpSpPr/>
          <p:nvPr/>
        </p:nvGrpSpPr>
        <p:grpSpPr>
          <a:xfrm>
            <a:off x="4921774" y="3845381"/>
            <a:ext cx="92520" cy="162360"/>
            <a:chOff x="4921774" y="3845381"/>
            <a:chExt cx="92520" cy="16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C5C784-E8A8-4BD4-9433-8CF6624EAC7B}"/>
                    </a:ext>
                  </a:extLst>
                </p14:cNvPr>
                <p14:cNvContentPartPr/>
                <p14:nvPr/>
              </p14:nvContentPartPr>
              <p14:xfrm>
                <a:off x="4921774" y="3845381"/>
                <a:ext cx="88920" cy="162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C5C784-E8A8-4BD4-9433-8CF6624EAC7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912774" y="3836741"/>
                  <a:ext cx="1065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4458C6-C2A3-4D72-B122-8877EBB37F0C}"/>
                    </a:ext>
                  </a:extLst>
                </p14:cNvPr>
                <p14:cNvContentPartPr/>
                <p14:nvPr/>
              </p14:nvContentPartPr>
              <p14:xfrm>
                <a:off x="5000254" y="3872021"/>
                <a:ext cx="14040" cy="85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4458C6-C2A3-4D72-B122-8877EBB37F0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91614" y="3863381"/>
                  <a:ext cx="31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90D603B-3DC8-42D8-A686-D6CF00C05DF1}"/>
                    </a:ext>
                  </a:extLst>
                </p14:cNvPr>
                <p14:cNvContentPartPr/>
                <p14:nvPr/>
              </p14:nvContentPartPr>
              <p14:xfrm>
                <a:off x="4940854" y="3974261"/>
                <a:ext cx="37440" cy="9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90D603B-3DC8-42D8-A686-D6CF00C05DF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32214" y="3965261"/>
                  <a:ext cx="55080" cy="273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D7430F-41BF-48BA-A1DF-AA08912BD390}"/>
              </a:ext>
            </a:extLst>
          </p:cNvPr>
          <p:cNvSpPr txBox="1"/>
          <p:nvPr/>
        </p:nvSpPr>
        <p:spPr>
          <a:xfrm>
            <a:off x="4822357" y="3760972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cs typeface="Times New Roman" panose="02020603050405020304" pitchFamily="18" charset="0"/>
              </a:rPr>
              <a:t>3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41E667-27B2-4097-B2D6-E9BA939BD6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820"/>
          <a:stretch/>
        </p:blipFill>
        <p:spPr>
          <a:xfrm>
            <a:off x="1647204" y="5211191"/>
            <a:ext cx="8897592" cy="1109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091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EAB438-370A-495E-ACC1-A4121D2D1B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6477"/>
          <a:stretch/>
        </p:blipFill>
        <p:spPr>
          <a:xfrm>
            <a:off x="1680546" y="466312"/>
            <a:ext cx="8830907" cy="49490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780107-AB5C-40B2-A1E2-6656715DC7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523"/>
          <a:stretch/>
        </p:blipFill>
        <p:spPr>
          <a:xfrm>
            <a:off x="1680546" y="5415380"/>
            <a:ext cx="8830907" cy="97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17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FCD00-4FD4-4FB0-BFEC-700E76F7C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730" y="590154"/>
            <a:ext cx="8878539" cy="567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566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5E8E52-5E3E-4432-9F2E-EDACA217F1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1134"/>
          <a:stretch/>
        </p:blipFill>
        <p:spPr>
          <a:xfrm>
            <a:off x="1680546" y="480601"/>
            <a:ext cx="8830907" cy="52402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908A80-E8FD-4A26-BE62-CB42540EF6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9532"/>
          <a:stretch/>
        </p:blipFill>
        <p:spPr>
          <a:xfrm>
            <a:off x="1557738" y="5539664"/>
            <a:ext cx="8830907" cy="61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88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A2560F-8B4E-4E55-A80C-B7528EF3F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461548"/>
            <a:ext cx="8830907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812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EFBDB1-1C5C-4684-938D-130EBC98E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493" y="509180"/>
            <a:ext cx="8869013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3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7D3B71-26E0-4950-9086-43E309558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466311"/>
            <a:ext cx="8840434" cy="59253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5CD3E4-89AA-4D14-9CA7-73FB85E346EF}"/>
                  </a:ext>
                </a:extLst>
              </p14:cNvPr>
              <p14:cNvContentPartPr/>
              <p14:nvPr/>
            </p14:nvContentPartPr>
            <p14:xfrm>
              <a:off x="7105455" y="1903275"/>
              <a:ext cx="3227760" cy="318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5CD3E4-89AA-4D14-9CA7-73FB85E346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42815" y="1840275"/>
                <a:ext cx="335340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797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CCA865-39B3-4953-8B76-2A9384D1A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362" y="447259"/>
            <a:ext cx="8783276" cy="596348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E8D8D5-CBB0-4EA5-AEF5-F8886293D1EA}"/>
                  </a:ext>
                </a:extLst>
              </p14:cNvPr>
              <p14:cNvContentPartPr/>
              <p14:nvPr/>
            </p14:nvContentPartPr>
            <p14:xfrm>
              <a:off x="742815" y="444811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E8D8D5-CBB0-4EA5-AEF5-F8886293D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0175" y="4385115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9320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19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A8AF58-FC2F-408B-9E9A-684DBF9B4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09" y="418680"/>
            <a:ext cx="8821381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870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C548A6-5FFD-48F7-9B87-F51F58CA5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09" y="452022"/>
            <a:ext cx="8821381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971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5191B-A681-4597-9D51-D9DD08DC2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125" y="428206"/>
            <a:ext cx="8773749" cy="600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938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4497EC-F590-426A-925A-B4225574D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51" y="394864"/>
            <a:ext cx="8754697" cy="606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2167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4F3C6-D57F-452D-A18D-C38DE49F6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475838"/>
            <a:ext cx="8840434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607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840382-7465-4CBB-9305-E9E1E63C5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09" y="480601"/>
            <a:ext cx="8821381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196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37437-17C7-4490-8C5B-169A2968D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437732"/>
            <a:ext cx="8840434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02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E10C0B-8DA8-4BF0-8BF1-A1CB16896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485364"/>
            <a:ext cx="8802328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348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0C37E-5F9E-463F-94F7-68E0308E6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461548"/>
            <a:ext cx="8849960" cy="5934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865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28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73AA1-2923-4406-B7C1-70C4EEDF4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485364"/>
            <a:ext cx="8830907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2536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29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0049B6-9766-4787-92C6-886A27983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475838"/>
            <a:ext cx="8802328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368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30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0C27B0-C171-4778-A4BB-8E618019E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452022"/>
            <a:ext cx="8802328" cy="59539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D3829D-A459-491A-AECE-B00402939FFD}"/>
              </a:ext>
            </a:extLst>
          </p:cNvPr>
          <p:cNvSpPr txBox="1"/>
          <p:nvPr/>
        </p:nvSpPr>
        <p:spPr>
          <a:xfrm>
            <a:off x="2638425" y="6347796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20624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3AED36-E0A0-4B18-9F5B-A282D09EA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36" y="490127"/>
            <a:ext cx="8802328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00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32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39B664-CBB5-499C-9858-47B720A07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020" y="490127"/>
            <a:ext cx="8849960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05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33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6D90FE-2FDD-4629-BFC7-6B93E755E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456785"/>
            <a:ext cx="8840434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621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34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B7B5C-01D9-4488-A146-C38A5FE0C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566338"/>
            <a:ext cx="8830907" cy="5725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21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C5335B-31DF-4486-876A-F587D6DF35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504417"/>
            <a:ext cx="8840434" cy="584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91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9B0EB7-50ED-48F5-BE6A-A2F98F935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474BB8-3F37-475B-A0E0-EF89F00DD080}" type="slidenum">
              <a:rPr lang="en-US" smtClean="0"/>
              <a:t>36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4492E0-B70D-426E-BDF2-266E04319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546" y="471074"/>
            <a:ext cx="8830907" cy="59158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955BCB-37A9-4832-A8BE-9FB4B034F004}"/>
              </a:ext>
            </a:extLst>
          </p:cNvPr>
          <p:cNvSpPr txBox="1"/>
          <p:nvPr/>
        </p:nvSpPr>
        <p:spPr>
          <a:xfrm>
            <a:off x="2638425" y="6352143"/>
            <a:ext cx="256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2593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41</Words>
  <Application>Microsoft Office PowerPoint</Application>
  <PresentationFormat>Widescreen</PresentationFormat>
  <Paragraphs>39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Calibri Light</vt:lpstr>
      <vt:lpstr>TimesNewRoman</vt:lpstr>
      <vt:lpstr>Office Theme</vt:lpstr>
      <vt:lpstr>Introduction to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Functions</dc:title>
  <dc:creator>Asif Rifat</dc:creator>
  <cp:lastModifiedBy>Asif Rifat</cp:lastModifiedBy>
  <cp:revision>4</cp:revision>
  <dcterms:created xsi:type="dcterms:W3CDTF">2024-11-23T15:07:05Z</dcterms:created>
  <dcterms:modified xsi:type="dcterms:W3CDTF">2025-04-23T01:26:43Z</dcterms:modified>
</cp:coreProperties>
</file>