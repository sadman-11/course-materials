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Bebas Neue" charset="1" panose="00000500000000000000"/>
      <p:regular r:id="rId26"/>
    </p:embeddedFont>
    <p:embeddedFont>
      <p:font typeface="TD Kalayaan" charset="1" panose="00000000000000000000"/>
      <p:regular r:id="rId27"/>
    </p:embeddedFont>
    <p:embeddedFont>
      <p:font typeface="Reggae One" charset="1" panose="00000800000000000000"/>
      <p:regular r:id="rId28"/>
    </p:embeddedFont>
    <p:embeddedFont>
      <p:font typeface="Archivo Black" charset="1" panose="020B0A03020202020B04"/>
      <p:regular r:id="rId29"/>
    </p:embeddedFont>
    <p:embeddedFont>
      <p:font typeface="TAN Headline" charset="1" panose="00000000000000000000"/>
      <p:regular r:id="rId30"/>
    </p:embeddedFont>
    <p:embeddedFont>
      <p:font typeface="Canva Sans Bold" charset="1" panose="020B0803030501040103"/>
      <p:regular r:id="rId31"/>
    </p:embeddedFont>
    <p:embeddedFont>
      <p:font typeface="Leckerli One" charset="1" panose="02000503000000020003"/>
      <p:regular r:id="rId32"/>
    </p:embeddedFont>
    <p:embeddedFont>
      <p:font typeface="Dynapuff" charset="1" panose="00000000000000000000"/>
      <p:regular r:id="rId33"/>
    </p:embeddedFont>
    <p:embeddedFont>
      <p:font typeface="Abundant Harvest" charset="1" panose="00000500000000000000"/>
      <p:regular r:id="rId34"/>
    </p:embeddedFont>
    <p:embeddedFont>
      <p:font typeface="Abu Sayed" charset="1" panose="02000500000000000000"/>
      <p:regular r:id="rId35"/>
    </p:embeddedFont>
    <p:embeddedFont>
      <p:font typeface="Abula" charset="1" panose="02000000000000000000"/>
      <p:regular r:id="rId36"/>
    </p:embeddedFont>
    <p:embeddedFont>
      <p:font typeface="Abula Bold" charset="1" panose="02000000000000000000"/>
      <p:regular r:id="rId37"/>
    </p:embeddedFont>
    <p:embeddedFont>
      <p:font typeface="Garet Bold" charset="1" panose="000000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6.png" Type="http://schemas.openxmlformats.org/officeDocument/2006/relationships/image"/><Relationship Id="rId4" Target="../media/image2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15.jpe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80031" y="9351544"/>
            <a:ext cx="740300" cy="70556"/>
            <a:chOff x="0" y="0"/>
            <a:chExt cx="987066" cy="940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0" y="0"/>
            <a:ext cx="16580031" cy="10287000"/>
          </a:xfrm>
          <a:custGeom>
            <a:avLst/>
            <a:gdLst/>
            <a:ahLst/>
            <a:cxnLst/>
            <a:rect r="r" b="b" t="t" l="l"/>
            <a:pathLst>
              <a:path h="10287000" w="16580031">
                <a:moveTo>
                  <a:pt x="0" y="0"/>
                </a:moveTo>
                <a:lnTo>
                  <a:pt x="16580031" y="0"/>
                </a:lnTo>
                <a:lnTo>
                  <a:pt x="1658003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7" r="0" b="-93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7001" y="899622"/>
            <a:ext cx="592967" cy="510864"/>
          </a:xfrm>
          <a:custGeom>
            <a:avLst/>
            <a:gdLst/>
            <a:ahLst/>
            <a:cxnLst/>
            <a:rect r="r" b="b" t="t" l="l"/>
            <a:pathLst>
              <a:path h="510864" w="592967">
                <a:moveTo>
                  <a:pt x="0" y="0"/>
                </a:moveTo>
                <a:lnTo>
                  <a:pt x="592967" y="0"/>
                </a:lnTo>
                <a:lnTo>
                  <a:pt x="592967" y="510864"/>
                </a:lnTo>
                <a:lnTo>
                  <a:pt x="0" y="51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44648" y="1658394"/>
            <a:ext cx="3598705" cy="4110271"/>
          </a:xfrm>
          <a:custGeom>
            <a:avLst/>
            <a:gdLst/>
            <a:ahLst/>
            <a:cxnLst/>
            <a:rect r="r" b="b" t="t" l="l"/>
            <a:pathLst>
              <a:path h="4110271" w="3598705">
                <a:moveTo>
                  <a:pt x="0" y="0"/>
                </a:moveTo>
                <a:lnTo>
                  <a:pt x="3598704" y="0"/>
                </a:lnTo>
                <a:lnTo>
                  <a:pt x="3598704" y="4110272"/>
                </a:lnTo>
                <a:lnTo>
                  <a:pt x="0" y="41102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961" t="-79343" r="-87957" b="-5522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-5400000">
            <a:off x="14220311" y="4992873"/>
            <a:ext cx="590411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spc="982">
                <a:solidFill>
                  <a:srgbClr val="D6D6D6"/>
                </a:solidFill>
                <a:latin typeface="Bebas Neue"/>
                <a:ea typeface="Bebas Neue"/>
                <a:cs typeface="Bebas Neue"/>
                <a:sym typeface="Bebas Neue"/>
              </a:rPr>
              <a:t>2025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06775" y="6720603"/>
            <a:ext cx="11847016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D6D6D6"/>
                </a:solidFill>
                <a:latin typeface="TD Kalayaan"/>
                <a:ea typeface="TD Kalayaan"/>
                <a:cs typeface="TD Kalayaan"/>
                <a:sym typeface="TD Kalayaan"/>
              </a:rPr>
              <a:t>Logic Legends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88634" y="5517206"/>
            <a:ext cx="4910733" cy="93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D6D6D6"/>
                </a:solidFill>
                <a:latin typeface="Reggae One"/>
                <a:ea typeface="Reggae One"/>
                <a:cs typeface="Reggae One"/>
                <a:sym typeface="Reggae One"/>
              </a:rPr>
              <a:t>Event Management System</a:t>
            </a:r>
          </a:p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D6D6D6"/>
                </a:solidFill>
                <a:latin typeface="Reggae One"/>
                <a:ea typeface="Reggae One"/>
                <a:cs typeface="Reggae One"/>
                <a:sym typeface="Reggae One"/>
              </a:rPr>
              <a:t>with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409539"/>
            <a:ext cx="740300" cy="70556"/>
            <a:chOff x="0" y="0"/>
            <a:chExt cx="987066" cy="940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13" id="13"/>
          <p:cNvSpPr txBox="true"/>
          <p:nvPr/>
        </p:nvSpPr>
        <p:spPr>
          <a:xfrm rot="0">
            <a:off x="1028700" y="1241003"/>
            <a:ext cx="5381564" cy="153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4"/>
              </a:lnSpc>
            </a:pPr>
            <a:r>
              <a:rPr lang="en-US" sz="4800" spc="51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MEET OUR DEVELOPERS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10264" y="0"/>
            <a:ext cx="11877736" cy="10287000"/>
          </a:xfrm>
          <a:custGeom>
            <a:avLst/>
            <a:gdLst/>
            <a:ahLst/>
            <a:cxnLst/>
            <a:rect r="r" b="b" t="t" l="l"/>
            <a:pathLst>
              <a:path h="10287000" w="11877736">
                <a:moveTo>
                  <a:pt x="0" y="0"/>
                </a:moveTo>
                <a:lnTo>
                  <a:pt x="11877736" y="0"/>
                </a:lnTo>
                <a:lnTo>
                  <a:pt x="11877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96" t="-887" r="0" b="-887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589491" y="367599"/>
            <a:ext cx="10907939" cy="3130084"/>
            <a:chOff x="0" y="0"/>
            <a:chExt cx="14543919" cy="4173445"/>
          </a:xfrm>
        </p:grpSpPr>
        <p:sp>
          <p:nvSpPr>
            <p:cNvPr name="AutoShape 16" id="16"/>
            <p:cNvSpPr/>
            <p:nvPr/>
          </p:nvSpPr>
          <p:spPr>
            <a:xfrm flipV="true">
              <a:off x="1577620" y="1461340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7020" y="0"/>
              <a:ext cx="12686900" cy="4173445"/>
            </a:xfrm>
            <a:custGeom>
              <a:avLst/>
              <a:gdLst/>
              <a:ahLst/>
              <a:cxnLst/>
              <a:rect r="r" b="b" t="t" l="l"/>
              <a:pathLst>
                <a:path h="4173445" w="12686900">
                  <a:moveTo>
                    <a:pt x="0" y="0"/>
                  </a:moveTo>
                  <a:lnTo>
                    <a:pt x="12686899" y="0"/>
                  </a:lnTo>
                  <a:lnTo>
                    <a:pt x="12686899" y="4173445"/>
                  </a:lnTo>
                  <a:lnTo>
                    <a:pt x="0" y="417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5008" b="-153184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481905" y="0"/>
              <a:ext cx="3370825" cy="4173445"/>
            </a:xfrm>
            <a:custGeom>
              <a:avLst/>
              <a:gdLst/>
              <a:ahLst/>
              <a:cxnLst/>
              <a:rect r="r" b="b" t="t" l="l"/>
              <a:pathLst>
                <a:path h="4173445" w="3370825">
                  <a:moveTo>
                    <a:pt x="0" y="0"/>
                  </a:moveTo>
                  <a:lnTo>
                    <a:pt x="3370825" y="0"/>
                  </a:lnTo>
                  <a:lnTo>
                    <a:pt x="3370825" y="4173445"/>
                  </a:lnTo>
                  <a:lnTo>
                    <a:pt x="0" y="417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455" t="-4137" r="-1247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1465057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741730" y="453551"/>
              <a:ext cx="6643026" cy="1327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Sabiha Khanam 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2024-3-60-457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45788" y="1988144"/>
            <a:ext cx="5229674" cy="123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the code by adding functions. Her function is used for adding events.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89491" y="3752784"/>
            <a:ext cx="10907939" cy="3139557"/>
            <a:chOff x="0" y="0"/>
            <a:chExt cx="14543919" cy="4186076"/>
          </a:xfrm>
        </p:grpSpPr>
        <p:sp>
          <p:nvSpPr>
            <p:cNvPr name="AutoShape 23" id="23"/>
            <p:cNvSpPr/>
            <p:nvPr/>
          </p:nvSpPr>
          <p:spPr>
            <a:xfrm flipV="true">
              <a:off x="1558570" y="1228905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7020" y="0"/>
              <a:ext cx="12686900" cy="4173445"/>
            </a:xfrm>
            <a:custGeom>
              <a:avLst/>
              <a:gdLst/>
              <a:ahLst/>
              <a:cxnLst/>
              <a:rect r="r" b="b" t="t" l="l"/>
              <a:pathLst>
                <a:path h="4173445" w="12686900">
                  <a:moveTo>
                    <a:pt x="0" y="0"/>
                  </a:moveTo>
                  <a:lnTo>
                    <a:pt x="12686899" y="0"/>
                  </a:lnTo>
                  <a:lnTo>
                    <a:pt x="12686899" y="4173445"/>
                  </a:lnTo>
                  <a:lnTo>
                    <a:pt x="0" y="417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232" r="-15765" b="-67232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857020" y="12632"/>
              <a:ext cx="4253902" cy="4173445"/>
            </a:xfrm>
            <a:custGeom>
              <a:avLst/>
              <a:gdLst/>
              <a:ahLst/>
              <a:cxnLst/>
              <a:rect r="r" b="b" t="t" l="l"/>
              <a:pathLst>
                <a:path h="4173445" w="4253902">
                  <a:moveTo>
                    <a:pt x="0" y="0"/>
                  </a:moveTo>
                  <a:lnTo>
                    <a:pt x="4253902" y="0"/>
                  </a:lnTo>
                  <a:lnTo>
                    <a:pt x="4253902" y="4173444"/>
                  </a:lnTo>
                  <a:lnTo>
                    <a:pt x="0" y="4173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461" r="-4448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0" y="1232623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741730" y="467118"/>
              <a:ext cx="6643026" cy="1327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FFFF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Nur Maisha Akter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2024-3-60-459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645788" y="5386297"/>
            <a:ext cx="522967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the code by adding  functions. Her function is used for searching participant by name.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89491" y="7156916"/>
            <a:ext cx="10907939" cy="3023871"/>
            <a:chOff x="0" y="0"/>
            <a:chExt cx="14543919" cy="4031827"/>
          </a:xfrm>
        </p:grpSpPr>
        <p:sp>
          <p:nvSpPr>
            <p:cNvPr name="AutoShape 30" id="30"/>
            <p:cNvSpPr/>
            <p:nvPr/>
          </p:nvSpPr>
          <p:spPr>
            <a:xfrm flipV="true">
              <a:off x="1539520" y="1098215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7020" y="0"/>
              <a:ext cx="12686900" cy="4031827"/>
            </a:xfrm>
            <a:custGeom>
              <a:avLst/>
              <a:gdLst/>
              <a:ahLst/>
              <a:cxnLst/>
              <a:rect r="r" b="b" t="t" l="l"/>
              <a:pathLst>
                <a:path h="4031827" w="12686900">
                  <a:moveTo>
                    <a:pt x="0" y="0"/>
                  </a:moveTo>
                  <a:lnTo>
                    <a:pt x="12686899" y="0"/>
                  </a:lnTo>
                  <a:lnTo>
                    <a:pt x="12686899" y="4031827"/>
                  </a:lnTo>
                  <a:lnTo>
                    <a:pt x="0" y="4031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9594" r="-15765" b="-73106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087507" y="2833"/>
              <a:ext cx="3792927" cy="4028994"/>
            </a:xfrm>
            <a:custGeom>
              <a:avLst/>
              <a:gdLst/>
              <a:ahLst/>
              <a:cxnLst/>
              <a:rect r="r" b="b" t="t" l="l"/>
              <a:pathLst>
                <a:path h="4028994" w="3792927">
                  <a:moveTo>
                    <a:pt x="0" y="0"/>
                  </a:moveTo>
                  <a:lnTo>
                    <a:pt x="3792927" y="0"/>
                  </a:lnTo>
                  <a:lnTo>
                    <a:pt x="3792927" y="4028994"/>
                  </a:lnTo>
                  <a:lnTo>
                    <a:pt x="0" y="40289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5215" t="-13245" r="-21774" b="-1571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0" y="1210426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03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6741730" y="453752"/>
              <a:ext cx="6643026" cy="1188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TAN Headline"/>
                  <a:ea typeface="TAN Headline"/>
                  <a:cs typeface="TAN Headline"/>
                  <a:sym typeface="TAN Headline"/>
                </a:rPr>
                <a:t>Tasfia Rahman Lefa 2024-3-60-456 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645788" y="8773261"/>
            <a:ext cx="522967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developed the code by adding  functons. Her function is used for generating report 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2738" y="3820744"/>
            <a:ext cx="740300" cy="70556"/>
            <a:chOff x="0" y="0"/>
            <a:chExt cx="987066" cy="940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6273093" y="-16446"/>
            <a:ext cx="12138627" cy="10287000"/>
          </a:xfrm>
          <a:custGeom>
            <a:avLst/>
            <a:gdLst/>
            <a:ahLst/>
            <a:cxnLst/>
            <a:rect r="r" b="b" t="t" l="l"/>
            <a:pathLst>
              <a:path h="10287000" w="12138627">
                <a:moveTo>
                  <a:pt x="0" y="0"/>
                </a:moveTo>
                <a:lnTo>
                  <a:pt x="12138627" y="0"/>
                </a:lnTo>
                <a:lnTo>
                  <a:pt x="121386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7" r="0" b="-88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867203" y="1028700"/>
            <a:ext cx="5351484" cy="7764799"/>
            <a:chOff x="0" y="0"/>
            <a:chExt cx="7135312" cy="103530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5312" cy="10353065"/>
            </a:xfrm>
            <a:custGeom>
              <a:avLst/>
              <a:gdLst/>
              <a:ahLst/>
              <a:cxnLst/>
              <a:rect r="r" b="b" t="t" l="l"/>
              <a:pathLst>
                <a:path h="10353065" w="7135312">
                  <a:moveTo>
                    <a:pt x="0" y="0"/>
                  </a:moveTo>
                  <a:lnTo>
                    <a:pt x="7135312" y="0"/>
                  </a:lnTo>
                  <a:lnTo>
                    <a:pt x="7135312" y="10353065"/>
                  </a:lnTo>
                  <a:lnTo>
                    <a:pt x="0" y="10353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5899" t="0" r="-122517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45424" y="0"/>
              <a:ext cx="4490113" cy="7422773"/>
            </a:xfrm>
            <a:custGeom>
              <a:avLst/>
              <a:gdLst/>
              <a:ahLst/>
              <a:cxnLst/>
              <a:rect r="r" b="b" t="t" l="l"/>
              <a:pathLst>
                <a:path h="7422773" w="4490113">
                  <a:moveTo>
                    <a:pt x="0" y="0"/>
                  </a:moveTo>
                  <a:lnTo>
                    <a:pt x="4490113" y="0"/>
                  </a:lnTo>
                  <a:lnTo>
                    <a:pt x="4490113" y="7422773"/>
                  </a:lnTo>
                  <a:lnTo>
                    <a:pt x="0" y="7422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396" t="0" r="-34833" b="-55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522963" y="1028700"/>
            <a:ext cx="5351484" cy="7764799"/>
            <a:chOff x="0" y="0"/>
            <a:chExt cx="7135312" cy="103530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5312" cy="10353065"/>
            </a:xfrm>
            <a:custGeom>
              <a:avLst/>
              <a:gdLst/>
              <a:ahLst/>
              <a:cxnLst/>
              <a:rect r="r" b="b" t="t" l="l"/>
              <a:pathLst>
                <a:path h="10353065" w="7135312">
                  <a:moveTo>
                    <a:pt x="0" y="0"/>
                  </a:moveTo>
                  <a:lnTo>
                    <a:pt x="7135312" y="0"/>
                  </a:lnTo>
                  <a:lnTo>
                    <a:pt x="7135312" y="10353065"/>
                  </a:lnTo>
                  <a:lnTo>
                    <a:pt x="0" y="10353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5899" t="0" r="-122517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257998" y="0"/>
              <a:ext cx="4450435" cy="7422773"/>
            </a:xfrm>
            <a:custGeom>
              <a:avLst/>
              <a:gdLst/>
              <a:ahLst/>
              <a:cxnLst/>
              <a:rect r="r" b="b" t="t" l="l"/>
              <a:pathLst>
                <a:path h="7422773" w="4450435">
                  <a:moveTo>
                    <a:pt x="0" y="0"/>
                  </a:moveTo>
                  <a:lnTo>
                    <a:pt x="4450435" y="0"/>
                  </a:lnTo>
                  <a:lnTo>
                    <a:pt x="4450435" y="7422773"/>
                  </a:lnTo>
                  <a:lnTo>
                    <a:pt x="0" y="7422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617" t="-3296" r="-37668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1120226"/>
            <a:ext cx="4791909" cy="1680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6"/>
              </a:lnSpc>
            </a:pPr>
            <a:r>
              <a:rPr lang="en-US" sz="5200" spc="55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HEAD OF THE TABLE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88052" y="7507104"/>
            <a:ext cx="4909785" cy="8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Shahriar Hassan Mojumder</a:t>
            </a:r>
          </a:p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2024-3-60-458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43812" y="7507104"/>
            <a:ext cx="4884944" cy="8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MD. Junayed Ahmad Shanto</a:t>
            </a:r>
          </a:p>
          <a:p>
            <a:pPr algn="l">
              <a:lnSpc>
                <a:spcPts val="3422"/>
              </a:lnSpc>
            </a:pPr>
            <a:r>
              <a:rPr lang="en-US" sz="2444">
                <a:solidFill>
                  <a:srgbClr val="FFFFFF"/>
                </a:solidFill>
                <a:latin typeface="TAN Headline"/>
                <a:ea typeface="TAN Headline"/>
                <a:cs typeface="TAN Headline"/>
                <a:sym typeface="TAN Headline"/>
              </a:rPr>
              <a:t>2024-3-60-455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844424"/>
            <a:ext cx="4591943" cy="49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8"/>
              </a:lnSpc>
            </a:pPr>
            <a:r>
              <a:rPr lang="en-US" sz="2870">
                <a:solidFill>
                  <a:srgbClr val="FFFFFF"/>
                </a:solidFill>
                <a:latin typeface="Leckerli One"/>
                <a:ea typeface="Leckerli One"/>
                <a:cs typeface="Leckerli One"/>
                <a:sym typeface="Leckerli One"/>
              </a:rPr>
              <a:t>Shahriar Hassan Mojumder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429012"/>
            <a:ext cx="134421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Dynapuff"/>
                <a:ea typeface="Dynapuff"/>
                <a:cs typeface="Dynapuff"/>
                <a:sym typeface="Dynapuff"/>
              </a:rPr>
              <a:t>creator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5426" y="6529104"/>
            <a:ext cx="4839146" cy="49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8"/>
              </a:lnSpc>
            </a:pPr>
            <a:r>
              <a:rPr lang="en-US" sz="2870">
                <a:solidFill>
                  <a:srgbClr val="FFFFFF"/>
                </a:solidFill>
                <a:latin typeface="Leckerli One"/>
                <a:ea typeface="Leckerli One"/>
                <a:cs typeface="Leckerli One"/>
                <a:sym typeface="Leckerli One"/>
              </a:rPr>
              <a:t>MD. Junayed Ahmad Shanto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113414"/>
            <a:ext cx="155004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FFFFFF"/>
                </a:solidFill>
                <a:latin typeface="Dynapuff"/>
                <a:ea typeface="Dynapuff"/>
                <a:cs typeface="Dynapuff"/>
                <a:sym typeface="Dynapuff"/>
              </a:rPr>
              <a:t>Designer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886435" cy="10287000"/>
          </a:xfrm>
          <a:custGeom>
            <a:avLst/>
            <a:gdLst/>
            <a:ahLst/>
            <a:cxnLst/>
            <a:rect r="r" b="b" t="t" l="l"/>
            <a:pathLst>
              <a:path h="10287000" w="12886435">
                <a:moveTo>
                  <a:pt x="0" y="0"/>
                </a:moveTo>
                <a:lnTo>
                  <a:pt x="12886435" y="0"/>
                </a:lnTo>
                <a:lnTo>
                  <a:pt x="128864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4" r="0" b="-2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86435" y="0"/>
            <a:ext cx="5401565" cy="10287000"/>
          </a:xfrm>
          <a:custGeom>
            <a:avLst/>
            <a:gdLst/>
            <a:ahLst/>
            <a:cxnLst/>
            <a:rect r="r" b="b" t="t" l="l"/>
            <a:pathLst>
              <a:path h="10287000" w="5401565">
                <a:moveTo>
                  <a:pt x="0" y="0"/>
                </a:moveTo>
                <a:lnTo>
                  <a:pt x="5401565" y="0"/>
                </a:lnTo>
                <a:lnTo>
                  <a:pt x="54015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" r="0" b="-8"/>
            </a:stretch>
          </a:blipFill>
        </p:spPr>
      </p:sp>
      <p:sp>
        <p:nvSpPr>
          <p:cNvPr name="AutoShape 4" id="4"/>
          <p:cNvSpPr/>
          <p:nvPr/>
        </p:nvSpPr>
        <p:spPr>
          <a:xfrm flipH="true">
            <a:off x="1492593" y="8132208"/>
            <a:ext cx="1121914" cy="0"/>
          </a:xfrm>
          <a:prstGeom prst="line">
            <a:avLst/>
          </a:prstGeom>
          <a:ln cap="flat" w="28575">
            <a:solidFill>
              <a:srgbClr val="F27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886435" y="0"/>
            <a:ext cx="5401565" cy="10287000"/>
          </a:xfrm>
          <a:custGeom>
            <a:avLst/>
            <a:gdLst/>
            <a:ahLst/>
            <a:cxnLst/>
            <a:rect r="r" b="b" t="t" l="l"/>
            <a:pathLst>
              <a:path h="10287000" w="5401565">
                <a:moveTo>
                  <a:pt x="0" y="0"/>
                </a:moveTo>
                <a:lnTo>
                  <a:pt x="5401565" y="0"/>
                </a:lnTo>
                <a:lnTo>
                  <a:pt x="54015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19044" t="0" r="-7140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81320" y="6558393"/>
            <a:ext cx="2211794" cy="2699907"/>
          </a:xfrm>
          <a:custGeom>
            <a:avLst/>
            <a:gdLst/>
            <a:ahLst/>
            <a:cxnLst/>
            <a:rect r="r" b="b" t="t" l="l"/>
            <a:pathLst>
              <a:path h="2699907" w="2211794">
                <a:moveTo>
                  <a:pt x="0" y="0"/>
                </a:moveTo>
                <a:lnTo>
                  <a:pt x="2211795" y="0"/>
                </a:lnTo>
                <a:lnTo>
                  <a:pt x="2211795" y="2699907"/>
                </a:lnTo>
                <a:lnTo>
                  <a:pt x="0" y="2699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8044" t="-64782" r="-91952" b="-4821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81075"/>
            <a:ext cx="9722470" cy="174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5400" spc="5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EVENT MANAGEMENT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64186"/>
            <a:ext cx="10142927" cy="60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886" indent="-326443" lvl="1">
              <a:lnSpc>
                <a:spcPts val="4566"/>
              </a:lnSpc>
              <a:buFont typeface="Arial"/>
              <a:buChar char="•"/>
            </a:pPr>
            <a:r>
              <a:rPr lang="en-US" sz="3024" spc="139">
                <a:solidFill>
                  <a:srgbClr val="FFFFFF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We wrote a c code to manage events as an admin.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86576" y="4288105"/>
            <a:ext cx="10868806" cy="2267715"/>
            <a:chOff x="0" y="0"/>
            <a:chExt cx="14491742" cy="30236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1103908" cy="733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Abundant Harvest"/>
                  <a:ea typeface="Abundant Harvest"/>
                  <a:cs typeface="Abundant Harvest"/>
                  <a:sym typeface="Abundant Harvest"/>
                </a:rPr>
                <a:t>here,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749281"/>
              <a:ext cx="14491742" cy="2274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4"/>
                </a:lnSpc>
              </a:pPr>
              <a:r>
                <a:rPr lang="en-US" sz="3016" spc="138">
                  <a:solidFill>
                    <a:srgbClr val="FFFFFF"/>
                  </a:solidFill>
                  <a:latin typeface="Abundant Harvest"/>
                  <a:ea typeface="Abundant Harvest"/>
                  <a:cs typeface="Abundant Harvest"/>
                  <a:sym typeface="Abundant Harvest"/>
                </a:rPr>
                <a:t>an admin, can add, update and delete events.</a:t>
              </a:r>
            </a:p>
            <a:p>
              <a:pPr algn="l">
                <a:lnSpc>
                  <a:spcPts val="4554"/>
                </a:lnSpc>
              </a:pPr>
              <a:r>
                <a:rPr lang="en-US" sz="3016" spc="138">
                  <a:solidFill>
                    <a:srgbClr val="FFFFFF"/>
                  </a:solidFill>
                  <a:latin typeface="Abundant Harvest"/>
                  <a:ea typeface="Abundant Harvest"/>
                  <a:cs typeface="Abundant Harvest"/>
                  <a:sym typeface="Abundant Harvest"/>
                </a:rPr>
                <a:t>Moreover he can add participants and search participants. An admin, can also generate a report on the events.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409539"/>
            <a:ext cx="740300" cy="70556"/>
            <a:chOff x="0" y="0"/>
            <a:chExt cx="987066" cy="9407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6149373" y="0"/>
            <a:ext cx="12138627" cy="10287000"/>
          </a:xfrm>
          <a:custGeom>
            <a:avLst/>
            <a:gdLst/>
            <a:ahLst/>
            <a:cxnLst/>
            <a:rect r="r" b="b" t="t" l="l"/>
            <a:pathLst>
              <a:path h="10287000" w="12138627">
                <a:moveTo>
                  <a:pt x="0" y="0"/>
                </a:moveTo>
                <a:lnTo>
                  <a:pt x="12138627" y="0"/>
                </a:lnTo>
                <a:lnTo>
                  <a:pt x="121386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7" r="0" b="-88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589491" y="1437951"/>
            <a:ext cx="5345469" cy="938074"/>
            <a:chOff x="0" y="0"/>
            <a:chExt cx="7127292" cy="1250766"/>
          </a:xfrm>
        </p:grpSpPr>
        <p:sp>
          <p:nvSpPr>
            <p:cNvPr name="AutoShape 15" id="15"/>
            <p:cNvSpPr/>
            <p:nvPr/>
          </p:nvSpPr>
          <p:spPr>
            <a:xfrm flipV="true">
              <a:off x="1596670" y="0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3718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031404" y="169030"/>
              <a:ext cx="5095888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spc="125">
                  <a:solidFill>
                    <a:srgbClr val="FFFFFF"/>
                  </a:solidFill>
                  <a:latin typeface="Abu Sayed"/>
                  <a:ea typeface="Abu Sayed"/>
                  <a:cs typeface="Abu Sayed"/>
                  <a:sym typeface="Abu Sayed"/>
                </a:rPr>
                <a:t>Creating Event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89491" y="3022911"/>
            <a:ext cx="7375288" cy="938074"/>
            <a:chOff x="0" y="0"/>
            <a:chExt cx="9833717" cy="1250766"/>
          </a:xfrm>
        </p:grpSpPr>
        <p:sp>
          <p:nvSpPr>
            <p:cNvPr name="AutoShape 19" id="19"/>
            <p:cNvSpPr/>
            <p:nvPr/>
          </p:nvSpPr>
          <p:spPr>
            <a:xfrm flipV="true">
              <a:off x="1577620" y="0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0" y="3718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031404" y="169030"/>
              <a:ext cx="7802313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spc="125">
                  <a:solidFill>
                    <a:srgbClr val="FFFFFF"/>
                  </a:solidFill>
                  <a:latin typeface="Abu Sayed"/>
                  <a:ea typeface="Abu Sayed"/>
                  <a:cs typeface="Abu Sayed"/>
                  <a:sym typeface="Abu Sayed"/>
                </a:rPr>
                <a:t>Registering Participant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89491" y="4526501"/>
            <a:ext cx="7375288" cy="938074"/>
            <a:chOff x="0" y="0"/>
            <a:chExt cx="9833717" cy="1250766"/>
          </a:xfrm>
        </p:grpSpPr>
        <p:sp>
          <p:nvSpPr>
            <p:cNvPr name="AutoShape 23" id="23"/>
            <p:cNvSpPr/>
            <p:nvPr/>
          </p:nvSpPr>
          <p:spPr>
            <a:xfrm flipV="true">
              <a:off x="1615720" y="0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112211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31404" y="283449"/>
              <a:ext cx="7802313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spc="125">
                  <a:solidFill>
                    <a:srgbClr val="FFFFFF"/>
                  </a:solidFill>
                  <a:latin typeface="Abu Sayed"/>
                  <a:ea typeface="Abu Sayed"/>
                  <a:cs typeface="Abu Sayed"/>
                  <a:sym typeface="Abu Sayed"/>
                </a:rPr>
                <a:t>Searching Participant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89491" y="6110442"/>
            <a:ext cx="7375288" cy="938074"/>
            <a:chOff x="0" y="0"/>
            <a:chExt cx="9833717" cy="125076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112211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04</a:t>
              </a:r>
            </a:p>
          </p:txBody>
        </p:sp>
        <p:sp>
          <p:nvSpPr>
            <p:cNvPr name="AutoShape 28" id="28"/>
            <p:cNvSpPr/>
            <p:nvPr/>
          </p:nvSpPr>
          <p:spPr>
            <a:xfrm flipV="true">
              <a:off x="1634770" y="0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2031404" y="215760"/>
              <a:ext cx="7802313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spc="125">
                  <a:solidFill>
                    <a:srgbClr val="FFFFFF"/>
                  </a:solidFill>
                  <a:latin typeface="Abu Sayed"/>
                  <a:ea typeface="Abu Sayed"/>
                  <a:cs typeface="Abu Sayed"/>
                  <a:sym typeface="Abu Sayed"/>
                </a:rPr>
                <a:t>Generating Report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89491" y="7695402"/>
            <a:ext cx="8629545" cy="938074"/>
            <a:chOff x="0" y="0"/>
            <a:chExt cx="11506059" cy="1250766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112211"/>
              <a:ext cx="1033999" cy="1138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140"/>
                </a:lnSpc>
              </a:pPr>
              <a:r>
                <a:rPr lang="en-US" sz="5100" spc="632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05</a:t>
              </a:r>
            </a:p>
          </p:txBody>
        </p:sp>
        <p:sp>
          <p:nvSpPr>
            <p:cNvPr name="AutoShape 32" id="32"/>
            <p:cNvSpPr/>
            <p:nvPr/>
          </p:nvSpPr>
          <p:spPr>
            <a:xfrm flipV="true">
              <a:off x="1634770" y="0"/>
              <a:ext cx="0" cy="1250766"/>
            </a:xfrm>
            <a:prstGeom prst="line">
              <a:avLst/>
            </a:prstGeom>
            <a:ln cap="flat" w="38100">
              <a:solidFill>
                <a:srgbClr val="F271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3" id="33"/>
            <p:cNvSpPr txBox="true"/>
            <p:nvPr/>
          </p:nvSpPr>
          <p:spPr>
            <a:xfrm rot="0">
              <a:off x="2031404" y="140786"/>
              <a:ext cx="9474655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</a:pPr>
              <a:r>
                <a:rPr lang="en-US" sz="3799" spc="125">
                  <a:solidFill>
                    <a:srgbClr val="FFFFFF"/>
                  </a:solidFill>
                  <a:latin typeface="Abu Sayed"/>
                  <a:ea typeface="Abu Sayed"/>
                  <a:cs typeface="Abu Sayed"/>
                  <a:sym typeface="Abu Sayed"/>
                </a:rPr>
                <a:t>Updating or Deleting Event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532180" y="8633477"/>
            <a:ext cx="727120" cy="1093861"/>
          </a:xfrm>
          <a:custGeom>
            <a:avLst/>
            <a:gdLst/>
            <a:ahLst/>
            <a:cxnLst/>
            <a:rect r="r" b="b" t="t" l="l"/>
            <a:pathLst>
              <a:path h="1093861" w="727120">
                <a:moveTo>
                  <a:pt x="0" y="0"/>
                </a:moveTo>
                <a:lnTo>
                  <a:pt x="727120" y="0"/>
                </a:lnTo>
                <a:lnTo>
                  <a:pt x="727120" y="1093860"/>
                </a:lnTo>
                <a:lnTo>
                  <a:pt x="0" y="109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461" t="-80532" r="-139853" b="-6629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49701" y="1399851"/>
            <a:ext cx="5410520" cy="112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500" spc="3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FUNCTIONALITIES OF OUR CODE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05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55138"/>
            <a:ext cx="5395639" cy="7751198"/>
          </a:xfrm>
          <a:custGeom>
            <a:avLst/>
            <a:gdLst/>
            <a:ahLst/>
            <a:cxnLst/>
            <a:rect r="r" b="b" t="t" l="l"/>
            <a:pathLst>
              <a:path h="7751198" w="5395639">
                <a:moveTo>
                  <a:pt x="0" y="0"/>
                </a:moveTo>
                <a:lnTo>
                  <a:pt x="5395639" y="0"/>
                </a:lnTo>
                <a:lnTo>
                  <a:pt x="5395639" y="7751198"/>
                </a:lnTo>
                <a:lnTo>
                  <a:pt x="0" y="7751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91177" y="3008009"/>
            <a:ext cx="485282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 flipV="true">
            <a:off x="4728310" y="5162550"/>
            <a:ext cx="309372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" id="6"/>
          <p:cNvSpPr/>
          <p:nvPr/>
        </p:nvSpPr>
        <p:spPr>
          <a:xfrm flipV="true">
            <a:off x="4547377" y="5663653"/>
            <a:ext cx="309372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4291177" y="6710705"/>
            <a:ext cx="485282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232738" y="8207109"/>
            <a:ext cx="1168646" cy="1400688"/>
          </a:xfrm>
          <a:custGeom>
            <a:avLst/>
            <a:gdLst/>
            <a:ahLst/>
            <a:cxnLst/>
            <a:rect r="r" b="b" t="t" l="l"/>
            <a:pathLst>
              <a:path h="1400688" w="1168646">
                <a:moveTo>
                  <a:pt x="0" y="0"/>
                </a:moveTo>
                <a:lnTo>
                  <a:pt x="1168646" y="0"/>
                </a:lnTo>
                <a:lnTo>
                  <a:pt x="1168646" y="1400688"/>
                </a:lnTo>
                <a:lnTo>
                  <a:pt x="0" y="1400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8448" t="-87438" r="-108324" b="-6851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16890"/>
            <a:ext cx="10791278" cy="81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9"/>
              </a:lnSpc>
              <a:spcBef>
                <a:spcPct val="0"/>
              </a:spcBef>
            </a:pPr>
            <a:r>
              <a:rPr lang="en-US" sz="3999" spc="183">
                <a:solidFill>
                  <a:srgbClr val="FFFFFF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Starting.....................................................................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33857" y="2737500"/>
            <a:ext cx="7157796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structure to store information about an event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91549" y="4867275"/>
            <a:ext cx="8825512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to store the maximum number of participant for an event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22030" y="5368379"/>
            <a:ext cx="7175880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to store the number of participant for an event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3857" y="6415430"/>
            <a:ext cx="7731581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structure to store information about a participant.  </a:t>
            </a:r>
          </a:p>
        </p:txBody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926317"/>
            <a:ext cx="18288000" cy="6713220"/>
          </a:xfrm>
          <a:custGeom>
            <a:avLst/>
            <a:gdLst/>
            <a:ahLst/>
            <a:cxnLst/>
            <a:rect r="r" b="b" t="t" l="l"/>
            <a:pathLst>
              <a:path h="6713220" w="18288000">
                <a:moveTo>
                  <a:pt x="0" y="0"/>
                </a:moveTo>
                <a:lnTo>
                  <a:pt x="18288000" y="0"/>
                </a:lnTo>
                <a:lnTo>
                  <a:pt x="18288000" y="6713220"/>
                </a:lnTo>
                <a:lnTo>
                  <a:pt x="0" y="6713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6" r="0" b="-18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529646" cy="2295057"/>
          </a:xfrm>
          <a:custGeom>
            <a:avLst/>
            <a:gdLst/>
            <a:ahLst/>
            <a:cxnLst/>
            <a:rect r="r" b="b" t="t" l="l"/>
            <a:pathLst>
              <a:path h="2295057" w="7529646">
                <a:moveTo>
                  <a:pt x="0" y="0"/>
                </a:moveTo>
                <a:lnTo>
                  <a:pt x="7529646" y="0"/>
                </a:lnTo>
                <a:lnTo>
                  <a:pt x="7529646" y="2295057"/>
                </a:lnTo>
                <a:lnTo>
                  <a:pt x="0" y="2295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421" r="-27352" b="-980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440035"/>
            <a:ext cx="18288000" cy="6930390"/>
          </a:xfrm>
          <a:custGeom>
            <a:avLst/>
            <a:gdLst/>
            <a:ahLst/>
            <a:cxnLst/>
            <a:rect r="r" b="b" t="t" l="l"/>
            <a:pathLst>
              <a:path h="6930390" w="18288000">
                <a:moveTo>
                  <a:pt x="0" y="0"/>
                </a:moveTo>
                <a:lnTo>
                  <a:pt x="18288000" y="0"/>
                </a:lnTo>
                <a:lnTo>
                  <a:pt x="18288000" y="6930390"/>
                </a:lnTo>
                <a:lnTo>
                  <a:pt x="0" y="6930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683" t="0" r="-41683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2201" y="3525324"/>
            <a:ext cx="6111515" cy="6435768"/>
          </a:xfrm>
          <a:custGeom>
            <a:avLst/>
            <a:gdLst/>
            <a:ahLst/>
            <a:cxnLst/>
            <a:rect r="r" b="b" t="t" l="l"/>
            <a:pathLst>
              <a:path h="6435768" w="6111515">
                <a:moveTo>
                  <a:pt x="0" y="0"/>
                </a:moveTo>
                <a:lnTo>
                  <a:pt x="6111515" y="0"/>
                </a:lnTo>
                <a:lnTo>
                  <a:pt x="6111515" y="6435768"/>
                </a:lnTo>
                <a:lnTo>
                  <a:pt x="0" y="6435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064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67959" y="3786903"/>
            <a:ext cx="461076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3242456" y="454450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6804666" y="4811200"/>
            <a:ext cx="19050" cy="271747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211050" y="4820725"/>
            <a:ext cx="6128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211050" y="7528670"/>
            <a:ext cx="59361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6804666" y="6087541"/>
            <a:ext cx="332359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 flipV="true">
            <a:off x="4793523" y="7651850"/>
            <a:ext cx="342092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3242456" y="7907020"/>
            <a:ext cx="6157302" cy="2063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5642817" y="7651850"/>
            <a:ext cx="1911136" cy="1911136"/>
          </a:xfrm>
          <a:custGeom>
            <a:avLst/>
            <a:gdLst/>
            <a:ahLst/>
            <a:cxnLst/>
            <a:rect r="r" b="b" t="t" l="l"/>
            <a:pathLst>
              <a:path h="1911136" w="1911136">
                <a:moveTo>
                  <a:pt x="0" y="0"/>
                </a:moveTo>
                <a:lnTo>
                  <a:pt x="1911137" y="0"/>
                </a:lnTo>
                <a:lnTo>
                  <a:pt x="1911137" y="1911136"/>
                </a:lnTo>
                <a:lnTo>
                  <a:pt x="0" y="191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58346" y="1508108"/>
            <a:ext cx="958140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Added global arrays and counters for events and participants.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143" y="2119079"/>
            <a:ext cx="840981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declared the base event count and participant count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78720" y="3392410"/>
            <a:ext cx="8278190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created a custom function to create events </a:t>
            </a:r>
          </a:p>
          <a:p>
            <a:pPr algn="l">
              <a:lnSpc>
                <a:spcPts val="1624"/>
              </a:lnSpc>
            </a:pPr>
            <a:r>
              <a:rPr lang="en-US" sz="2499" spc="152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the parameter n is the maximum number of events. 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31395" y="4350824"/>
            <a:ext cx="6258074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checking if the maximum number of events crossed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28259" y="5833541"/>
            <a:ext cx="3220789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taking input from the user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78720" y="7113270"/>
            <a:ext cx="5652939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adding the pplcount as 0 because it’s used for </a:t>
            </a:r>
          </a:p>
          <a:p>
            <a:pPr algn="ctr">
              <a:lnSpc>
                <a:spcPts val="1249"/>
              </a:lnSpc>
            </a:pPr>
            <a:r>
              <a:rPr lang="en-US" sz="24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how many participants had joint the event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91469" y="7859395"/>
            <a:ext cx="2684562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eventcount increased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57154" y="8778358"/>
            <a:ext cx="5948481" cy="4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sz="285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 function to create event  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" r="0" b="-185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269848" y="6721994"/>
            <a:ext cx="7453643" cy="130438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69848" y="7441155"/>
            <a:ext cx="7453643" cy="130438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69848" y="8160494"/>
            <a:ext cx="7453643" cy="1304388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0584353" y="2905376"/>
            <a:ext cx="740300" cy="70556"/>
            <a:chOff x="0" y="0"/>
            <a:chExt cx="987066" cy="9407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0279380" cy="10287000"/>
          </a:xfrm>
          <a:custGeom>
            <a:avLst/>
            <a:gdLst/>
            <a:ahLst/>
            <a:cxnLst/>
            <a:rect r="r" b="b" t="t" l="l"/>
            <a:pathLst>
              <a:path h="10287000" w="10279380">
                <a:moveTo>
                  <a:pt x="0" y="0"/>
                </a:moveTo>
                <a:lnTo>
                  <a:pt x="10279380" y="0"/>
                </a:lnTo>
                <a:lnTo>
                  <a:pt x="10279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976" r="0" b="-1097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18276" y="0"/>
            <a:ext cx="9429750" cy="10287000"/>
          </a:xfrm>
          <a:custGeom>
            <a:avLst/>
            <a:gdLst/>
            <a:ahLst/>
            <a:cxnLst/>
            <a:rect r="r" b="b" t="t" l="l"/>
            <a:pathLst>
              <a:path h="10287000" w="9429750">
                <a:moveTo>
                  <a:pt x="0" y="0"/>
                </a:moveTo>
                <a:lnTo>
                  <a:pt x="9429750" y="0"/>
                </a:lnTo>
                <a:lnTo>
                  <a:pt x="9429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56169" y="7891019"/>
            <a:ext cx="1532125" cy="1938203"/>
          </a:xfrm>
          <a:custGeom>
            <a:avLst/>
            <a:gdLst/>
            <a:ahLst/>
            <a:cxnLst/>
            <a:rect r="r" b="b" t="t" l="l"/>
            <a:pathLst>
              <a:path h="1938203" w="1532125">
                <a:moveTo>
                  <a:pt x="0" y="0"/>
                </a:moveTo>
                <a:lnTo>
                  <a:pt x="1532125" y="0"/>
                </a:lnTo>
                <a:lnTo>
                  <a:pt x="1532125" y="1938203"/>
                </a:lnTo>
                <a:lnTo>
                  <a:pt x="0" y="19382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8171" t="-38078" r="-59462" b="-26052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549591" y="1028700"/>
            <a:ext cx="7238702" cy="1289050"/>
            <a:chOff x="0" y="0"/>
            <a:chExt cx="9651603" cy="171873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76200"/>
              <a:ext cx="9651603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registration of participant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828675"/>
              <a:ext cx="2481461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part-01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84353" y="3518857"/>
            <a:ext cx="70510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checking if there were any events for the paricipant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84353" y="3957305"/>
            <a:ext cx="70510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declaring the data type and scaning the name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84353" y="4392280"/>
            <a:ext cx="705107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checking if the participant had registered for any other events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84353" y="5095875"/>
            <a:ext cx="705107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checking if the whole participant limit reached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84353" y="5530850"/>
            <a:ext cx="705107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copying the name in the structure array and scanning the number as input of structure participant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" r="0" b="-1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84353" y="2905376"/>
            <a:ext cx="740300" cy="70556"/>
            <a:chOff x="0" y="0"/>
            <a:chExt cx="987066" cy="9407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4074" cy="94074"/>
              <a:chOff x="0" y="0"/>
              <a:chExt cx="6350000" cy="6350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225778" y="0"/>
              <a:ext cx="94074" cy="94074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447638" y="0"/>
              <a:ext cx="94074" cy="94074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670311" y="0"/>
              <a:ext cx="94074" cy="94074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892992" y="0"/>
              <a:ext cx="94074" cy="94074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10279380" cy="10287000"/>
          </a:xfrm>
          <a:custGeom>
            <a:avLst/>
            <a:gdLst/>
            <a:ahLst/>
            <a:cxnLst/>
            <a:rect r="r" b="b" t="t" l="l"/>
            <a:pathLst>
              <a:path h="10287000" w="10279380">
                <a:moveTo>
                  <a:pt x="0" y="0"/>
                </a:moveTo>
                <a:lnTo>
                  <a:pt x="10279380" y="0"/>
                </a:lnTo>
                <a:lnTo>
                  <a:pt x="10279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76" r="0" b="-1097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7050" y="349569"/>
            <a:ext cx="15820754" cy="9433125"/>
          </a:xfrm>
          <a:custGeom>
            <a:avLst/>
            <a:gdLst/>
            <a:ahLst/>
            <a:cxnLst/>
            <a:rect r="r" b="b" t="t" l="l"/>
            <a:pathLst>
              <a:path h="9433125" w="15820754">
                <a:moveTo>
                  <a:pt x="0" y="0"/>
                </a:moveTo>
                <a:lnTo>
                  <a:pt x="15820755" y="0"/>
                </a:lnTo>
                <a:lnTo>
                  <a:pt x="15820755" y="9433125"/>
                </a:lnTo>
                <a:lnTo>
                  <a:pt x="0" y="943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232992" y="8057798"/>
            <a:ext cx="1547499" cy="1889222"/>
          </a:xfrm>
          <a:custGeom>
            <a:avLst/>
            <a:gdLst/>
            <a:ahLst/>
            <a:cxnLst/>
            <a:rect r="r" b="b" t="t" l="l"/>
            <a:pathLst>
              <a:path h="1889222" w="1547499">
                <a:moveTo>
                  <a:pt x="0" y="0"/>
                </a:moveTo>
                <a:lnTo>
                  <a:pt x="1547498" y="0"/>
                </a:lnTo>
                <a:lnTo>
                  <a:pt x="1547498" y="1889222"/>
                </a:lnTo>
                <a:lnTo>
                  <a:pt x="0" y="1889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0780" t="-52767" r="-60067" b="-2813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691499" y="1246313"/>
            <a:ext cx="723870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registration of participant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91499" y="2069495"/>
            <a:ext cx="1876425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part-02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584353" y="3566482"/>
            <a:ext cx="7703647" cy="3448617"/>
            <a:chOff x="0" y="0"/>
            <a:chExt cx="10271529" cy="4598155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1027152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checking if the participant had already entered all events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524272"/>
              <a:ext cx="9401437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printing all the events for scanning the the event index number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085797"/>
              <a:ext cx="9401437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if all the things are checked then we take the participant as the member of the array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506764"/>
              <a:ext cx="9401437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checking the validity of of index number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099431"/>
              <a:ext cx="9401437" cy="919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increasing the pplcount for checking the max participant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148364"/>
              <a:ext cx="9401437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printing the registration is done properly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40" t="0" r="-984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7293" y="259513"/>
            <a:ext cx="9862964" cy="4871361"/>
          </a:xfrm>
          <a:custGeom>
            <a:avLst/>
            <a:gdLst/>
            <a:ahLst/>
            <a:cxnLst/>
            <a:rect r="r" b="b" t="t" l="l"/>
            <a:pathLst>
              <a:path h="4871361" w="9862964">
                <a:moveTo>
                  <a:pt x="0" y="0"/>
                </a:moveTo>
                <a:lnTo>
                  <a:pt x="9862963" y="0"/>
                </a:lnTo>
                <a:lnTo>
                  <a:pt x="9862963" y="4871361"/>
                </a:lnTo>
                <a:lnTo>
                  <a:pt x="0" y="4871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86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46298" y="0"/>
            <a:ext cx="5664853" cy="10287000"/>
          </a:xfrm>
          <a:custGeom>
            <a:avLst/>
            <a:gdLst/>
            <a:ahLst/>
            <a:cxnLst/>
            <a:rect r="r" b="b" t="t" l="l"/>
            <a:pathLst>
              <a:path h="10287000" w="5664853">
                <a:moveTo>
                  <a:pt x="0" y="0"/>
                </a:moveTo>
                <a:lnTo>
                  <a:pt x="5664854" y="0"/>
                </a:lnTo>
                <a:lnTo>
                  <a:pt x="56648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2989" y="5130874"/>
            <a:ext cx="10239315" cy="4765168"/>
          </a:xfrm>
          <a:custGeom>
            <a:avLst/>
            <a:gdLst/>
            <a:ahLst/>
            <a:cxnLst/>
            <a:rect r="r" b="b" t="t" l="l"/>
            <a:pathLst>
              <a:path h="4765168" w="10239315">
                <a:moveTo>
                  <a:pt x="0" y="0"/>
                </a:moveTo>
                <a:lnTo>
                  <a:pt x="10239315" y="0"/>
                </a:lnTo>
                <a:lnTo>
                  <a:pt x="10239315" y="4765167"/>
                </a:lnTo>
                <a:lnTo>
                  <a:pt x="0" y="4765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512" t="0" r="0" b="-36243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2576237" y="7774913"/>
            <a:ext cx="6500654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012260" y="8002480"/>
            <a:ext cx="1578199" cy="2511641"/>
          </a:xfrm>
          <a:custGeom>
            <a:avLst/>
            <a:gdLst/>
            <a:ahLst/>
            <a:cxnLst/>
            <a:rect r="r" b="b" t="t" l="l"/>
            <a:pathLst>
              <a:path h="2511641" w="1578199">
                <a:moveTo>
                  <a:pt x="0" y="0"/>
                </a:moveTo>
                <a:lnTo>
                  <a:pt x="1578199" y="0"/>
                </a:lnTo>
                <a:lnTo>
                  <a:pt x="1578199" y="2511640"/>
                </a:lnTo>
                <a:lnTo>
                  <a:pt x="0" y="2511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535" t="0" r="-2761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51163" y="5368131"/>
            <a:ext cx="719271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it’s a custom function to update event.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989" y="6178901"/>
            <a:ext cx="10107249" cy="124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639" indent="-259820" lvl="1">
              <a:lnSpc>
                <a:spcPts val="3369"/>
              </a:lnSpc>
              <a:buFont typeface="Arial"/>
              <a:buChar char="•"/>
            </a:pPr>
            <a:r>
              <a:rPr lang="en-US" b="true" sz="24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first here we print the existing events</a:t>
            </a:r>
          </a:p>
          <a:p>
            <a:pPr algn="l" marL="519639" indent="-259820" lvl="1">
              <a:lnSpc>
                <a:spcPts val="3369"/>
              </a:lnSpc>
              <a:buFont typeface="Arial"/>
              <a:buChar char="•"/>
            </a:pPr>
            <a:r>
              <a:rPr lang="en-US" b="true" sz="24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then select the index number of the event we wanted to change</a:t>
            </a:r>
          </a:p>
          <a:p>
            <a:pPr algn="l" marL="519639" indent="-259820" lvl="1">
              <a:lnSpc>
                <a:spcPts val="3369"/>
              </a:lnSpc>
              <a:buFont typeface="Arial"/>
              <a:buChar char="•"/>
            </a:pPr>
            <a:r>
              <a:rPr lang="en-US" b="true" sz="240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then we check that if the index number is correct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6237" y="7965413"/>
            <a:ext cx="670396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it’s the switch case to help the user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22574" y="8432138"/>
            <a:ext cx="626379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takes input what to change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scans the thing that the user wanted to changed</a:t>
            </a:r>
          </a:p>
        </p:txBody>
      </p: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89" t="0" r="-798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094" y="251586"/>
            <a:ext cx="17150721" cy="7353585"/>
          </a:xfrm>
          <a:custGeom>
            <a:avLst/>
            <a:gdLst/>
            <a:ahLst/>
            <a:cxnLst/>
            <a:rect r="r" b="b" t="t" l="l"/>
            <a:pathLst>
              <a:path h="7353585" w="17150721">
                <a:moveTo>
                  <a:pt x="0" y="0"/>
                </a:moveTo>
                <a:lnTo>
                  <a:pt x="17150721" y="0"/>
                </a:lnTo>
                <a:lnTo>
                  <a:pt x="17150721" y="7353585"/>
                </a:lnTo>
                <a:lnTo>
                  <a:pt x="0" y="7353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8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09324" y="7454025"/>
            <a:ext cx="2832975" cy="2832975"/>
          </a:xfrm>
          <a:custGeom>
            <a:avLst/>
            <a:gdLst/>
            <a:ahLst/>
            <a:cxnLst/>
            <a:rect r="r" b="b" t="t" l="l"/>
            <a:pathLst>
              <a:path h="2832975" w="2832975">
                <a:moveTo>
                  <a:pt x="0" y="0"/>
                </a:moveTo>
                <a:lnTo>
                  <a:pt x="2832974" y="0"/>
                </a:lnTo>
                <a:lnTo>
                  <a:pt x="2832974" y="2832975"/>
                </a:lnTo>
                <a:lnTo>
                  <a:pt x="0" y="2832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19719" y="480377"/>
            <a:ext cx="7039570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Search participant by name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61094" y="7858506"/>
            <a:ext cx="9640937" cy="2181134"/>
            <a:chOff x="0" y="0"/>
            <a:chExt cx="12854583" cy="29081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5272286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scanning  the name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93259"/>
              <a:ext cx="1182350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used a for loop for checking all the participants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54308"/>
              <a:ext cx="1278354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comparing every participants name with the target 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719881"/>
              <a:ext cx="1285458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if found then printing the details of the participants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85455"/>
              <a:ext cx="917932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if not found then printing not found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4523" y="124624"/>
            <a:ext cx="10904418" cy="9992737"/>
          </a:xfrm>
          <a:custGeom>
            <a:avLst/>
            <a:gdLst/>
            <a:ahLst/>
            <a:cxnLst/>
            <a:rect r="r" b="b" t="t" l="l"/>
            <a:pathLst>
              <a:path h="9992737" w="10904418">
                <a:moveTo>
                  <a:pt x="0" y="0"/>
                </a:moveTo>
                <a:lnTo>
                  <a:pt x="10904418" y="0"/>
                </a:lnTo>
                <a:lnTo>
                  <a:pt x="10904418" y="9992737"/>
                </a:lnTo>
                <a:lnTo>
                  <a:pt x="0" y="9992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48535" y="6555740"/>
            <a:ext cx="3807756" cy="3807756"/>
          </a:xfrm>
          <a:custGeom>
            <a:avLst/>
            <a:gdLst/>
            <a:ahLst/>
            <a:cxnLst/>
            <a:rect r="r" b="b" t="t" l="l"/>
            <a:pathLst>
              <a:path h="3807756" w="3807756">
                <a:moveTo>
                  <a:pt x="0" y="0"/>
                </a:moveTo>
                <a:lnTo>
                  <a:pt x="3807756" y="0"/>
                </a:lnTo>
                <a:lnTo>
                  <a:pt x="3807756" y="3807756"/>
                </a:lnTo>
                <a:lnTo>
                  <a:pt x="0" y="3807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19394" y="470852"/>
            <a:ext cx="8506718" cy="112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Search participant by events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699106" y="1899285"/>
            <a:ext cx="8613696" cy="4081786"/>
            <a:chOff x="0" y="0"/>
            <a:chExt cx="11484928" cy="54423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6599238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scanning the event name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0423"/>
              <a:ext cx="11451858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checking the event name with every other events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3070" y="3042497"/>
              <a:ext cx="11451858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if found then print all the participant in the event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3070" y="4819658"/>
              <a:ext cx="10802938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if not found the event then print not found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2317" y="6234762"/>
            <a:ext cx="3927332" cy="4052238"/>
          </a:xfrm>
          <a:custGeom>
            <a:avLst/>
            <a:gdLst/>
            <a:ahLst/>
            <a:cxnLst/>
            <a:rect r="r" b="b" t="t" l="l"/>
            <a:pathLst>
              <a:path h="4052238" w="3927332">
                <a:moveTo>
                  <a:pt x="0" y="0"/>
                </a:moveTo>
                <a:lnTo>
                  <a:pt x="3927332" y="0"/>
                </a:lnTo>
                <a:lnTo>
                  <a:pt x="3927332" y="4052238"/>
                </a:lnTo>
                <a:lnTo>
                  <a:pt x="0" y="4052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6" t="0" r="-31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77783" y="785439"/>
            <a:ext cx="3940609" cy="4013808"/>
          </a:xfrm>
          <a:custGeom>
            <a:avLst/>
            <a:gdLst/>
            <a:ahLst/>
            <a:cxnLst/>
            <a:rect r="r" b="b" t="t" l="l"/>
            <a:pathLst>
              <a:path h="4013808" w="3940609">
                <a:moveTo>
                  <a:pt x="0" y="0"/>
                </a:moveTo>
                <a:lnTo>
                  <a:pt x="3940610" y="0"/>
                </a:lnTo>
                <a:lnTo>
                  <a:pt x="3940610" y="4013808"/>
                </a:lnTo>
                <a:lnTo>
                  <a:pt x="0" y="40138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0" r="0" b="-33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2317" y="468901"/>
            <a:ext cx="17537695" cy="5962816"/>
          </a:xfrm>
          <a:custGeom>
            <a:avLst/>
            <a:gdLst/>
            <a:ahLst/>
            <a:cxnLst/>
            <a:rect r="r" b="b" t="t" l="l"/>
            <a:pathLst>
              <a:path h="5962816" w="17537695">
                <a:moveTo>
                  <a:pt x="0" y="0"/>
                </a:moveTo>
                <a:lnTo>
                  <a:pt x="17537695" y="0"/>
                </a:lnTo>
                <a:lnTo>
                  <a:pt x="17537695" y="5962816"/>
                </a:lnTo>
                <a:lnTo>
                  <a:pt x="0" y="5962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31824" y="6847249"/>
            <a:ext cx="3374083" cy="3602761"/>
          </a:xfrm>
          <a:custGeom>
            <a:avLst/>
            <a:gdLst/>
            <a:ahLst/>
            <a:cxnLst/>
            <a:rect r="r" b="b" t="t" l="l"/>
            <a:pathLst>
              <a:path h="3602761" w="3374083">
                <a:moveTo>
                  <a:pt x="0" y="0"/>
                </a:moveTo>
                <a:lnTo>
                  <a:pt x="3374083" y="0"/>
                </a:lnTo>
                <a:lnTo>
                  <a:pt x="3374083" y="3602761"/>
                </a:lnTo>
                <a:lnTo>
                  <a:pt x="0" y="3602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88" t="0" r="-338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87618" y="933450"/>
            <a:ext cx="6771682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generating report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6847249"/>
            <a:ext cx="16218843" cy="2120890"/>
            <a:chOff x="0" y="0"/>
            <a:chExt cx="21625123" cy="282785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2162512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 every event we count the participants and printing the report for that particular event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449056"/>
              <a:ext cx="13983295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using nested loop to check if the participant in the event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95953"/>
              <a:ext cx="9610527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using loop to check every participant 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05129"/>
              <a:ext cx="20033853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after checking everything the report for every events details will be printed in loop 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8" t="0" r="-448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716939" y="9224962"/>
            <a:ext cx="2343436" cy="0"/>
          </a:xfrm>
          <a:prstGeom prst="line">
            <a:avLst/>
          </a:prstGeom>
          <a:ln cap="rnd" w="66675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34178" y="604992"/>
            <a:ext cx="10945814" cy="9077017"/>
          </a:xfrm>
          <a:custGeom>
            <a:avLst/>
            <a:gdLst/>
            <a:ahLst/>
            <a:cxnLst/>
            <a:rect r="r" b="b" t="t" l="l"/>
            <a:pathLst>
              <a:path h="9077017" w="10945814">
                <a:moveTo>
                  <a:pt x="0" y="0"/>
                </a:moveTo>
                <a:lnTo>
                  <a:pt x="10945815" y="0"/>
                </a:lnTo>
                <a:lnTo>
                  <a:pt x="10945815" y="9077016"/>
                </a:lnTo>
                <a:lnTo>
                  <a:pt x="0" y="9077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82070" y="7747732"/>
            <a:ext cx="2954461" cy="2954461"/>
          </a:xfrm>
          <a:custGeom>
            <a:avLst/>
            <a:gdLst/>
            <a:ahLst/>
            <a:cxnLst/>
            <a:rect r="r" b="b" t="t" l="l"/>
            <a:pathLst>
              <a:path h="2954461" w="2954461">
                <a:moveTo>
                  <a:pt x="0" y="0"/>
                </a:moveTo>
                <a:lnTo>
                  <a:pt x="2954460" y="0"/>
                </a:lnTo>
                <a:lnTo>
                  <a:pt x="2954460" y="2954461"/>
                </a:lnTo>
                <a:lnTo>
                  <a:pt x="0" y="2954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1175" y="674783"/>
            <a:ext cx="633903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bu Sayed"/>
                <a:ea typeface="Abu Sayed"/>
                <a:cs typeface="Abu Sayed"/>
                <a:sym typeface="Abu Sayed"/>
              </a:rPr>
              <a:t>Deleting an event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91175" y="2211340"/>
            <a:ext cx="7596825" cy="6781954"/>
            <a:chOff x="0" y="0"/>
            <a:chExt cx="10129100" cy="904260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8680648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declared an temporary variable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55856"/>
              <a:ext cx="7047905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scanning the event index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68656"/>
              <a:ext cx="8256588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checking for the proper input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81456"/>
              <a:ext cx="9248973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using a loop for finding the target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194256"/>
              <a:ext cx="10129100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if the target event is in last place we just make the array one index shorter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718256"/>
              <a:ext cx="10129100" cy="280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if the target event found then we change it with the next array elements and continue it till the last element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664656"/>
              <a:ext cx="10129100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then decrease the array element by one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6106" y="800223"/>
            <a:ext cx="17455788" cy="5290189"/>
          </a:xfrm>
          <a:custGeom>
            <a:avLst/>
            <a:gdLst/>
            <a:ahLst/>
            <a:cxnLst/>
            <a:rect r="r" b="b" t="t" l="l"/>
            <a:pathLst>
              <a:path h="5290189" w="17455788">
                <a:moveTo>
                  <a:pt x="0" y="0"/>
                </a:moveTo>
                <a:lnTo>
                  <a:pt x="17455788" y="0"/>
                </a:lnTo>
                <a:lnTo>
                  <a:pt x="17455788" y="5290189"/>
                </a:lnTo>
                <a:lnTo>
                  <a:pt x="0" y="529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35" r="0" b="-16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82421" y="5344943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612588" y="781050"/>
            <a:ext cx="4646712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main function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52537" y="1370015"/>
            <a:ext cx="2366814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part-01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6612371"/>
            <a:ext cx="11007477" cy="2286000"/>
            <a:chOff x="0" y="0"/>
            <a:chExt cx="14676636" cy="30480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652145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declaring the variables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55650"/>
              <a:ext cx="9487297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taking input for the event number 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68450"/>
              <a:ext cx="14676636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using a do while loop to print the names of the function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81250"/>
              <a:ext cx="11988998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then scanning the number to call an function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712" y="0"/>
            <a:ext cx="5418667" cy="10287000"/>
          </a:xfrm>
          <a:custGeom>
            <a:avLst/>
            <a:gdLst/>
            <a:ahLst/>
            <a:cxnLst/>
            <a:rect r="r" b="b" t="t" l="l"/>
            <a:pathLst>
              <a:path h="10287000" w="5418667">
                <a:moveTo>
                  <a:pt x="0" y="0"/>
                </a:moveTo>
                <a:lnTo>
                  <a:pt x="5418667" y="0"/>
                </a:lnTo>
                <a:lnTo>
                  <a:pt x="54186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02785" y="2895124"/>
            <a:ext cx="11485215" cy="3981450"/>
            <a:chOff x="0" y="0"/>
            <a:chExt cx="15313620" cy="5308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1394202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after scanning the number pass it through the switch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35050"/>
              <a:ext cx="15313620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after checking the input  switch case calls the appropriate function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838450"/>
              <a:ext cx="15313620" cy="1377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after completing the function the do while loop prints the names of the function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641850"/>
              <a:ext cx="13289161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after selecting the case number 8 we exit the code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634089" y="7294056"/>
            <a:ext cx="2992944" cy="2992944"/>
          </a:xfrm>
          <a:custGeom>
            <a:avLst/>
            <a:gdLst/>
            <a:ahLst/>
            <a:cxnLst/>
            <a:rect r="r" b="b" t="t" l="l"/>
            <a:pathLst>
              <a:path h="2992944" w="2992944">
                <a:moveTo>
                  <a:pt x="0" y="0"/>
                </a:moveTo>
                <a:lnTo>
                  <a:pt x="2992944" y="0"/>
                </a:lnTo>
                <a:lnTo>
                  <a:pt x="2992944" y="2992944"/>
                </a:lnTo>
                <a:lnTo>
                  <a:pt x="0" y="299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612588" y="781050"/>
            <a:ext cx="4646712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main function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0642" y="1370015"/>
            <a:ext cx="2450604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Abundant Harvest"/>
                <a:ea typeface="Abundant Harvest"/>
                <a:cs typeface="Abundant Harvest"/>
                <a:sym typeface="Abundant Harvest"/>
              </a:rPr>
              <a:t>part-02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91936" y="5433271"/>
            <a:ext cx="3825029" cy="3825029"/>
          </a:xfrm>
          <a:custGeom>
            <a:avLst/>
            <a:gdLst/>
            <a:ahLst/>
            <a:cxnLst/>
            <a:rect r="r" b="b" t="t" l="l"/>
            <a:pathLst>
              <a:path h="3825029" w="3825029">
                <a:moveTo>
                  <a:pt x="0" y="0"/>
                </a:moveTo>
                <a:lnTo>
                  <a:pt x="3825029" y="0"/>
                </a:lnTo>
                <a:lnTo>
                  <a:pt x="3825029" y="3825029"/>
                </a:lnTo>
                <a:lnTo>
                  <a:pt x="0" y="3825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6300"/>
            <a:ext cx="14075750" cy="128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event management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80265"/>
            <a:ext cx="16333850" cy="249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here we wrote a ‘C’ code to manage some events</a:t>
            </a:r>
          </a:p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it’s just used to create some events, adding some participants and some other functionalities. 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3029887" y="3158537"/>
            <a:ext cx="0" cy="1319868"/>
          </a:xfrm>
          <a:prstGeom prst="line">
            <a:avLst/>
          </a:prstGeom>
          <a:ln cap="flat" w="38100">
            <a:solidFill>
              <a:srgbClr val="F27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655890"/>
            <a:ext cx="6485043" cy="6456220"/>
          </a:xfrm>
          <a:custGeom>
            <a:avLst/>
            <a:gdLst/>
            <a:ahLst/>
            <a:cxnLst/>
            <a:rect r="r" b="b" t="t" l="l"/>
            <a:pathLst>
              <a:path h="6456220" w="6485043">
                <a:moveTo>
                  <a:pt x="0" y="0"/>
                </a:moveTo>
                <a:lnTo>
                  <a:pt x="6485043" y="0"/>
                </a:lnTo>
                <a:lnTo>
                  <a:pt x="6485043" y="6456220"/>
                </a:lnTo>
                <a:lnTo>
                  <a:pt x="0" y="645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33251" y="2483828"/>
            <a:ext cx="4877586" cy="262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5400" spc="5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WE ARE </a:t>
            </a:r>
          </a:p>
          <a:p>
            <a:pPr algn="l">
              <a:lnSpc>
                <a:spcPts val="6912"/>
              </a:lnSpc>
            </a:pPr>
            <a:r>
              <a:rPr lang="en-US" sz="5400" spc="5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LOOKING FOR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29887" y="3025187"/>
            <a:ext cx="6388880" cy="119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প্রশ্নয...............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0590" y="5760704"/>
            <a:ext cx="6436748" cy="1745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5400" spc="57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ANY QUESTIONS??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0590" y="7531989"/>
            <a:ext cx="6436748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2499" spc="26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PLEASE DON’T ASK ANY :)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230868" cy="10287000"/>
          </a:xfrm>
          <a:custGeom>
            <a:avLst/>
            <a:gdLst/>
            <a:ahLst/>
            <a:cxnLst/>
            <a:rect r="r" b="b" t="t" l="l"/>
            <a:pathLst>
              <a:path h="10287000" w="13230868">
                <a:moveTo>
                  <a:pt x="0" y="0"/>
                </a:moveTo>
                <a:lnTo>
                  <a:pt x="13230868" y="0"/>
                </a:lnTo>
                <a:lnTo>
                  <a:pt x="132308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4515505" y="3682862"/>
            <a:ext cx="9256990" cy="0"/>
          </a:xfrm>
          <a:prstGeom prst="line">
            <a:avLst/>
          </a:prstGeom>
          <a:ln cap="flat" w="28575">
            <a:solidFill>
              <a:srgbClr val="F27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4515505" y="5871653"/>
            <a:ext cx="9256990" cy="0"/>
          </a:xfrm>
          <a:prstGeom prst="line">
            <a:avLst/>
          </a:prstGeom>
          <a:ln cap="flat" w="28575">
            <a:solidFill>
              <a:srgbClr val="F27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695943" y="3682862"/>
            <a:ext cx="12896114" cy="194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20"/>
              </a:lnSpc>
            </a:pPr>
            <a:r>
              <a:rPr lang="en-US" sz="11300" spc="40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7897" y="6293163"/>
            <a:ext cx="7852206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 spc="50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FOR WATCHING</a:t>
            </a:r>
          </a:p>
        </p:txBody>
      </p: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2581" y="-572465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D6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37012" y="-324715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D6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942508" y="771525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D6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937012" y="7905790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6D6D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60863" y="1751635"/>
            <a:ext cx="796627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slide  was presented to: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31804" y="2761385"/>
            <a:ext cx="6728444" cy="2933541"/>
            <a:chOff x="0" y="0"/>
            <a:chExt cx="1772101" cy="7726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2101" cy="772620"/>
            </a:xfrm>
            <a:custGeom>
              <a:avLst/>
              <a:gdLst/>
              <a:ahLst/>
              <a:cxnLst/>
              <a:rect r="r" b="b" t="t" l="l"/>
              <a:pathLst>
                <a:path h="772620" w="1772101">
                  <a:moveTo>
                    <a:pt x="0" y="0"/>
                  </a:moveTo>
                  <a:lnTo>
                    <a:pt x="1772101" y="0"/>
                  </a:lnTo>
                  <a:lnTo>
                    <a:pt x="1772101" y="772620"/>
                  </a:lnTo>
                  <a:lnTo>
                    <a:pt x="0" y="772620"/>
                  </a:lnTo>
                  <a:close/>
                </a:path>
              </a:pathLst>
            </a:custGeom>
            <a:solidFill>
              <a:srgbClr val="5E5E5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72101" cy="810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80307" y="2897032"/>
            <a:ext cx="6431438" cy="988028"/>
            <a:chOff x="0" y="0"/>
            <a:chExt cx="8575251" cy="13173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170297"/>
              <a:ext cx="8575251" cy="976776"/>
            </a:xfrm>
            <a:custGeom>
              <a:avLst/>
              <a:gdLst/>
              <a:ahLst/>
              <a:cxnLst/>
              <a:rect r="r" b="b" t="t" l="l"/>
              <a:pathLst>
                <a:path h="976776" w="8575251">
                  <a:moveTo>
                    <a:pt x="0" y="0"/>
                  </a:moveTo>
                  <a:lnTo>
                    <a:pt x="8575251" y="0"/>
                  </a:lnTo>
                  <a:lnTo>
                    <a:pt x="8575251" y="976776"/>
                  </a:lnTo>
                  <a:lnTo>
                    <a:pt x="0" y="976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294" r="0" b="-152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387481" y="-123825"/>
              <a:ext cx="7470388" cy="1441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1"/>
                </a:lnSpc>
              </a:pPr>
              <a:r>
                <a:rPr lang="en-US" sz="5601" b="true">
                  <a:solidFill>
                    <a:srgbClr val="FFFFFF"/>
                  </a:solidFill>
                  <a:latin typeface="Abula Bold"/>
                  <a:ea typeface="Abula Bold"/>
                  <a:cs typeface="Abula Bold"/>
                  <a:sym typeface="Abula Bold"/>
                </a:rPr>
                <a:t>Md. Asif Khan Rifat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042008" y="3790005"/>
            <a:ext cx="1914029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Abula Bold"/>
                <a:ea typeface="Abula Bold"/>
                <a:cs typeface="Abula Bold"/>
                <a:sym typeface="Abula Bold"/>
              </a:rPr>
              <a:t>Lecturer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42008" y="4402701"/>
            <a:ext cx="3845421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Department of CSE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42008" y="5005951"/>
            <a:ext cx="4343698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bula"/>
                <a:ea typeface="Abula"/>
                <a:cs typeface="Abula"/>
                <a:sym typeface="Abula"/>
              </a:rPr>
              <a:t>East West University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DAGcRsahn-E</dc:identifier>
  <dcterms:modified xsi:type="dcterms:W3CDTF">2011-08-01T06:04:30Z</dcterms:modified>
  <cp:revision>1</cp:revision>
  <dc:title>LO</dc:title>
</cp:coreProperties>
</file>