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0"/>
  </p:notesMasterIdLst>
  <p:sldIdLst>
    <p:sldId id="326" r:id="rId2"/>
    <p:sldId id="257" r:id="rId3"/>
    <p:sldId id="260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279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6" r:id="rId42"/>
    <p:sldId id="297" r:id="rId43"/>
    <p:sldId id="298" r:id="rId44"/>
    <p:sldId id="299" r:id="rId45"/>
    <p:sldId id="301" r:id="rId46"/>
    <p:sldId id="302" r:id="rId47"/>
    <p:sldId id="328" r:id="rId48"/>
    <p:sldId id="327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72952" autoAdjust="0"/>
  </p:normalViewPr>
  <p:slideViewPr>
    <p:cSldViewPr>
      <p:cViewPr varScale="1">
        <p:scale>
          <a:sx n="62" d="100"/>
          <a:sy n="62" d="100"/>
        </p:scale>
        <p:origin x="18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5.xml"/><Relationship Id="rId13" Type="http://schemas.openxmlformats.org/officeDocument/2006/relationships/slide" Target="slides/slide41.xml"/><Relationship Id="rId3" Type="http://schemas.openxmlformats.org/officeDocument/2006/relationships/slide" Target="slides/slide8.xml"/><Relationship Id="rId7" Type="http://schemas.openxmlformats.org/officeDocument/2006/relationships/slide" Target="slides/slide17.xml"/><Relationship Id="rId12" Type="http://schemas.openxmlformats.org/officeDocument/2006/relationships/slide" Target="slides/slide40.xml"/><Relationship Id="rId17" Type="http://schemas.openxmlformats.org/officeDocument/2006/relationships/slide" Target="slides/slide46.xml"/><Relationship Id="rId2" Type="http://schemas.openxmlformats.org/officeDocument/2006/relationships/slide" Target="slides/slide5.xml"/><Relationship Id="rId16" Type="http://schemas.openxmlformats.org/officeDocument/2006/relationships/slide" Target="slides/slide45.xml"/><Relationship Id="rId1" Type="http://schemas.openxmlformats.org/officeDocument/2006/relationships/slide" Target="slides/slide4.xml"/><Relationship Id="rId6" Type="http://schemas.openxmlformats.org/officeDocument/2006/relationships/slide" Target="slides/slide13.xml"/><Relationship Id="rId11" Type="http://schemas.openxmlformats.org/officeDocument/2006/relationships/slide" Target="slides/slide39.xml"/><Relationship Id="rId5" Type="http://schemas.openxmlformats.org/officeDocument/2006/relationships/slide" Target="slides/slide12.xml"/><Relationship Id="rId15" Type="http://schemas.openxmlformats.org/officeDocument/2006/relationships/slide" Target="slides/slide44.xml"/><Relationship Id="rId10" Type="http://schemas.openxmlformats.org/officeDocument/2006/relationships/slide" Target="slides/slide27.xml"/><Relationship Id="rId4" Type="http://schemas.openxmlformats.org/officeDocument/2006/relationships/slide" Target="slides/slide9.xml"/><Relationship Id="rId9" Type="http://schemas.openxmlformats.org/officeDocument/2006/relationships/slide" Target="slides/slide26.xml"/><Relationship Id="rId14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D58F4D2-B775-4A60-B752-52F88D3F4F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68A5502-751C-4356-BE1B-888E05AB3ED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2DCE87F6-0268-4B40-B3F5-6CD6CA4BADE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4237E82-01EE-471E-8BFF-9EB161520F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49086873-E046-4F85-8CFB-87B743835E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0F86163C-7D09-4FC2-9601-25775318C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5622C4F-3B61-4BA8-8C72-71347DEA16D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8AF31E-27DB-4148-B6A3-6DE839445A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D45A0A-BB81-469F-BA9A-42C1963C5C8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AE003A3D-97C9-4D29-BE50-9C41F7D13DE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E83B52FF-30F6-45BF-91BA-CB77B5F91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We’ll use the concept of Balance to keep things shallow.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EE88922-4F89-4BAE-879B-014B49B97F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9F7DF7-8949-4702-B7C5-C9F75D9EAADE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75138" name="Rectangle 2">
            <a:extLst>
              <a:ext uri="{FF2B5EF4-FFF2-40B4-BE49-F238E27FC236}">
                <a16:creationId xmlns:a16="http://schemas.microsoft.com/office/drawing/2014/main" id="{10D2DC34-7D55-4965-9478-17017D0BA6A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A4905F41-F251-494C-896F-E368BD2C5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So, </a:t>
            </a:r>
            <a:r>
              <a:rPr lang="en-US" altLang="en-US" b="1"/>
              <a:t>AVL trees will be Binary Search Trees </a:t>
            </a:r>
            <a:r>
              <a:rPr lang="en-US" altLang="en-US"/>
              <a:t>with </a:t>
            </a:r>
            <a:r>
              <a:rPr lang="en-US" altLang="en-US" b="1"/>
              <a:t>one extra feature</a:t>
            </a:r>
            <a:r>
              <a:rPr lang="en-US" altLang="en-US"/>
              <a:t>:</a:t>
            </a:r>
          </a:p>
          <a:p>
            <a:endParaRPr lang="en-US" altLang="en-US"/>
          </a:p>
          <a:p>
            <a:r>
              <a:rPr lang="en-US" altLang="en-US" b="1"/>
              <a:t>They balance themselves</a:t>
            </a:r>
            <a:r>
              <a:rPr lang="en-US" altLang="en-US"/>
              <a:t>!</a:t>
            </a:r>
          </a:p>
          <a:p>
            <a:endParaRPr lang="en-US" altLang="en-US"/>
          </a:p>
          <a:p>
            <a:r>
              <a:rPr lang="en-US" altLang="en-US"/>
              <a:t>The result is that</a:t>
            </a:r>
            <a:r>
              <a:rPr lang="en-US" altLang="en-US" b="1"/>
              <a:t> all AVL trees at any point </a:t>
            </a:r>
            <a:r>
              <a:rPr lang="en-US" altLang="en-US"/>
              <a:t>will have a </a:t>
            </a:r>
            <a:r>
              <a:rPr lang="en-US" altLang="en-US" b="1"/>
              <a:t>logarithmic asymptotic bound </a:t>
            </a:r>
            <a:r>
              <a:rPr lang="en-US" altLang="en-US"/>
              <a:t>on their depths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DF26A59-3318-415B-86B0-89ECE8D59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F232B4-328D-434E-99CE-8B9463B92E1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77186" name="Rectangle 2">
            <a:extLst>
              <a:ext uri="{FF2B5EF4-FFF2-40B4-BE49-F238E27FC236}">
                <a16:creationId xmlns:a16="http://schemas.microsoft.com/office/drawing/2014/main" id="{3A1202F9-561C-4DCD-BBF4-3256F56E039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FB7CA81D-D537-4313-9438-A2A571919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a revision of that tree that’s balanced. (Same values, similar tree)</a:t>
            </a:r>
          </a:p>
          <a:p>
            <a:endParaRPr lang="en-US" altLang="en-US"/>
          </a:p>
          <a:p>
            <a:r>
              <a:rPr lang="en-US" altLang="en-US"/>
              <a:t>This one _is_ an AVL tree (and isn’t leftist).</a:t>
            </a:r>
          </a:p>
          <a:p>
            <a:endParaRPr lang="en-US" altLang="en-US"/>
          </a:p>
          <a:p>
            <a:r>
              <a:rPr lang="en-US" altLang="en-US"/>
              <a:t>I also have here how we might </a:t>
            </a:r>
            <a:r>
              <a:rPr lang="en-US" altLang="en-US" b="1"/>
              <a:t>store the nodes </a:t>
            </a:r>
            <a:r>
              <a:rPr lang="en-US" altLang="en-US"/>
              <a:t>in the AVL tree.</a:t>
            </a:r>
          </a:p>
          <a:p>
            <a:endParaRPr lang="en-US" altLang="en-US"/>
          </a:p>
          <a:p>
            <a:r>
              <a:rPr lang="en-US" altLang="en-US"/>
              <a:t> Notice that I’m going to keep </a:t>
            </a:r>
            <a:r>
              <a:rPr lang="en-US" altLang="en-US" b="1"/>
              <a:t>track of height all the time</a:t>
            </a:r>
            <a:r>
              <a:rPr lang="en-US" altLang="en-US"/>
              <a:t>. </a:t>
            </a:r>
            <a:r>
              <a:rPr lang="en-US" altLang="en-US" b="1"/>
              <a:t>WHY?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7BCB80C-925D-443B-A3F4-EDFED04531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D4CECB-C47F-4093-AD29-A79FF5925D9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479234" name="Rectangle 2">
            <a:extLst>
              <a:ext uri="{FF2B5EF4-FFF2-40B4-BE49-F238E27FC236}">
                <a16:creationId xmlns:a16="http://schemas.microsoft.com/office/drawing/2014/main" id="{0836B3B9-9A56-441A-9C61-A48BE3ED032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9235" name="Rectangle 3">
            <a:extLst>
              <a:ext uri="{FF2B5EF4-FFF2-40B4-BE49-F238E27FC236}">
                <a16:creationId xmlns:a16="http://schemas.microsoft.com/office/drawing/2014/main" id="{3569C41B-9625-4958-B3B2-DCB6458C4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014" tIns="45007" rIns="90014" bIns="45007"/>
          <a:lstStyle/>
          <a:p>
            <a:r>
              <a:rPr lang="en-US" altLang="en-US"/>
              <a:t>Here’s a revision of that tree that’s balanced. (Same values, similar tree)</a:t>
            </a:r>
          </a:p>
          <a:p>
            <a:endParaRPr lang="en-US" altLang="en-US"/>
          </a:p>
          <a:p>
            <a:r>
              <a:rPr lang="en-US" altLang="en-US"/>
              <a:t>This one _is_ an AVL tree (and isn’t leftist).</a:t>
            </a:r>
          </a:p>
          <a:p>
            <a:endParaRPr lang="en-US" altLang="en-US"/>
          </a:p>
          <a:p>
            <a:r>
              <a:rPr lang="en-US" altLang="en-US"/>
              <a:t>I also have here how we might </a:t>
            </a:r>
            <a:r>
              <a:rPr lang="en-US" altLang="en-US" b="1"/>
              <a:t>store the nodes </a:t>
            </a:r>
            <a:r>
              <a:rPr lang="en-US" altLang="en-US"/>
              <a:t>in the AVL tree.</a:t>
            </a:r>
          </a:p>
          <a:p>
            <a:endParaRPr lang="en-US" altLang="en-US"/>
          </a:p>
          <a:p>
            <a:r>
              <a:rPr lang="en-US" altLang="en-US"/>
              <a:t> Notice that I’m going to keep </a:t>
            </a:r>
            <a:r>
              <a:rPr lang="en-US" altLang="en-US" b="1"/>
              <a:t>track of height all the time</a:t>
            </a:r>
            <a:r>
              <a:rPr lang="en-US" altLang="en-US"/>
              <a:t>. </a:t>
            </a:r>
            <a:r>
              <a:rPr lang="en-US" altLang="en-US" b="1"/>
              <a:t>WHY?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71FD45-B575-4BB7-AAA7-BFA918E8D3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BDC5D9-98DB-434A-9953-2F44610C6380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81282" name="Rectangle 2">
            <a:extLst>
              <a:ext uri="{FF2B5EF4-FFF2-40B4-BE49-F238E27FC236}">
                <a16:creationId xmlns:a16="http://schemas.microsoft.com/office/drawing/2014/main" id="{758522E6-884A-4172-9F3A-6E102701794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3BD5E11F-E43E-4976-980A-88BAF71FC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Let’s make a tree from these people with their height as the keys.</a:t>
            </a:r>
          </a:p>
          <a:p>
            <a:endParaRPr lang="en-US" altLang="en-US"/>
          </a:p>
          <a:p>
            <a:r>
              <a:rPr lang="en-US" altLang="en-US"/>
              <a:t>We’ll start by inserting [MIDDLE] first. Then, [SMALL] and finally [TALL].</a:t>
            </a:r>
          </a:p>
          <a:p>
            <a:endParaRPr lang="en-US" altLang="en-US"/>
          </a:p>
          <a:p>
            <a:r>
              <a:rPr lang="en-US" altLang="en-US"/>
              <a:t>Is this tree balanced?</a:t>
            </a:r>
          </a:p>
          <a:p>
            <a:endParaRPr lang="en-US" altLang="en-US"/>
          </a:p>
          <a:p>
            <a:r>
              <a:rPr lang="en-US" altLang="en-US"/>
              <a:t>Yes!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006DDC9-FED7-4012-A06C-620E85DB65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21FE26-1EB6-414A-9078-79728896936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83330" name="Rectangle 2">
            <a:extLst>
              <a:ext uri="{FF2B5EF4-FFF2-40B4-BE49-F238E27FC236}">
                <a16:creationId xmlns:a16="http://schemas.microsoft.com/office/drawing/2014/main" id="{F2E51CA6-C0D5-4F7A-80F3-85FD2422E4B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00CCA504-6186-441A-BFB0-6C473BA44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But, let’s start over…</a:t>
            </a:r>
          </a:p>
          <a:p>
            <a:r>
              <a:rPr lang="en-US" altLang="en-US"/>
              <a:t>Insert [SMALL]</a:t>
            </a:r>
          </a:p>
          <a:p>
            <a:endParaRPr lang="en-US" altLang="en-US"/>
          </a:p>
          <a:p>
            <a:r>
              <a:rPr lang="en-US" altLang="en-US"/>
              <a:t>Now, [MIDDLE].</a:t>
            </a:r>
          </a:p>
          <a:p>
            <a:endParaRPr lang="en-US" altLang="en-US"/>
          </a:p>
          <a:p>
            <a:r>
              <a:rPr lang="en-US" altLang="en-US"/>
              <a:t>Now, [TALL].</a:t>
            </a:r>
          </a:p>
          <a:p>
            <a:endParaRPr lang="en-US" altLang="en-US"/>
          </a:p>
          <a:p>
            <a:r>
              <a:rPr lang="en-US" altLang="en-US"/>
              <a:t>Is this tree balanced?</a:t>
            </a:r>
          </a:p>
          <a:p>
            <a:endParaRPr lang="en-US" altLang="en-US"/>
          </a:p>
          <a:p>
            <a:r>
              <a:rPr lang="en-US" altLang="en-US"/>
              <a:t>NO!</a:t>
            </a:r>
          </a:p>
          <a:p>
            <a:endParaRPr lang="en-US" altLang="en-US"/>
          </a:p>
          <a:p>
            <a:r>
              <a:rPr lang="en-US" altLang="en-US"/>
              <a:t>Who do we need at the root?</a:t>
            </a:r>
          </a:p>
          <a:p>
            <a:endParaRPr lang="en-US" altLang="en-US"/>
          </a:p>
          <a:p>
            <a:r>
              <a:rPr lang="en-US" altLang="en-US"/>
              <a:t>[MIDDLE!]</a:t>
            </a:r>
          </a:p>
          <a:p>
            <a:endParaRPr lang="en-US" altLang="en-US"/>
          </a:p>
          <a:p>
            <a:r>
              <a:rPr lang="en-US" altLang="en-US"/>
              <a:t>Alright, let’s pull er up.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4F6C761-4D0E-40CD-B86D-E457506FFB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6920F5-2078-4214-B917-C0702C4FD4F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85378" name="Rectangle 2">
            <a:extLst>
              <a:ext uri="{FF2B5EF4-FFF2-40B4-BE49-F238E27FC236}">
                <a16:creationId xmlns:a16="http://schemas.microsoft.com/office/drawing/2014/main" id="{450A6F0D-3462-4FCB-AE9D-06559E37E05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5379" name="Rectangle 3">
            <a:extLst>
              <a:ext uri="{FF2B5EF4-FFF2-40B4-BE49-F238E27FC236}">
                <a16:creationId xmlns:a16="http://schemas.microsoft.com/office/drawing/2014/main" id="{5B83A17A-F30A-46ED-8ACE-249C270BC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This is the </a:t>
            </a:r>
            <a:r>
              <a:rPr lang="en-US" altLang="en-US" b="1"/>
              <a:t>basic operation </a:t>
            </a:r>
            <a:r>
              <a:rPr lang="en-US" altLang="en-US"/>
              <a:t>we’ll use in AVL trees.</a:t>
            </a:r>
          </a:p>
          <a:p>
            <a:endParaRPr lang="en-US" altLang="en-US"/>
          </a:p>
          <a:p>
            <a:r>
              <a:rPr lang="en-US" altLang="en-US" b="1"/>
              <a:t>Since this is a right child, it could legally have the parent as its left child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When we finish the rotation, we have a balanced tree!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09F8000-4D62-4585-93FA-AF1F8EA55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54F98B-94A8-43F7-821F-92EAA4EA9691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87426" name="Rectangle 2">
            <a:extLst>
              <a:ext uri="{FF2B5EF4-FFF2-40B4-BE49-F238E27FC236}">
                <a16:creationId xmlns:a16="http://schemas.microsoft.com/office/drawing/2014/main" id="{7FEC5AE3-F6EC-4747-BFC3-1D850CD048F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7427" name="Rectangle 3">
            <a:extLst>
              <a:ext uri="{FF2B5EF4-FFF2-40B4-BE49-F238E27FC236}">
                <a16:creationId xmlns:a16="http://schemas.microsoft.com/office/drawing/2014/main" id="{3B454BB9-3169-42C5-B451-0ADE7CC83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22425" y="4343400"/>
            <a:ext cx="5030788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general form of this.</a:t>
            </a:r>
          </a:p>
          <a:p>
            <a:endParaRPr lang="en-US" altLang="en-US"/>
          </a:p>
          <a:p>
            <a:r>
              <a:rPr lang="en-US" altLang="en-US"/>
              <a:t>We insert into the red tree. That ups the three heights on the left.</a:t>
            </a:r>
          </a:p>
          <a:p>
            <a:endParaRPr lang="en-US" altLang="en-US"/>
          </a:p>
          <a:p>
            <a:r>
              <a:rPr lang="en-US" altLang="en-US"/>
              <a:t>Basically, you just need to pull up on the child.</a:t>
            </a:r>
          </a:p>
          <a:p>
            <a:endParaRPr lang="en-US" altLang="en-US"/>
          </a:p>
          <a:p>
            <a:r>
              <a:rPr lang="en-US" altLang="en-US"/>
              <a:t>Then, ensure that everything falls in place as legal subtrees of the nodes.</a:t>
            </a:r>
          </a:p>
          <a:p>
            <a:endParaRPr lang="en-US" altLang="en-US"/>
          </a:p>
          <a:p>
            <a:r>
              <a:rPr lang="en-US" altLang="en-US"/>
              <a:t>Notice, though, the height of this subtree is the same as it was </a:t>
            </a:r>
            <a:r>
              <a:rPr lang="en-US" altLang="en-US" b="1"/>
              <a:t>before</a:t>
            </a:r>
            <a:r>
              <a:rPr lang="en-US" altLang="en-US"/>
              <a:t> the insert into the red tree.</a:t>
            </a:r>
          </a:p>
          <a:p>
            <a:endParaRPr lang="en-US" altLang="en-US"/>
          </a:p>
          <a:p>
            <a:r>
              <a:rPr lang="en-US" altLang="en-US"/>
              <a:t>So?</a:t>
            </a:r>
          </a:p>
          <a:p>
            <a:endParaRPr lang="en-US" altLang="en-US"/>
          </a:p>
          <a:p>
            <a:r>
              <a:rPr lang="en-US" altLang="en-US"/>
              <a:t>So, we don’t have to worry about ancestors of the subtree becoming imbalanced; we can just stop here!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4AD4790-D5A9-408B-9F8E-F31BF5DDD4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93B32D-4F45-416C-982A-334A27D403E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489474" name="Rectangle 2">
            <a:extLst>
              <a:ext uri="{FF2B5EF4-FFF2-40B4-BE49-F238E27FC236}">
                <a16:creationId xmlns:a16="http://schemas.microsoft.com/office/drawing/2014/main" id="{761088F8-1B20-4E3B-BA58-543B841DA43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D2B45AE8-177F-4AED-A3EF-159663E5D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22425" y="4343400"/>
            <a:ext cx="5030788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014" tIns="45007" rIns="90014" bIns="45007"/>
          <a:lstStyle/>
          <a:p>
            <a:r>
              <a:rPr lang="en-US" altLang="en-US"/>
              <a:t>Here’s the general form of this.</a:t>
            </a:r>
          </a:p>
          <a:p>
            <a:endParaRPr lang="en-US" altLang="en-US"/>
          </a:p>
          <a:p>
            <a:r>
              <a:rPr lang="en-US" altLang="en-US"/>
              <a:t>We insert into the red tree. That ups the three heights on the left.</a:t>
            </a:r>
          </a:p>
          <a:p>
            <a:endParaRPr lang="en-US" altLang="en-US"/>
          </a:p>
          <a:p>
            <a:r>
              <a:rPr lang="en-US" altLang="en-US"/>
              <a:t>Basically, you just need to pull up on the child.</a:t>
            </a:r>
          </a:p>
          <a:p>
            <a:endParaRPr lang="en-US" altLang="en-US"/>
          </a:p>
          <a:p>
            <a:r>
              <a:rPr lang="en-US" altLang="en-US"/>
              <a:t>Then, ensure that everything falls in place as legal subtrees of the nodes.</a:t>
            </a:r>
          </a:p>
          <a:p>
            <a:endParaRPr lang="en-US" altLang="en-US"/>
          </a:p>
          <a:p>
            <a:r>
              <a:rPr lang="en-US" altLang="en-US"/>
              <a:t>Notice, though, the height of this subtree is the same as it was </a:t>
            </a:r>
            <a:r>
              <a:rPr lang="en-US" altLang="en-US" b="1"/>
              <a:t>before</a:t>
            </a:r>
            <a:r>
              <a:rPr lang="en-US" altLang="en-US"/>
              <a:t> the insert into the red tree.</a:t>
            </a:r>
          </a:p>
          <a:p>
            <a:endParaRPr lang="en-US" altLang="en-US"/>
          </a:p>
          <a:p>
            <a:r>
              <a:rPr lang="en-US" altLang="en-US"/>
              <a:t>So?</a:t>
            </a:r>
          </a:p>
          <a:p>
            <a:endParaRPr lang="en-US" altLang="en-US"/>
          </a:p>
          <a:p>
            <a:r>
              <a:rPr lang="en-US" altLang="en-US"/>
              <a:t>So, we don’t have to worry about ancestors of the subtree becoming imbalanced; we can just stop here!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8ECAFA-A644-407D-BA80-121EA82DE6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8F75AA-0FC9-42D3-BE24-94E2CF3F0DCA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91522" name="Rectangle 2">
            <a:extLst>
              <a:ext uri="{FF2B5EF4-FFF2-40B4-BE49-F238E27FC236}">
                <a16:creationId xmlns:a16="http://schemas.microsoft.com/office/drawing/2014/main" id="{0A618CA7-DFBA-4706-8EE5-BE324167598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23" name="Rectangle 3">
            <a:extLst>
              <a:ext uri="{FF2B5EF4-FFF2-40B4-BE49-F238E27FC236}">
                <a16:creationId xmlns:a16="http://schemas.microsoft.com/office/drawing/2014/main" id="{8C8FF466-385E-447E-8618-532048E22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There’s </a:t>
            </a:r>
            <a:r>
              <a:rPr lang="en-US" altLang="en-US" b="1"/>
              <a:t>another bad case</a:t>
            </a:r>
            <a:r>
              <a:rPr lang="en-US" altLang="en-US"/>
              <a:t>, though.</a:t>
            </a:r>
          </a:p>
          <a:p>
            <a:endParaRPr lang="en-US" altLang="en-US"/>
          </a:p>
          <a:p>
            <a:r>
              <a:rPr lang="en-US" altLang="en-US"/>
              <a:t>What if we insert:</a:t>
            </a:r>
          </a:p>
          <a:p>
            <a:endParaRPr lang="en-US" altLang="en-US"/>
          </a:p>
          <a:p>
            <a:r>
              <a:rPr lang="en-US" altLang="en-US"/>
              <a:t>[SMALL]</a:t>
            </a:r>
          </a:p>
          <a:p>
            <a:r>
              <a:rPr lang="en-US" altLang="en-US"/>
              <a:t>[TALL]</a:t>
            </a:r>
          </a:p>
          <a:p>
            <a:r>
              <a:rPr lang="en-US" altLang="en-US"/>
              <a:t>[MIDDLE]</a:t>
            </a:r>
          </a:p>
          <a:p>
            <a:endParaRPr lang="en-US" altLang="en-US"/>
          </a:p>
          <a:p>
            <a:r>
              <a:rPr lang="en-US" altLang="en-US"/>
              <a:t>Now, is the tree imbalanced?</a:t>
            </a:r>
          </a:p>
          <a:p>
            <a:r>
              <a:rPr lang="en-US" altLang="en-US" b="1"/>
              <a:t>Will a single rotation fix it</a:t>
            </a:r>
            <a:r>
              <a:rPr lang="en-US" altLang="en-US"/>
              <a:t>?</a:t>
            </a:r>
          </a:p>
          <a:p>
            <a:r>
              <a:rPr lang="en-US" altLang="en-US"/>
              <a:t>(Try it by bringing up tall; doesn’t work!)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75A9A90-5B92-4B27-8F2C-08A663999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72AB2-9D03-468E-9890-7AF6A34C93CF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93570" name="Rectangle 2">
            <a:extLst>
              <a:ext uri="{FF2B5EF4-FFF2-40B4-BE49-F238E27FC236}">
                <a16:creationId xmlns:a16="http://schemas.microsoft.com/office/drawing/2014/main" id="{5940436B-343E-4398-995F-07E6D6A2607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23D6BB24-36D1-4F7C-BC9E-1B4BAC475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Let’s try two single rotations, </a:t>
            </a:r>
            <a:r>
              <a:rPr lang="en-US" altLang="en-US" b="1"/>
              <a:t>starting a bit lower down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First, we rotate up middle.</a:t>
            </a:r>
          </a:p>
          <a:p>
            <a:endParaRPr lang="en-US" altLang="en-US"/>
          </a:p>
          <a:p>
            <a:r>
              <a:rPr lang="en-US" altLang="en-US"/>
              <a:t>Then, we rotate up middle again!</a:t>
            </a:r>
          </a:p>
          <a:p>
            <a:endParaRPr lang="en-US" altLang="en-US"/>
          </a:p>
          <a:p>
            <a:r>
              <a:rPr lang="en-US" altLang="en-US"/>
              <a:t>Is the new tree balanced?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85517E8-BCA6-439B-B756-2B1FC2A005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8322F1-251A-41A7-8200-D8B2ABFFCA9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5E45B258-8BE3-4AC1-BD4C-AA76E70DE23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5619" name="Rectangle 3">
            <a:extLst>
              <a:ext uri="{FF2B5EF4-FFF2-40B4-BE49-F238E27FC236}">
                <a16:creationId xmlns:a16="http://schemas.microsoft.com/office/drawing/2014/main" id="{E159591B-C60F-4D0E-BC55-D9D9A8193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22425" y="4343400"/>
            <a:ext cx="5030788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3A2E0F9-1DDF-46FA-A19A-85532BB447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0829FF-FCCB-4402-BDE1-4D4AD63C0DC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97666" name="Rectangle 2">
            <a:extLst>
              <a:ext uri="{FF2B5EF4-FFF2-40B4-BE49-F238E27FC236}">
                <a16:creationId xmlns:a16="http://schemas.microsoft.com/office/drawing/2014/main" id="{DC08D5C2-334B-41DF-93EF-A9B9E369591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7667" name="Rectangle 3">
            <a:extLst>
              <a:ext uri="{FF2B5EF4-FFF2-40B4-BE49-F238E27FC236}">
                <a16:creationId xmlns:a16="http://schemas.microsoft.com/office/drawing/2014/main" id="{F8599BF9-2E0C-4350-B637-734AD59D2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general form of this.</a:t>
            </a:r>
          </a:p>
          <a:p>
            <a:endParaRPr lang="en-US" altLang="en-US"/>
          </a:p>
          <a:p>
            <a:r>
              <a:rPr lang="en-US" altLang="en-US"/>
              <a:t>Notice that the </a:t>
            </a:r>
            <a:r>
              <a:rPr lang="en-US" altLang="en-US" b="1"/>
              <a:t>difference here is that we zigged one way than zagged the other </a:t>
            </a:r>
            <a:r>
              <a:rPr lang="en-US" altLang="en-US"/>
              <a:t>to find the problem.</a:t>
            </a:r>
          </a:p>
          <a:p>
            <a:endParaRPr lang="en-US" altLang="en-US"/>
          </a:p>
          <a:p>
            <a:r>
              <a:rPr lang="en-US" altLang="en-US"/>
              <a:t>We </a:t>
            </a:r>
            <a:r>
              <a:rPr lang="en-US" altLang="en-US" b="1"/>
              <a:t>don’t really know </a:t>
            </a:r>
            <a:r>
              <a:rPr lang="en-US" altLang="en-US"/>
              <a:t>or care </a:t>
            </a:r>
            <a:r>
              <a:rPr lang="en-US" altLang="en-US" b="1"/>
              <a:t>which of X or Y was inserted into</a:t>
            </a:r>
            <a:r>
              <a:rPr lang="en-US" altLang="en-US"/>
              <a:t>, but one of them was.</a:t>
            </a:r>
          </a:p>
          <a:p>
            <a:endParaRPr lang="en-US" altLang="en-US"/>
          </a:p>
          <a:p>
            <a:r>
              <a:rPr lang="en-US" altLang="en-US"/>
              <a:t>To fix it, we pull c all the way up.</a:t>
            </a:r>
          </a:p>
          <a:p>
            <a:endParaRPr lang="en-US" altLang="en-US"/>
          </a:p>
          <a:p>
            <a:r>
              <a:rPr lang="en-US" altLang="en-US"/>
              <a:t>Then, put a, b, and the subtrees beneath it in the reasonable manner.</a:t>
            </a:r>
          </a:p>
          <a:p>
            <a:endParaRPr lang="en-US" altLang="en-US"/>
          </a:p>
          <a:p>
            <a:r>
              <a:rPr lang="en-US" altLang="en-US"/>
              <a:t>The height is </a:t>
            </a:r>
            <a:r>
              <a:rPr lang="en-US" altLang="en-US" b="1"/>
              <a:t>still the same at the end</a:t>
            </a:r>
            <a:r>
              <a:rPr lang="en-US" altLang="en-US"/>
              <a:t>!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0AFC971-8E32-4B14-A94E-64EA020607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276BB6-A118-453D-8549-AA14A231520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87B4F7B8-A883-46F7-A801-0318A70F973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9715" name="Rectangle 3">
            <a:extLst>
              <a:ext uri="{FF2B5EF4-FFF2-40B4-BE49-F238E27FC236}">
                <a16:creationId xmlns:a16="http://schemas.microsoft.com/office/drawing/2014/main" id="{9CFF5FFB-6C5E-4EFB-97C6-F892C000C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00138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z="1600" b="1"/>
              <a:t>T</a:t>
            </a:r>
            <a:r>
              <a:rPr lang="en-US" altLang="en-US" b="1"/>
              <a:t>hose two cases </a:t>
            </a:r>
            <a:r>
              <a:rPr lang="en-US" altLang="en-US"/>
              <a:t>(along with their mirror images) </a:t>
            </a:r>
            <a:r>
              <a:rPr lang="en-US" altLang="en-US" b="1"/>
              <a:t>are the only four </a:t>
            </a:r>
            <a:r>
              <a:rPr lang="en-US" altLang="en-US"/>
              <a:t>that can happen!</a:t>
            </a:r>
          </a:p>
          <a:p>
            <a:endParaRPr lang="en-US" altLang="en-US"/>
          </a:p>
          <a:p>
            <a:r>
              <a:rPr lang="en-US" altLang="en-US"/>
              <a:t>So, here’s our insert algorithm.</a:t>
            </a:r>
          </a:p>
          <a:p>
            <a:endParaRPr lang="en-US" altLang="en-US"/>
          </a:p>
          <a:p>
            <a:r>
              <a:rPr lang="en-US" altLang="en-US"/>
              <a:t>We just </a:t>
            </a:r>
            <a:r>
              <a:rPr lang="en-US" altLang="en-US" b="1"/>
              <a:t>hang the node.</a:t>
            </a:r>
          </a:p>
          <a:p>
            <a:endParaRPr lang="en-US" altLang="en-US" b="1"/>
          </a:p>
          <a:p>
            <a:r>
              <a:rPr lang="en-US" altLang="en-US" b="1"/>
              <a:t>Search for a spot where there’s imbalance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 b="1"/>
              <a:t>If there is, fix it </a:t>
            </a:r>
            <a:r>
              <a:rPr lang="en-US" altLang="en-US"/>
              <a:t>(according to the shape of the imbalance).</a:t>
            </a:r>
          </a:p>
          <a:p>
            <a:endParaRPr lang="en-US" altLang="en-US"/>
          </a:p>
          <a:p>
            <a:r>
              <a:rPr lang="en-US" altLang="en-US"/>
              <a:t>And then we’re done; there </a:t>
            </a:r>
            <a:r>
              <a:rPr lang="en-US" altLang="en-US" b="1"/>
              <a:t>can only be one problem</a:t>
            </a:r>
            <a:r>
              <a:rPr lang="en-US" altLang="en-US"/>
              <a:t>!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66F505B-C496-43A3-8AAD-4ED7888AF1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621E7F-4224-451F-A530-92BD10895EDF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3247A7A0-5B94-4046-AD95-182EE417190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63" name="Rectangle 3">
            <a:extLst>
              <a:ext uri="{FF2B5EF4-FFF2-40B4-BE49-F238E27FC236}">
                <a16:creationId xmlns:a16="http://schemas.microsoft.com/office/drawing/2014/main" id="{9E8D950A-B029-4674-9585-7799962C8B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Let’s insert 3.</a:t>
            </a:r>
          </a:p>
          <a:p>
            <a:endParaRPr lang="en-US" altLang="en-US"/>
          </a:p>
          <a:p>
            <a:r>
              <a:rPr lang="en-US" altLang="en-US"/>
              <a:t>This is easy!</a:t>
            </a:r>
          </a:p>
          <a:p>
            <a:endParaRPr lang="en-US" altLang="en-US"/>
          </a:p>
          <a:p>
            <a:r>
              <a:rPr lang="en-US" altLang="en-US"/>
              <a:t>It just goes under 2 (to the left).</a:t>
            </a:r>
          </a:p>
          <a:p>
            <a:endParaRPr lang="en-US" altLang="en-US"/>
          </a:p>
          <a:p>
            <a:r>
              <a:rPr lang="en-US" altLang="en-US"/>
              <a:t>Update the balances:</a:t>
            </a:r>
          </a:p>
          <a:p>
            <a:endParaRPr lang="en-US" altLang="en-US"/>
          </a:p>
          <a:p>
            <a:r>
              <a:rPr lang="en-US" altLang="en-US"/>
              <a:t>any imbalance?</a:t>
            </a:r>
          </a:p>
          <a:p>
            <a:endParaRPr lang="en-US" altLang="en-US"/>
          </a:p>
          <a:p>
            <a:r>
              <a:rPr lang="en-US" altLang="en-US"/>
              <a:t>NO!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411E1C7-9213-4A87-9B1C-6110833A03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633514-DD01-4A45-AC29-03086A18F7C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4A839174-8C97-4663-9A54-F66C8B9A3C4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3811" name="Rectangle 3">
            <a:extLst>
              <a:ext uri="{FF2B5EF4-FFF2-40B4-BE49-F238E27FC236}">
                <a16:creationId xmlns:a16="http://schemas.microsoft.com/office/drawing/2014/main" id="{1DCDA211-63BD-44FA-8D44-7F737F8AF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Now, let’s insert 33.</a:t>
            </a:r>
          </a:p>
          <a:p>
            <a:endParaRPr lang="en-US" altLang="en-US"/>
          </a:p>
          <a:p>
            <a:r>
              <a:rPr lang="en-US" altLang="en-US"/>
              <a:t>Where does it go?</a:t>
            </a:r>
          </a:p>
          <a:p>
            <a:endParaRPr lang="en-US" altLang="en-US"/>
          </a:p>
          <a:p>
            <a:r>
              <a:rPr lang="en-US" altLang="en-US"/>
              <a:t>Left of 30.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7D2030F-67A5-478E-9B40-4143288C6E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F2570A-ED7E-416E-A670-89400B4F3B1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C21FEE95-2D9E-4D66-8727-7064B048BA2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3630FC59-0D27-4CB7-9ED4-A163248F6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tree with the balances updated.</a:t>
            </a:r>
          </a:p>
          <a:p>
            <a:endParaRPr lang="en-US" altLang="en-US"/>
          </a:p>
          <a:p>
            <a:r>
              <a:rPr lang="en-US" altLang="en-US"/>
              <a:t>Now, node 15 is bad!</a:t>
            </a:r>
          </a:p>
          <a:p>
            <a:endParaRPr lang="en-US" altLang="en-US"/>
          </a:p>
          <a:p>
            <a:r>
              <a:rPr lang="en-US" altLang="en-US"/>
              <a:t>Since the </a:t>
            </a:r>
            <a:r>
              <a:rPr lang="en-US" altLang="en-US" b="1"/>
              <a:t>problem is in the left subtree of the left child</a:t>
            </a:r>
            <a:r>
              <a:rPr lang="en-US" altLang="en-US"/>
              <a:t>, we can </a:t>
            </a:r>
            <a:r>
              <a:rPr lang="en-US" altLang="en-US" b="1"/>
              <a:t>fix it with a single rotation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We pull 20 up.</a:t>
            </a:r>
          </a:p>
          <a:p>
            <a:r>
              <a:rPr lang="en-US" altLang="en-US"/>
              <a:t>Hang 15 to the left.</a:t>
            </a:r>
          </a:p>
          <a:p>
            <a:r>
              <a:rPr lang="en-US" altLang="en-US"/>
              <a:t>Pass 17 to 15.</a:t>
            </a:r>
          </a:p>
          <a:p>
            <a:r>
              <a:rPr lang="en-US" altLang="en-US"/>
              <a:t>And, we’re done!</a:t>
            </a:r>
          </a:p>
          <a:p>
            <a:endParaRPr lang="en-US" altLang="en-US"/>
          </a:p>
          <a:p>
            <a:r>
              <a:rPr lang="en-US" altLang="en-US"/>
              <a:t>Notice that I </a:t>
            </a:r>
            <a:r>
              <a:rPr lang="en-US" altLang="en-US" b="1"/>
              <a:t>didn’t update 10’s height </a:t>
            </a:r>
            <a:r>
              <a:rPr lang="en-US" altLang="en-US"/>
              <a:t>until we checked 15. Did it change after all?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7EEFC47-076D-4BE8-B9EA-988C9CABC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7AE482-4BD0-4168-AB98-70DA5D87C49B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07906" name="Rectangle 2">
            <a:extLst>
              <a:ext uri="{FF2B5EF4-FFF2-40B4-BE49-F238E27FC236}">
                <a16:creationId xmlns:a16="http://schemas.microsoft.com/office/drawing/2014/main" id="{0528ECB8-B8B2-4FAD-A062-FC2B2D085BE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7907" name="Rectangle 3">
            <a:extLst>
              <a:ext uri="{FF2B5EF4-FFF2-40B4-BE49-F238E27FC236}">
                <a16:creationId xmlns:a16="http://schemas.microsoft.com/office/drawing/2014/main" id="{538D664C-1D5D-4BDC-A51C-F20316C89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Now,  let’s back up to before 33 and insert 18 instead.</a:t>
            </a:r>
          </a:p>
          <a:p>
            <a:endParaRPr lang="en-US" altLang="en-US"/>
          </a:p>
          <a:p>
            <a:r>
              <a:rPr lang="en-US" altLang="en-US"/>
              <a:t>Goes right of 17.</a:t>
            </a:r>
          </a:p>
          <a:p>
            <a:endParaRPr lang="en-US" altLang="en-US"/>
          </a:p>
          <a:p>
            <a:r>
              <a:rPr lang="en-US" altLang="en-US"/>
              <a:t>Again, there’s imbalance.</a:t>
            </a:r>
          </a:p>
          <a:p>
            <a:endParaRPr lang="en-US" altLang="en-US"/>
          </a:p>
          <a:p>
            <a:r>
              <a:rPr lang="en-US" altLang="en-US"/>
              <a:t>But, this time, it’s a zig-zag!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CB12244-F099-44D6-9BEC-19E84204C8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F3A8D-D735-4980-8F00-21E02751B16A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09954" name="Rectangle 2">
            <a:extLst>
              <a:ext uri="{FF2B5EF4-FFF2-40B4-BE49-F238E27FC236}">
                <a16:creationId xmlns:a16="http://schemas.microsoft.com/office/drawing/2014/main" id="{B5AAD6B1-23B2-45B9-8CA2-A52614AAB57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2917CC21-1D62-40D9-AE89-FFF4E622F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We can try a </a:t>
            </a:r>
            <a:r>
              <a:rPr lang="en-US" altLang="en-US" b="1"/>
              <a:t>single rotation</a:t>
            </a:r>
            <a:r>
              <a:rPr lang="en-US" altLang="en-US"/>
              <a:t>,</a:t>
            </a:r>
          </a:p>
          <a:p>
            <a:endParaRPr lang="en-US" altLang="en-US"/>
          </a:p>
          <a:p>
            <a:r>
              <a:rPr lang="en-US" altLang="en-US"/>
              <a:t> but we </a:t>
            </a:r>
            <a:r>
              <a:rPr lang="en-US" altLang="en-US" b="1"/>
              <a:t>end up with another zig-zag</a:t>
            </a:r>
            <a:r>
              <a:rPr lang="en-US" altLang="en-US"/>
              <a:t>!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F5A973D-0DB0-4715-BE42-CB5303786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836512-9C9E-4B91-8770-E74140DEEC6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12002" name="Rectangle 2">
            <a:extLst>
              <a:ext uri="{FF2B5EF4-FFF2-40B4-BE49-F238E27FC236}">
                <a16:creationId xmlns:a16="http://schemas.microsoft.com/office/drawing/2014/main" id="{C1898152-804C-4C26-8901-C510639D61F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0E8EFED4-67EB-4E0E-9811-C51F54C04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So, we’ll double rotate.</a:t>
            </a:r>
          </a:p>
          <a:p>
            <a:endParaRPr lang="en-US" altLang="en-US"/>
          </a:p>
          <a:p>
            <a:r>
              <a:rPr lang="en-US" altLang="en-US"/>
              <a:t>Start by moving the offending grand-child up.</a:t>
            </a:r>
          </a:p>
          <a:p>
            <a:endParaRPr lang="en-US" altLang="en-US"/>
          </a:p>
          <a:p>
            <a:r>
              <a:rPr lang="en-US" altLang="en-US"/>
              <a:t>We get an even more imbalanced tree. </a:t>
            </a:r>
          </a:p>
          <a:p>
            <a:r>
              <a:rPr lang="en-US" altLang="en-US"/>
              <a:t>BUT, it’s imbalanced like a zig-zig tree now!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B059E8D-1EBC-4FC7-AD1C-80B48E6FCD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600EA8-F6DE-4DB1-919A-282197FF121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514050" name="Rectangle 2">
            <a:extLst>
              <a:ext uri="{FF2B5EF4-FFF2-40B4-BE49-F238E27FC236}">
                <a16:creationId xmlns:a16="http://schemas.microsoft.com/office/drawing/2014/main" id="{7972220F-E9EB-4B29-9738-56212E192EB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3F3796B9-5978-4D5C-98C3-BF117BDBC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So, let’s pull 17 up again.</a:t>
            </a:r>
          </a:p>
          <a:p>
            <a:endParaRPr lang="en-US" altLang="en-US"/>
          </a:p>
          <a:p>
            <a:r>
              <a:rPr lang="en-US" altLang="en-US"/>
              <a:t>Now, we get a balanced tree.</a:t>
            </a:r>
          </a:p>
          <a:p>
            <a:endParaRPr lang="en-US" altLang="en-US"/>
          </a:p>
          <a:p>
            <a:r>
              <a:rPr lang="en-US" altLang="en-US"/>
              <a:t>And, again, 10’s height didn’t need to change.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ED3F36-0B7C-44C8-BBF4-AD17C5C2D5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3BD274-3D99-4B58-A57F-C049B4F4852A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516098" name="Rectangle 2">
            <a:extLst>
              <a:ext uri="{FF2B5EF4-FFF2-40B4-BE49-F238E27FC236}">
                <a16:creationId xmlns:a16="http://schemas.microsoft.com/office/drawing/2014/main" id="{34978A05-B649-4731-B267-FCB41EA2114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6099" name="Rectangle 3">
            <a:extLst>
              <a:ext uri="{FF2B5EF4-FFF2-40B4-BE49-F238E27FC236}">
                <a16:creationId xmlns:a16="http://schemas.microsoft.com/office/drawing/2014/main" id="{B945C509-485B-4855-868F-18349BD99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OK, here’s the algorithm again.</a:t>
            </a:r>
          </a:p>
          <a:p>
            <a:endParaRPr lang="en-US" altLang="en-US"/>
          </a:p>
          <a:p>
            <a:r>
              <a:rPr lang="en-US" altLang="en-US"/>
              <a:t>Notice that there’s </a:t>
            </a:r>
            <a:r>
              <a:rPr lang="en-US" altLang="en-US" b="1"/>
              <a:t>very little difference </a:t>
            </a:r>
            <a:r>
              <a:rPr lang="en-US" altLang="en-US"/>
              <a:t>between the recursive and iterative.</a:t>
            </a:r>
          </a:p>
          <a:p>
            <a:endParaRPr lang="en-US" altLang="en-US"/>
          </a:p>
          <a:p>
            <a:r>
              <a:rPr lang="en-US" altLang="en-US"/>
              <a:t>Why do I keep a stack for the iterative version?</a:t>
            </a:r>
          </a:p>
          <a:p>
            <a:endParaRPr lang="en-US" altLang="en-US"/>
          </a:p>
          <a:p>
            <a:r>
              <a:rPr lang="en-US" altLang="en-US"/>
              <a:t>To go bottom to top.</a:t>
            </a:r>
          </a:p>
          <a:p>
            <a:endParaRPr lang="en-US" altLang="en-US"/>
          </a:p>
          <a:p>
            <a:r>
              <a:rPr lang="en-US" altLang="en-US"/>
              <a:t>Can’t I go top down?</a:t>
            </a:r>
          </a:p>
          <a:p>
            <a:endParaRPr lang="en-US" altLang="en-US"/>
          </a:p>
          <a:p>
            <a:r>
              <a:rPr lang="en-US" altLang="en-US"/>
              <a:t>Now, what’s left?</a:t>
            </a:r>
          </a:p>
          <a:p>
            <a:endParaRPr lang="en-US" altLang="en-US"/>
          </a:p>
          <a:p>
            <a:r>
              <a:rPr lang="en-US" altLang="en-US"/>
              <a:t>Single and double rotate!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80DD3DE-CFBE-4F2A-89A2-443591A5C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A8C33C-0504-4871-BBFD-FE939C7A2A2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80930" name="Rectangle 2">
            <a:extLst>
              <a:ext uri="{FF2B5EF4-FFF2-40B4-BE49-F238E27FC236}">
                <a16:creationId xmlns:a16="http://schemas.microsoft.com/office/drawing/2014/main" id="{B2D79B06-7552-4DCE-831B-A789655A743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0931" name="Rectangle 3">
            <a:extLst>
              <a:ext uri="{FF2B5EF4-FFF2-40B4-BE49-F238E27FC236}">
                <a16:creationId xmlns:a16="http://schemas.microsoft.com/office/drawing/2014/main" id="{A6D72CEB-BFEF-47FE-BAEA-935444003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code for one of the two single rotate cases.</a:t>
            </a:r>
          </a:p>
          <a:p>
            <a:endParaRPr lang="en-US" altLang="en-US"/>
          </a:p>
          <a:p>
            <a:r>
              <a:rPr lang="en-US" altLang="en-US"/>
              <a:t>RotateRight brings up the right child.</a:t>
            </a:r>
          </a:p>
          <a:p>
            <a:endParaRPr lang="en-US" altLang="en-US"/>
          </a:p>
          <a:p>
            <a:r>
              <a:rPr lang="en-US" altLang="en-US"/>
              <a:t>We’ve inserted into Z, and now we want to fix it.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A34259B-AE7A-4261-8B68-7629E05543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10EF5F-7699-4F07-96F2-CE76EEAA3033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82978" name="Rectangle 2">
            <a:extLst>
              <a:ext uri="{FF2B5EF4-FFF2-40B4-BE49-F238E27FC236}">
                <a16:creationId xmlns:a16="http://schemas.microsoft.com/office/drawing/2014/main" id="{085AF148-6CEA-4E1D-B817-75DCCABFD63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BC23CEA0-B07E-4C0F-9B2B-CC31C39DD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double rotation code.</a:t>
            </a:r>
          </a:p>
          <a:p>
            <a:r>
              <a:rPr lang="en-US" altLang="en-US"/>
              <a:t>Pretty tough, eh?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7F75C58-0254-432B-A070-8C4C3527F4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4E9C85-D873-40E4-8AA0-154F2A377864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D84FA53D-A52A-4BC0-A1EC-18563C7DC0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F7E61B87-0AA4-4685-978C-1CD120462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12E1071-03B2-42E5-8F1D-823173196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E55EB-ACD2-475E-91E1-C8E3C861CE83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EECAE3A6-8FA4-409C-949F-DBA95EA95D3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B1436D6A-422F-40CB-87E9-B7B56541C6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4C04FEF-5BD7-4A64-BB68-748398E7BF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9889E7-D99E-4C6C-92F5-C25EE072C2B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390146" name="Rectangle 2">
            <a:extLst>
              <a:ext uri="{FF2B5EF4-FFF2-40B4-BE49-F238E27FC236}">
                <a16:creationId xmlns:a16="http://schemas.microsoft.com/office/drawing/2014/main" id="{3D524A75-5CA9-4767-A6C3-4F8FEDFA6A7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A5DE14CC-9D8C-4845-A9ED-E324ECEB0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OK, if we have a bit of extra time, do this.</a:t>
            </a:r>
          </a:p>
          <a:p>
            <a:endParaRPr lang="en-US" altLang="en-US"/>
          </a:p>
          <a:p>
            <a:r>
              <a:rPr lang="en-US" altLang="en-US"/>
              <a:t>Let’s try deleting.</a:t>
            </a:r>
          </a:p>
          <a:p>
            <a:endParaRPr lang="en-US" altLang="en-US"/>
          </a:p>
          <a:p>
            <a:r>
              <a:rPr lang="en-US" altLang="en-US"/>
              <a:t>15 is easy! It has two children, so we do BST deletion.</a:t>
            </a:r>
          </a:p>
          <a:p>
            <a:endParaRPr lang="en-US" altLang="en-US"/>
          </a:p>
          <a:p>
            <a:r>
              <a:rPr lang="en-US" altLang="en-US"/>
              <a:t>17 replaces 15.</a:t>
            </a:r>
          </a:p>
          <a:p>
            <a:endParaRPr lang="en-US" altLang="en-US"/>
          </a:p>
          <a:p>
            <a:r>
              <a:rPr lang="en-US" altLang="en-US"/>
              <a:t>15 goes away.</a:t>
            </a:r>
          </a:p>
          <a:p>
            <a:endParaRPr lang="en-US" altLang="en-US"/>
          </a:p>
          <a:p>
            <a:r>
              <a:rPr lang="en-US" altLang="en-US"/>
              <a:t>Did we disturb the tree?</a:t>
            </a:r>
          </a:p>
          <a:p>
            <a:r>
              <a:rPr lang="en-US" altLang="en-US"/>
              <a:t>NO!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18BDA6F-8CF7-480B-856B-8B013429D2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9F176E-58FF-444A-99D1-586BE99B19E5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392194" name="Rectangle 2">
            <a:extLst>
              <a:ext uri="{FF2B5EF4-FFF2-40B4-BE49-F238E27FC236}">
                <a16:creationId xmlns:a16="http://schemas.microsoft.com/office/drawing/2014/main" id="{EFEE90F0-F5C8-47EF-9D77-895B85CC4E1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AE273DF7-1766-42FE-A8EC-AA7ADB46A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OK, if we have a bit of extra time, do this.</a:t>
            </a:r>
          </a:p>
          <a:p>
            <a:endParaRPr lang="en-US" altLang="en-US"/>
          </a:p>
          <a:p>
            <a:r>
              <a:rPr lang="en-US" altLang="en-US"/>
              <a:t>Let’s try deleting.</a:t>
            </a:r>
          </a:p>
          <a:p>
            <a:endParaRPr lang="en-US" altLang="en-US"/>
          </a:p>
          <a:p>
            <a:r>
              <a:rPr lang="en-US" altLang="en-US"/>
              <a:t>15 is easy! It has two children, so we do BST deletion.</a:t>
            </a:r>
          </a:p>
          <a:p>
            <a:endParaRPr lang="en-US" altLang="en-US"/>
          </a:p>
          <a:p>
            <a:r>
              <a:rPr lang="en-US" altLang="en-US"/>
              <a:t>17 replaces 15.</a:t>
            </a:r>
          </a:p>
          <a:p>
            <a:endParaRPr lang="en-US" altLang="en-US"/>
          </a:p>
          <a:p>
            <a:r>
              <a:rPr lang="en-US" altLang="en-US"/>
              <a:t>15 goes away.</a:t>
            </a:r>
          </a:p>
          <a:p>
            <a:endParaRPr lang="en-US" altLang="en-US"/>
          </a:p>
          <a:p>
            <a:r>
              <a:rPr lang="en-US" altLang="en-US"/>
              <a:t>Did we disturb the tree?</a:t>
            </a:r>
          </a:p>
          <a:p>
            <a:r>
              <a:rPr lang="en-US" altLang="en-US"/>
              <a:t>NO!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973463B-B448-4CCF-B7B2-BE120DA882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16EB3F-72E1-422B-BE1F-E05B4F7533C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2AFAB957-6E5E-4D3E-8F87-F597156F811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7634059D-775D-4FAB-A05C-0A26E62F2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Now, let’s delete 12.</a:t>
            </a:r>
          </a:p>
          <a:p>
            <a:endParaRPr lang="en-US" altLang="en-US"/>
          </a:p>
          <a:p>
            <a:r>
              <a:rPr lang="en-US" altLang="en-US"/>
              <a:t>12 goes away.</a:t>
            </a:r>
          </a:p>
          <a:p>
            <a:endParaRPr lang="en-US" altLang="en-US"/>
          </a:p>
          <a:p>
            <a:r>
              <a:rPr lang="en-US" altLang="en-US"/>
              <a:t>Now, there’s trouble.</a:t>
            </a:r>
          </a:p>
          <a:p>
            <a:endParaRPr lang="en-US" altLang="en-US"/>
          </a:p>
          <a:p>
            <a:r>
              <a:rPr lang="en-US" altLang="en-US"/>
              <a:t>We’ve put an imbalance in.</a:t>
            </a:r>
          </a:p>
          <a:p>
            <a:endParaRPr lang="en-US" altLang="en-US"/>
          </a:p>
          <a:p>
            <a:r>
              <a:rPr lang="en-US" altLang="en-US"/>
              <a:t>So, we check up from the point of deletion and fix the imbalance at 17.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3F90B72-6A9B-47F6-B1EA-758027177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DFF3E-EB44-43F9-98EE-BAFB518768E6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96290" name="Rectangle 2">
            <a:extLst>
              <a:ext uri="{FF2B5EF4-FFF2-40B4-BE49-F238E27FC236}">
                <a16:creationId xmlns:a16="http://schemas.microsoft.com/office/drawing/2014/main" id="{7B2F0548-2A75-4FCF-B8E3-4ADD71C965A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857FE0BD-311B-4227-9657-6BB7498E4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But what happened on the fix?</a:t>
            </a:r>
          </a:p>
          <a:p>
            <a:endParaRPr lang="en-US" altLang="en-US"/>
          </a:p>
          <a:p>
            <a:r>
              <a:rPr lang="en-US" altLang="en-US"/>
              <a:t>Something very disturbing.</a:t>
            </a:r>
          </a:p>
          <a:p>
            <a:endParaRPr lang="en-US" altLang="en-US"/>
          </a:p>
          <a:p>
            <a:r>
              <a:rPr lang="en-US" altLang="en-US"/>
              <a:t>What?</a:t>
            </a:r>
          </a:p>
          <a:p>
            <a:endParaRPr lang="en-US" altLang="en-US"/>
          </a:p>
          <a:p>
            <a:r>
              <a:rPr lang="en-US" altLang="en-US"/>
              <a:t>The subtree’s height changed!!</a:t>
            </a:r>
          </a:p>
          <a:p>
            <a:endParaRPr lang="en-US" altLang="en-US"/>
          </a:p>
          <a:p>
            <a:r>
              <a:rPr lang="en-US" altLang="en-US"/>
              <a:t>So, the deletion can propagate.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C2EC5E9-43E6-47D4-9933-C7CEA7E31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22555-8404-4C9E-B581-ACC9DE930F61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3344FC59-A569-45B7-92E8-E3027F42CB1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C838AF39-449D-4963-81E1-6CFA7BDFA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29EFDBD-3666-45A5-93A6-02F3B31A6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B6529C-52C4-4F85-BA61-47865D830D79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00386" name="Rectangle 2">
            <a:extLst>
              <a:ext uri="{FF2B5EF4-FFF2-40B4-BE49-F238E27FC236}">
                <a16:creationId xmlns:a16="http://schemas.microsoft.com/office/drawing/2014/main" id="{25ED29CB-019F-4F0D-B86A-EB86CB73020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DBA4867B-0D09-4433-B59E-2735FE494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3348D0C-4304-4BF6-AFF7-04BF3D8052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637D8-DA35-40FE-9DCE-3D3FA1D4C6E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02434" name="Rectangle 2">
            <a:extLst>
              <a:ext uri="{FF2B5EF4-FFF2-40B4-BE49-F238E27FC236}">
                <a16:creationId xmlns:a16="http://schemas.microsoft.com/office/drawing/2014/main" id="{8EE92938-B544-45FF-BD46-07B4A98DDF8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A6B11D93-B4CF-4A24-9162-2743BB717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AD0E72-34E2-4AA0-AAE9-A1C8D04AC7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C4F71F-F293-434A-B139-46C5989859A6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04482" name="Rectangle 2">
            <a:extLst>
              <a:ext uri="{FF2B5EF4-FFF2-40B4-BE49-F238E27FC236}">
                <a16:creationId xmlns:a16="http://schemas.microsoft.com/office/drawing/2014/main" id="{4F162163-892F-48E5-920E-76C34194797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47127DA5-A17B-409D-97F7-506621FD0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5AD4C0C-9D0C-4506-89BE-095DAA9466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B3A6FA-BAC6-4ADB-9AFF-1B3B4AD0B3DF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06530" name="Rectangle 2">
            <a:extLst>
              <a:ext uri="{FF2B5EF4-FFF2-40B4-BE49-F238E27FC236}">
                <a16:creationId xmlns:a16="http://schemas.microsoft.com/office/drawing/2014/main" id="{BD4BB098-9499-4E08-B4FB-70DBDE83660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147A16CF-C4D4-415C-A847-9876053D5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26164E0-F90E-4FEF-B93F-15B39509A5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CB974A-6E25-4822-A8CC-90480DFDFFAB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08578" name="Rectangle 2">
            <a:extLst>
              <a:ext uri="{FF2B5EF4-FFF2-40B4-BE49-F238E27FC236}">
                <a16:creationId xmlns:a16="http://schemas.microsoft.com/office/drawing/2014/main" id="{4FF65C7C-919B-4392-AEA4-EAEA0615F3D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06B11B74-01E5-434A-B0C5-6E956C6BB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r>
              <a:rPr lang="en-US" altLang="en-US"/>
              <a:t>OK, here’s the algorithm again.</a:t>
            </a:r>
          </a:p>
          <a:p>
            <a:endParaRPr lang="en-US" altLang="en-US"/>
          </a:p>
          <a:p>
            <a:r>
              <a:rPr lang="en-US" altLang="en-US"/>
              <a:t>Notice that there’s </a:t>
            </a:r>
            <a:r>
              <a:rPr lang="en-US" altLang="en-US" b="1"/>
              <a:t>very little difference </a:t>
            </a:r>
            <a:r>
              <a:rPr lang="en-US" altLang="en-US"/>
              <a:t>between the recursive and iterative.</a:t>
            </a:r>
          </a:p>
          <a:p>
            <a:endParaRPr lang="en-US" altLang="en-US"/>
          </a:p>
          <a:p>
            <a:r>
              <a:rPr lang="en-US" altLang="en-US"/>
              <a:t>Why do I keep a stack for the iterative version?</a:t>
            </a:r>
          </a:p>
          <a:p>
            <a:endParaRPr lang="en-US" altLang="en-US"/>
          </a:p>
          <a:p>
            <a:r>
              <a:rPr lang="en-US" altLang="en-US"/>
              <a:t>To go bottom to top.</a:t>
            </a:r>
          </a:p>
          <a:p>
            <a:endParaRPr lang="en-US" altLang="en-US"/>
          </a:p>
          <a:p>
            <a:r>
              <a:rPr lang="en-US" altLang="en-US"/>
              <a:t>Can’t I go top down?</a:t>
            </a:r>
          </a:p>
          <a:p>
            <a:endParaRPr lang="en-US" altLang="en-US"/>
          </a:p>
          <a:p>
            <a:r>
              <a:rPr lang="en-US" altLang="en-US"/>
              <a:t>Now, what’s left?</a:t>
            </a:r>
          </a:p>
          <a:p>
            <a:endParaRPr lang="en-US" altLang="en-US"/>
          </a:p>
          <a:p>
            <a:r>
              <a:rPr lang="en-US" altLang="en-US"/>
              <a:t>Single and double rotate!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0EEF8A6-7453-456F-99BB-088588376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B8E4DD-4AF9-4DA7-B1EC-B5D90FD384A5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298345BC-6A88-4669-81AB-8EE2CE4C556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80D259A9-2D2A-461F-B592-EE96C7CB0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r>
              <a:rPr lang="en-US" altLang="en-US"/>
              <a:t>IT DEPENDS!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860E32-FCEA-47C3-855C-FDCC348EDF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8EB993-E637-4EEE-9390-03D4C8E89C4E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14722" name="Rectangle 2">
            <a:extLst>
              <a:ext uri="{FF2B5EF4-FFF2-40B4-BE49-F238E27FC236}">
                <a16:creationId xmlns:a16="http://schemas.microsoft.com/office/drawing/2014/main" id="{3C26C4F2-9F76-4070-9224-4E88769E11D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A8521E29-1C60-4188-AE88-49E19DCA0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2BB0F24-A494-4EB4-8B5B-CDDB09674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6C5D25-BBF1-479C-B401-4CCFE786FE48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16770" name="Rectangle 2">
            <a:extLst>
              <a:ext uri="{FF2B5EF4-FFF2-40B4-BE49-F238E27FC236}">
                <a16:creationId xmlns:a16="http://schemas.microsoft.com/office/drawing/2014/main" id="{B84BD972-39BD-46FA-BBF3-4196EA19EAA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4096B3A6-25B8-41DF-8F22-79F6ED7145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r>
              <a:rPr lang="en-US" altLang="en-US"/>
              <a:t>Summation is</a:t>
            </a:r>
          </a:p>
          <a:p>
            <a:r>
              <a:rPr lang="en-US" altLang="en-US"/>
              <a:t>2^logn + 2^logn-1 + 2^logn-2+…</a:t>
            </a:r>
          </a:p>
          <a:p>
            <a:r>
              <a:rPr lang="en-US" altLang="en-US"/>
              <a:t>n+n/2+n/4+n/8+…</a:t>
            </a:r>
          </a:p>
          <a:p>
            <a:r>
              <a:rPr lang="en-US" altLang="en-US"/>
              <a:t>~2n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4F1E347-DD6E-4000-8EE8-0836133E47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92A3FA-074D-4126-BBFB-44A23D20CD13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91BBA7A1-7124-42F8-8C50-790C7163889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E820FB9E-4A77-4B86-9350-150A5CD5D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C7ABBE-A112-4047-90B5-07D7AE374D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7D1F0A-D157-4E7B-97F4-F497CC14951B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4541B17E-66CF-4795-B760-01999569A78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CAAC7152-5927-4616-84B7-CCFDEF7D8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52233E8-01E2-4668-B3C1-B4C6354D64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E6D5FB-15EA-45A4-8ACD-5C9FC3D6B04D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23938" name="Rectangle 2">
            <a:extLst>
              <a:ext uri="{FF2B5EF4-FFF2-40B4-BE49-F238E27FC236}">
                <a16:creationId xmlns:a16="http://schemas.microsoft.com/office/drawing/2014/main" id="{61FF69C1-CF67-46F1-9EB5-296AC685727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21A1665C-3F75-45CD-8D76-F2DD06AEF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FE9268CD-5FFC-4688-AE14-FF113CE8F77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195" name="Group 3">
              <a:extLst>
                <a:ext uri="{FF2B5EF4-FFF2-40B4-BE49-F238E27FC236}">
                  <a16:creationId xmlns:a16="http://schemas.microsoft.com/office/drawing/2014/main" id="{51E60329-DD3F-4215-BD7F-EF9B1A0AD7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8196" name="Rectangle 4">
                <a:extLst>
                  <a:ext uri="{FF2B5EF4-FFF2-40B4-BE49-F238E27FC236}">
                    <a16:creationId xmlns:a16="http://schemas.microsoft.com/office/drawing/2014/main" id="{D2D905A9-BB0D-49C6-BF5C-F66AA2739E35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197" name="Group 5">
                <a:extLst>
                  <a:ext uri="{FF2B5EF4-FFF2-40B4-BE49-F238E27FC236}">
                    <a16:creationId xmlns:a16="http://schemas.microsoft.com/office/drawing/2014/main" id="{3DFB87AD-132F-49AF-B455-0CC3816B647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8198" name="Line 6">
                  <a:extLst>
                    <a:ext uri="{FF2B5EF4-FFF2-40B4-BE49-F238E27FC236}">
                      <a16:creationId xmlns:a16="http://schemas.microsoft.com/office/drawing/2014/main" id="{B1F6006F-A566-4A78-959B-DABAC78648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99" name="Line 7">
                  <a:extLst>
                    <a:ext uri="{FF2B5EF4-FFF2-40B4-BE49-F238E27FC236}">
                      <a16:creationId xmlns:a16="http://schemas.microsoft.com/office/drawing/2014/main" id="{4806E1C3-27F4-4A6D-95C1-EA130D082A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0" name="Line 8">
                  <a:extLst>
                    <a:ext uri="{FF2B5EF4-FFF2-40B4-BE49-F238E27FC236}">
                      <a16:creationId xmlns:a16="http://schemas.microsoft.com/office/drawing/2014/main" id="{5E3A9E22-89A7-42A1-97C8-6B0A6D0B7B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1" name="Line 9">
                  <a:extLst>
                    <a:ext uri="{FF2B5EF4-FFF2-40B4-BE49-F238E27FC236}">
                      <a16:creationId xmlns:a16="http://schemas.microsoft.com/office/drawing/2014/main" id="{D91C48E9-223A-40FF-B355-8197AB3D8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2" name="Line 10">
                  <a:extLst>
                    <a:ext uri="{FF2B5EF4-FFF2-40B4-BE49-F238E27FC236}">
                      <a16:creationId xmlns:a16="http://schemas.microsoft.com/office/drawing/2014/main" id="{41027030-332A-4BFC-BEC2-FF96F3B2AF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3" name="Line 11">
                  <a:extLst>
                    <a:ext uri="{FF2B5EF4-FFF2-40B4-BE49-F238E27FC236}">
                      <a16:creationId xmlns:a16="http://schemas.microsoft.com/office/drawing/2014/main" id="{3F2C459E-6085-4AFD-BE8F-F87F20AA19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4" name="Line 12">
                  <a:extLst>
                    <a:ext uri="{FF2B5EF4-FFF2-40B4-BE49-F238E27FC236}">
                      <a16:creationId xmlns:a16="http://schemas.microsoft.com/office/drawing/2014/main" id="{03EE6ED3-93BB-4162-BCB0-761EA3719D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5" name="Line 13">
                  <a:extLst>
                    <a:ext uri="{FF2B5EF4-FFF2-40B4-BE49-F238E27FC236}">
                      <a16:creationId xmlns:a16="http://schemas.microsoft.com/office/drawing/2014/main" id="{CC8B3ECE-5083-4DC4-99DF-244045B002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6" name="Line 14">
                  <a:extLst>
                    <a:ext uri="{FF2B5EF4-FFF2-40B4-BE49-F238E27FC236}">
                      <a16:creationId xmlns:a16="http://schemas.microsoft.com/office/drawing/2014/main" id="{72936AF1-49BB-4A51-8A2F-39F9F5681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7" name="Line 15">
                  <a:extLst>
                    <a:ext uri="{FF2B5EF4-FFF2-40B4-BE49-F238E27FC236}">
                      <a16:creationId xmlns:a16="http://schemas.microsoft.com/office/drawing/2014/main" id="{FDDBC3BA-0F08-4AE0-8C9E-019C277A0F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8" name="Line 16">
                  <a:extLst>
                    <a:ext uri="{FF2B5EF4-FFF2-40B4-BE49-F238E27FC236}">
                      <a16:creationId xmlns:a16="http://schemas.microsoft.com/office/drawing/2014/main" id="{F440E421-B7D9-48A3-A04A-C72E7F8276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9" name="Line 17">
                  <a:extLst>
                    <a:ext uri="{FF2B5EF4-FFF2-40B4-BE49-F238E27FC236}">
                      <a16:creationId xmlns:a16="http://schemas.microsoft.com/office/drawing/2014/main" id="{4A0CEE90-7A9A-4CB9-91FC-A7A52DFB18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0" name="Line 18">
                  <a:extLst>
                    <a:ext uri="{FF2B5EF4-FFF2-40B4-BE49-F238E27FC236}">
                      <a16:creationId xmlns:a16="http://schemas.microsoft.com/office/drawing/2014/main" id="{54A1C45A-E01D-4E86-BA6C-0B210D9578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1" name="Line 19">
                  <a:extLst>
                    <a:ext uri="{FF2B5EF4-FFF2-40B4-BE49-F238E27FC236}">
                      <a16:creationId xmlns:a16="http://schemas.microsoft.com/office/drawing/2014/main" id="{1F6535A2-B656-4188-9636-1B5C97B01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2" name="Line 20">
                  <a:extLst>
                    <a:ext uri="{FF2B5EF4-FFF2-40B4-BE49-F238E27FC236}">
                      <a16:creationId xmlns:a16="http://schemas.microsoft.com/office/drawing/2014/main" id="{E16A0686-AA80-49E0-8CFC-E57A4366E5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3" name="Line 21">
                  <a:extLst>
                    <a:ext uri="{FF2B5EF4-FFF2-40B4-BE49-F238E27FC236}">
                      <a16:creationId xmlns:a16="http://schemas.microsoft.com/office/drawing/2014/main" id="{B048ADAB-F274-4755-9E88-4CBEA8BD14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4" name="Line 22">
                  <a:extLst>
                    <a:ext uri="{FF2B5EF4-FFF2-40B4-BE49-F238E27FC236}">
                      <a16:creationId xmlns:a16="http://schemas.microsoft.com/office/drawing/2014/main" id="{1FAC6CAC-A717-4451-AAEA-FFD7338574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5" name="Line 23">
                  <a:extLst>
                    <a:ext uri="{FF2B5EF4-FFF2-40B4-BE49-F238E27FC236}">
                      <a16:creationId xmlns:a16="http://schemas.microsoft.com/office/drawing/2014/main" id="{B87FC285-0E93-4884-B4B6-00012A580F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6" name="Line 24">
                  <a:extLst>
                    <a:ext uri="{FF2B5EF4-FFF2-40B4-BE49-F238E27FC236}">
                      <a16:creationId xmlns:a16="http://schemas.microsoft.com/office/drawing/2014/main" id="{484A0289-10DB-4CEE-8583-5B9371EE17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7" name="Line 25">
                  <a:extLst>
                    <a:ext uri="{FF2B5EF4-FFF2-40B4-BE49-F238E27FC236}">
                      <a16:creationId xmlns:a16="http://schemas.microsoft.com/office/drawing/2014/main" id="{F335934C-7B5A-443A-9FAC-C0FF95E443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8" name="Line 26">
                  <a:extLst>
                    <a:ext uri="{FF2B5EF4-FFF2-40B4-BE49-F238E27FC236}">
                      <a16:creationId xmlns:a16="http://schemas.microsoft.com/office/drawing/2014/main" id="{F8E13BFB-3DBA-4CB0-870A-89229998AC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9" name="Line 27">
                  <a:extLst>
                    <a:ext uri="{FF2B5EF4-FFF2-40B4-BE49-F238E27FC236}">
                      <a16:creationId xmlns:a16="http://schemas.microsoft.com/office/drawing/2014/main" id="{EAE280F4-81FD-4F35-A4AF-A2EB72C7C5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0" name="Line 28">
                  <a:extLst>
                    <a:ext uri="{FF2B5EF4-FFF2-40B4-BE49-F238E27FC236}">
                      <a16:creationId xmlns:a16="http://schemas.microsoft.com/office/drawing/2014/main" id="{B991549C-A7B8-4B9E-AC7B-277C18CA6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1" name="Line 29">
                  <a:extLst>
                    <a:ext uri="{FF2B5EF4-FFF2-40B4-BE49-F238E27FC236}">
                      <a16:creationId xmlns:a16="http://schemas.microsoft.com/office/drawing/2014/main" id="{FF11DFF9-E210-4681-A0F4-8E3829EE96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2" name="Line 30">
                  <a:extLst>
                    <a:ext uri="{FF2B5EF4-FFF2-40B4-BE49-F238E27FC236}">
                      <a16:creationId xmlns:a16="http://schemas.microsoft.com/office/drawing/2014/main" id="{B371CB88-45C3-41B9-B6A7-D75CD9A240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3" name="Line 31">
                  <a:extLst>
                    <a:ext uri="{FF2B5EF4-FFF2-40B4-BE49-F238E27FC236}">
                      <a16:creationId xmlns:a16="http://schemas.microsoft.com/office/drawing/2014/main" id="{AE6F58C3-E001-45B5-8C3B-45784EB0C0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4" name="Line 32">
                  <a:extLst>
                    <a:ext uri="{FF2B5EF4-FFF2-40B4-BE49-F238E27FC236}">
                      <a16:creationId xmlns:a16="http://schemas.microsoft.com/office/drawing/2014/main" id="{217E55EF-EEA4-4D61-8771-99DE5DD5F3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5" name="Line 33">
                  <a:extLst>
                    <a:ext uri="{FF2B5EF4-FFF2-40B4-BE49-F238E27FC236}">
                      <a16:creationId xmlns:a16="http://schemas.microsoft.com/office/drawing/2014/main" id="{D16348CC-2B9C-43FC-B006-57D466832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6" name="Line 34">
                  <a:extLst>
                    <a:ext uri="{FF2B5EF4-FFF2-40B4-BE49-F238E27FC236}">
                      <a16:creationId xmlns:a16="http://schemas.microsoft.com/office/drawing/2014/main" id="{34DA75E9-2140-462A-A26F-096D77FD6D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7" name="Line 35">
                  <a:extLst>
                    <a:ext uri="{FF2B5EF4-FFF2-40B4-BE49-F238E27FC236}">
                      <a16:creationId xmlns:a16="http://schemas.microsoft.com/office/drawing/2014/main" id="{CAD30B80-D0E2-42F6-BA52-3BAD1693C7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8" name="Line 36">
                  <a:extLst>
                    <a:ext uri="{FF2B5EF4-FFF2-40B4-BE49-F238E27FC236}">
                      <a16:creationId xmlns:a16="http://schemas.microsoft.com/office/drawing/2014/main" id="{C1F5D97F-5BA1-40B0-A7F0-C1A4E64CA3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9" name="Line 37">
                  <a:extLst>
                    <a:ext uri="{FF2B5EF4-FFF2-40B4-BE49-F238E27FC236}">
                      <a16:creationId xmlns:a16="http://schemas.microsoft.com/office/drawing/2014/main" id="{D484AD1B-5A1C-43E3-AA4C-EB0EBCEDA3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0" name="Line 38">
                  <a:extLst>
                    <a:ext uri="{FF2B5EF4-FFF2-40B4-BE49-F238E27FC236}">
                      <a16:creationId xmlns:a16="http://schemas.microsoft.com/office/drawing/2014/main" id="{339D34C4-70BD-4108-8A7F-30FDA76493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1" name="Line 39">
                  <a:extLst>
                    <a:ext uri="{FF2B5EF4-FFF2-40B4-BE49-F238E27FC236}">
                      <a16:creationId xmlns:a16="http://schemas.microsoft.com/office/drawing/2014/main" id="{E42FDEEA-905A-4DE8-8327-107EF7351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2" name="Line 40">
                  <a:extLst>
                    <a:ext uri="{FF2B5EF4-FFF2-40B4-BE49-F238E27FC236}">
                      <a16:creationId xmlns:a16="http://schemas.microsoft.com/office/drawing/2014/main" id="{927501EA-5493-4110-A89D-2E6DFCCD13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3" name="Line 41">
                  <a:extLst>
                    <a:ext uri="{FF2B5EF4-FFF2-40B4-BE49-F238E27FC236}">
                      <a16:creationId xmlns:a16="http://schemas.microsoft.com/office/drawing/2014/main" id="{C364C389-7286-45FD-B83C-E95DD59D5C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4" name="Line 42">
                  <a:extLst>
                    <a:ext uri="{FF2B5EF4-FFF2-40B4-BE49-F238E27FC236}">
                      <a16:creationId xmlns:a16="http://schemas.microsoft.com/office/drawing/2014/main" id="{F9AE54FC-99E3-42BF-8155-BD20BA6894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5" name="Line 43">
                  <a:extLst>
                    <a:ext uri="{FF2B5EF4-FFF2-40B4-BE49-F238E27FC236}">
                      <a16:creationId xmlns:a16="http://schemas.microsoft.com/office/drawing/2014/main" id="{D1D03BFC-9ED8-4FEC-8503-23EFE5B0F5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6" name="Line 44">
                  <a:extLst>
                    <a:ext uri="{FF2B5EF4-FFF2-40B4-BE49-F238E27FC236}">
                      <a16:creationId xmlns:a16="http://schemas.microsoft.com/office/drawing/2014/main" id="{8FD88FEC-A880-4631-B1E4-C1D7D353AC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7" name="Line 45">
                  <a:extLst>
                    <a:ext uri="{FF2B5EF4-FFF2-40B4-BE49-F238E27FC236}">
                      <a16:creationId xmlns:a16="http://schemas.microsoft.com/office/drawing/2014/main" id="{BE9B10EF-2741-4316-801B-A8B0DA5E70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8" name="Line 46">
                  <a:extLst>
                    <a:ext uri="{FF2B5EF4-FFF2-40B4-BE49-F238E27FC236}">
                      <a16:creationId xmlns:a16="http://schemas.microsoft.com/office/drawing/2014/main" id="{1D7F5F85-5A44-4A23-926D-E13332657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9" name="Line 47">
                  <a:extLst>
                    <a:ext uri="{FF2B5EF4-FFF2-40B4-BE49-F238E27FC236}">
                      <a16:creationId xmlns:a16="http://schemas.microsoft.com/office/drawing/2014/main" id="{7D3D3765-38A3-4763-945C-7E0CBAE518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0" name="Line 48">
                  <a:extLst>
                    <a:ext uri="{FF2B5EF4-FFF2-40B4-BE49-F238E27FC236}">
                      <a16:creationId xmlns:a16="http://schemas.microsoft.com/office/drawing/2014/main" id="{A20FF887-D34F-474C-951E-0A519FDE49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1" name="Line 49">
                  <a:extLst>
                    <a:ext uri="{FF2B5EF4-FFF2-40B4-BE49-F238E27FC236}">
                      <a16:creationId xmlns:a16="http://schemas.microsoft.com/office/drawing/2014/main" id="{7D320EC0-4898-4279-835B-D573BEA3E4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2" name="Line 50">
                  <a:extLst>
                    <a:ext uri="{FF2B5EF4-FFF2-40B4-BE49-F238E27FC236}">
                      <a16:creationId xmlns:a16="http://schemas.microsoft.com/office/drawing/2014/main" id="{2F73F6AD-768A-434A-B2D5-305B3F4C8E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" name="Line 51">
                  <a:extLst>
                    <a:ext uri="{FF2B5EF4-FFF2-40B4-BE49-F238E27FC236}">
                      <a16:creationId xmlns:a16="http://schemas.microsoft.com/office/drawing/2014/main" id="{42E7D6C7-DE49-4CF0-BBEC-1F9181B507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4" name="Line 52">
                  <a:extLst>
                    <a:ext uri="{FF2B5EF4-FFF2-40B4-BE49-F238E27FC236}">
                      <a16:creationId xmlns:a16="http://schemas.microsoft.com/office/drawing/2014/main" id="{8DAD9BA9-7080-4CB1-B4A0-07C10FEB75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5" name="Line 53">
                  <a:extLst>
                    <a:ext uri="{FF2B5EF4-FFF2-40B4-BE49-F238E27FC236}">
                      <a16:creationId xmlns:a16="http://schemas.microsoft.com/office/drawing/2014/main" id="{079F8E3B-1EF1-4DC0-9E00-EE6DED9B9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6" name="Line 54">
                  <a:extLst>
                    <a:ext uri="{FF2B5EF4-FFF2-40B4-BE49-F238E27FC236}">
                      <a16:creationId xmlns:a16="http://schemas.microsoft.com/office/drawing/2014/main" id="{099375C3-8181-405A-9B9F-7BCB22B810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7" name="Line 55">
                  <a:extLst>
                    <a:ext uri="{FF2B5EF4-FFF2-40B4-BE49-F238E27FC236}">
                      <a16:creationId xmlns:a16="http://schemas.microsoft.com/office/drawing/2014/main" id="{26DF7F81-3F3E-4FEA-B6B5-A7AABE2485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8" name="Line 56">
                  <a:extLst>
                    <a:ext uri="{FF2B5EF4-FFF2-40B4-BE49-F238E27FC236}">
                      <a16:creationId xmlns:a16="http://schemas.microsoft.com/office/drawing/2014/main" id="{E241CF68-290A-4E22-BF81-A96E8AE0D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249" name="Line 57">
                <a:extLst>
                  <a:ext uri="{FF2B5EF4-FFF2-40B4-BE49-F238E27FC236}">
                    <a16:creationId xmlns:a16="http://schemas.microsoft.com/office/drawing/2014/main" id="{912E3429-DF9E-4BBB-BC4E-DB6A0B50388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50" name="Group 58">
              <a:extLst>
                <a:ext uri="{FF2B5EF4-FFF2-40B4-BE49-F238E27FC236}">
                  <a16:creationId xmlns:a16="http://schemas.microsoft.com/office/drawing/2014/main" id="{A2368A9F-D07A-4776-854A-A174F741E76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8251" name="Line 59">
                <a:extLst>
                  <a:ext uri="{FF2B5EF4-FFF2-40B4-BE49-F238E27FC236}">
                    <a16:creationId xmlns:a16="http://schemas.microsoft.com/office/drawing/2014/main" id="{4D99058A-A1EE-4E79-A76F-86D7ABF18DD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2" name="Line 60">
                <a:extLst>
                  <a:ext uri="{FF2B5EF4-FFF2-40B4-BE49-F238E27FC236}">
                    <a16:creationId xmlns:a16="http://schemas.microsoft.com/office/drawing/2014/main" id="{27642612-0D7E-44AA-8DBF-0A624F5189A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3" name="Line 61">
                <a:extLst>
                  <a:ext uri="{FF2B5EF4-FFF2-40B4-BE49-F238E27FC236}">
                    <a16:creationId xmlns:a16="http://schemas.microsoft.com/office/drawing/2014/main" id="{6E80E112-9432-42D1-844D-00D90EE27FA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4" name="Arc 62">
                <a:extLst>
                  <a:ext uri="{FF2B5EF4-FFF2-40B4-BE49-F238E27FC236}">
                    <a16:creationId xmlns:a16="http://schemas.microsoft.com/office/drawing/2014/main" id="{22941FD4-B9E2-4049-B32E-4BF9725C11D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55" name="Group 63">
              <a:extLst>
                <a:ext uri="{FF2B5EF4-FFF2-40B4-BE49-F238E27FC236}">
                  <a16:creationId xmlns:a16="http://schemas.microsoft.com/office/drawing/2014/main" id="{B143E893-1C5E-4AAB-8EB1-8461DF3C7A1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256" name="Line 64">
                <a:extLst>
                  <a:ext uri="{FF2B5EF4-FFF2-40B4-BE49-F238E27FC236}">
                    <a16:creationId xmlns:a16="http://schemas.microsoft.com/office/drawing/2014/main" id="{B62E7BC3-C822-4CA6-8C82-B31596BCD95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7" name="Line 65">
                <a:extLst>
                  <a:ext uri="{FF2B5EF4-FFF2-40B4-BE49-F238E27FC236}">
                    <a16:creationId xmlns:a16="http://schemas.microsoft.com/office/drawing/2014/main" id="{9CAE7665-25B9-4411-A33C-F49DABCD7F7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8" name="Arc 66">
                <a:extLst>
                  <a:ext uri="{FF2B5EF4-FFF2-40B4-BE49-F238E27FC236}">
                    <a16:creationId xmlns:a16="http://schemas.microsoft.com/office/drawing/2014/main" id="{A4F42641-6BC6-4E59-BA8F-E9BF0EC08F0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8259" name="Rectangle 67">
            <a:extLst>
              <a:ext uri="{FF2B5EF4-FFF2-40B4-BE49-F238E27FC236}">
                <a16:creationId xmlns:a16="http://schemas.microsoft.com/office/drawing/2014/main" id="{6F1B9B50-ADE9-411A-B09A-5EBF70D182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260" name="Rectangle 68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597885A-8127-4079-92D0-D426895991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261" name="Rectangle 69">
            <a:extLst>
              <a:ext uri="{FF2B5EF4-FFF2-40B4-BE49-F238E27FC236}">
                <a16:creationId xmlns:a16="http://schemas.microsoft.com/office/drawing/2014/main" id="{E90A0717-23C2-4475-BA3A-950965CCA37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262" name="Rectangle 70">
            <a:extLst>
              <a:ext uri="{FF2B5EF4-FFF2-40B4-BE49-F238E27FC236}">
                <a16:creationId xmlns:a16="http://schemas.microsoft.com/office/drawing/2014/main" id="{9B0815E0-7058-4729-96D8-3FE0266679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/>
            </a:lvl1pPr>
          </a:lstStyle>
          <a:p>
            <a:endParaRPr lang="en-US" altLang="en-US"/>
          </a:p>
        </p:txBody>
      </p:sp>
      <p:sp>
        <p:nvSpPr>
          <p:cNvPr id="8263" name="Rectangle 71">
            <a:extLst>
              <a:ext uri="{FF2B5EF4-FFF2-40B4-BE49-F238E27FC236}">
                <a16:creationId xmlns:a16="http://schemas.microsoft.com/office/drawing/2014/main" id="{D8969E01-7A9F-43B9-A8F3-6CCE20FF45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396EF04-D49E-4A47-985C-E493F76D070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55F0-8C23-420D-840A-1FEC5C6B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CBADE-A09B-471D-91BB-50993639B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0EF3D-5A51-43EF-81C1-597A3AD9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2F59A-B175-474F-A94D-E099FCEE0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4F98BA22-5891-46FD-98F2-514678D35D0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41490-A820-4268-88BD-5E3154C6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FE6BD2-E3D5-4E5E-A69B-FCD7DFE173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7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819B-B757-4922-965C-587C4D5F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4813D-1729-4847-874C-9BCE7DFE8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84484-7B6E-4F33-9ED4-D9D0DAC5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30D2F-A65D-46D4-8E7E-3D6B96FD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02021759-52EA-4E87-A049-3D6BC255F40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53ED7-845D-4C6B-9527-7D169413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1E7BDF-B387-490B-8F83-B5550F0461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57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45191-F105-4E2C-9557-F093DFDF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4A7E0-C320-4E02-BA6C-B0A6E0519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BEA06-47AC-4665-8255-3B10A6688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8CC1B-D7BD-41BE-9F40-AD4ADBB7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B8507-50FE-4EE5-8BF1-FB24422E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587919C8-7170-41ED-95D0-3FDBEBF7AB3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0301A-3E1F-408A-B471-3DFB74B5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22FD35-9417-4604-899D-36094FE517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66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93A7-3D6A-49FC-AEB8-24424A75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21862-56C6-44E5-8EF0-82AB30BC3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02BD6-32D7-48FB-A637-934C5ECEE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8FBD1-7F50-4EA2-B178-DD3D7F24B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8536E-C822-4EF9-9DC3-A1115F10A0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3923C-436A-437B-977B-FEF57357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E9297-185B-42B0-8E50-E3133C05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8087F62B-18CB-4748-A7C3-7024A7D9804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ECDED-D856-4CB6-8500-F7C4A8C3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6D6F0F-141E-4C2D-B374-951493F9FA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43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8D15-F9CF-455A-86EE-2BBDA136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B376-4350-4E89-A596-062030C6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28C46-BDF5-4894-9E12-AE4967D9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ABC0C5E8-705B-48D5-9241-36A144B716C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4A34B-3E69-44BF-9938-3DC142AC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F1D2DB-C716-4F86-BE0E-A11CF2063A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7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FC2A3-021B-486C-83A8-5197A9DC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B4F28-25AE-4698-AFD1-836DCEF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47A9CC1A-D41F-44A7-9183-FC25EA0284F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C4262-2FE5-48DA-B459-56335C94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118DD-1A6A-4805-8CA3-20B8CC9E60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58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07F8-6AC7-4937-B9A3-9FEF2C4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CD6BB-D996-4C90-897E-16B05F02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7F272-0A00-4571-9A4B-6C0552C88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A863E-9135-4A21-AD79-FFED450C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38549-1048-4335-8DF5-8B27E148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C6315B4F-F606-4E98-8418-D0F2F2DB94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1A1E8-01FA-4DFD-8764-7DDA1D87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85C7BA-C7F9-4F28-B9BB-CAEF153F98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58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8C81-544B-45DE-B108-7F025140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16738-F68C-4672-B071-D92DF5710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DB9F4-A938-4FB7-BF05-084A28D28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03871-C72B-4F59-B74A-51CE1183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53C70-E254-4128-B14A-F983FC3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C76E8390-D223-4BF0-832C-F6B90ACFAE7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AD6C4-B4AC-49F6-BC79-6EA57005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E4DB3-52E8-48D8-8BEA-EE303CA8D9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50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F596-1F42-40F9-BD19-C2B72481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0D2F8-8343-4C8E-B889-69F4EF043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BC045-E6BB-4112-AB81-8EDC4744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DF9F9-276B-4044-A550-D60E4259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B23A92AA-47F0-4E65-9F8B-C355E472D3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5C2D0-91D0-4588-933D-77C13549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15FE3-D90A-4B28-B666-4E7657BB61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6518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F8FE6-25BA-414D-8CAB-452352AAB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96050" y="304800"/>
            <a:ext cx="196215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C0B59-2737-418B-8403-97DEDC96C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73405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B9C34-D641-4933-924C-39BD1689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C392-8853-4D02-9FD3-181F58D1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CB30D46D-B5D3-4798-92D2-1F6C110A11A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9F3A-C9AB-4092-92EB-0E9EDAF9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1DE34A-973C-4FBF-8247-64F6EC5461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156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>
            <a:extLst>
              <a:ext uri="{FF2B5EF4-FFF2-40B4-BE49-F238E27FC236}">
                <a16:creationId xmlns:a16="http://schemas.microsoft.com/office/drawing/2014/main" id="{5BF7BF2B-EF9D-47A7-9E4E-695EF65FC80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7171" name="Group 3">
              <a:extLst>
                <a:ext uri="{FF2B5EF4-FFF2-40B4-BE49-F238E27FC236}">
                  <a16:creationId xmlns:a16="http://schemas.microsoft.com/office/drawing/2014/main" id="{5563013F-6557-4810-AAF2-50912F1E4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7172" name="Group 4">
                <a:extLst>
                  <a:ext uri="{FF2B5EF4-FFF2-40B4-BE49-F238E27FC236}">
                    <a16:creationId xmlns:a16="http://schemas.microsoft.com/office/drawing/2014/main" id="{03B76865-8DBD-49C7-ADF1-F57712FD8F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7173" name="Line 5">
                  <a:extLst>
                    <a:ext uri="{FF2B5EF4-FFF2-40B4-BE49-F238E27FC236}">
                      <a16:creationId xmlns:a16="http://schemas.microsoft.com/office/drawing/2014/main" id="{C77B00E2-B24F-48E8-AEA0-3ED17BFA84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4" name="Line 6">
                  <a:extLst>
                    <a:ext uri="{FF2B5EF4-FFF2-40B4-BE49-F238E27FC236}">
                      <a16:creationId xmlns:a16="http://schemas.microsoft.com/office/drawing/2014/main" id="{6759BE14-BE02-45C8-B326-605BA20CFE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5" name="Line 7">
                  <a:extLst>
                    <a:ext uri="{FF2B5EF4-FFF2-40B4-BE49-F238E27FC236}">
                      <a16:creationId xmlns:a16="http://schemas.microsoft.com/office/drawing/2014/main" id="{4207E20C-558F-460D-A00B-3672E5671C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6" name="Line 8">
                  <a:extLst>
                    <a:ext uri="{FF2B5EF4-FFF2-40B4-BE49-F238E27FC236}">
                      <a16:creationId xmlns:a16="http://schemas.microsoft.com/office/drawing/2014/main" id="{A980CC76-AF35-4EBB-ADFB-B6E9C12AF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7" name="Line 9">
                  <a:extLst>
                    <a:ext uri="{FF2B5EF4-FFF2-40B4-BE49-F238E27FC236}">
                      <a16:creationId xmlns:a16="http://schemas.microsoft.com/office/drawing/2014/main" id="{FC19CA86-3F94-456D-84C6-BF5B48AFBF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8" name="Line 10">
                  <a:extLst>
                    <a:ext uri="{FF2B5EF4-FFF2-40B4-BE49-F238E27FC236}">
                      <a16:creationId xmlns:a16="http://schemas.microsoft.com/office/drawing/2014/main" id="{7EF9361C-48D6-417E-8B91-7263366066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9" name="Line 11">
                  <a:extLst>
                    <a:ext uri="{FF2B5EF4-FFF2-40B4-BE49-F238E27FC236}">
                      <a16:creationId xmlns:a16="http://schemas.microsoft.com/office/drawing/2014/main" id="{E919553E-79A9-4ABD-9D1D-A0B7767E38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0" name="Line 12">
                  <a:extLst>
                    <a:ext uri="{FF2B5EF4-FFF2-40B4-BE49-F238E27FC236}">
                      <a16:creationId xmlns:a16="http://schemas.microsoft.com/office/drawing/2014/main" id="{21C85030-15C4-4A90-8594-8AB18A8749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1" name="Line 13">
                  <a:extLst>
                    <a:ext uri="{FF2B5EF4-FFF2-40B4-BE49-F238E27FC236}">
                      <a16:creationId xmlns:a16="http://schemas.microsoft.com/office/drawing/2014/main" id="{907A92C7-4D70-44C5-8102-53BCFB67FA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2" name="Line 14">
                  <a:extLst>
                    <a:ext uri="{FF2B5EF4-FFF2-40B4-BE49-F238E27FC236}">
                      <a16:creationId xmlns:a16="http://schemas.microsoft.com/office/drawing/2014/main" id="{4C75828B-2A7D-45D6-9781-EAB3111887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3" name="Line 15">
                  <a:extLst>
                    <a:ext uri="{FF2B5EF4-FFF2-40B4-BE49-F238E27FC236}">
                      <a16:creationId xmlns:a16="http://schemas.microsoft.com/office/drawing/2014/main" id="{41B70FA5-80DD-4A58-948D-3D1EEE77D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4" name="Line 16">
                  <a:extLst>
                    <a:ext uri="{FF2B5EF4-FFF2-40B4-BE49-F238E27FC236}">
                      <a16:creationId xmlns:a16="http://schemas.microsoft.com/office/drawing/2014/main" id="{C12874E9-65DB-407A-879D-D40041488F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5" name="Line 17">
                  <a:extLst>
                    <a:ext uri="{FF2B5EF4-FFF2-40B4-BE49-F238E27FC236}">
                      <a16:creationId xmlns:a16="http://schemas.microsoft.com/office/drawing/2014/main" id="{1A3F6C36-ED59-4AAE-88F3-7E705F605C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6" name="Line 18">
                  <a:extLst>
                    <a:ext uri="{FF2B5EF4-FFF2-40B4-BE49-F238E27FC236}">
                      <a16:creationId xmlns:a16="http://schemas.microsoft.com/office/drawing/2014/main" id="{78A90942-23E2-4B86-A6B0-83511C574A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7" name="Line 19">
                  <a:extLst>
                    <a:ext uri="{FF2B5EF4-FFF2-40B4-BE49-F238E27FC236}">
                      <a16:creationId xmlns:a16="http://schemas.microsoft.com/office/drawing/2014/main" id="{F155E1F4-97AA-4DFD-B76E-983CF5B7E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8" name="Line 20">
                  <a:extLst>
                    <a:ext uri="{FF2B5EF4-FFF2-40B4-BE49-F238E27FC236}">
                      <a16:creationId xmlns:a16="http://schemas.microsoft.com/office/drawing/2014/main" id="{44B235A7-49C7-4D5E-937C-11B87F167D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9" name="Line 21">
                  <a:extLst>
                    <a:ext uri="{FF2B5EF4-FFF2-40B4-BE49-F238E27FC236}">
                      <a16:creationId xmlns:a16="http://schemas.microsoft.com/office/drawing/2014/main" id="{6108668E-2A6D-45B8-8E7A-4BB7A27DC5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0" name="Line 22">
                  <a:extLst>
                    <a:ext uri="{FF2B5EF4-FFF2-40B4-BE49-F238E27FC236}">
                      <a16:creationId xmlns:a16="http://schemas.microsoft.com/office/drawing/2014/main" id="{592D2563-82C2-4043-B849-5C210DF28E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1" name="Line 23">
                  <a:extLst>
                    <a:ext uri="{FF2B5EF4-FFF2-40B4-BE49-F238E27FC236}">
                      <a16:creationId xmlns:a16="http://schemas.microsoft.com/office/drawing/2014/main" id="{42436CB5-2AD3-4E40-9D4F-02D957A694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2" name="Line 24">
                  <a:extLst>
                    <a:ext uri="{FF2B5EF4-FFF2-40B4-BE49-F238E27FC236}">
                      <a16:creationId xmlns:a16="http://schemas.microsoft.com/office/drawing/2014/main" id="{44CA3AF5-ED99-4B22-94F1-5B535E6941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3" name="Line 25">
                  <a:extLst>
                    <a:ext uri="{FF2B5EF4-FFF2-40B4-BE49-F238E27FC236}">
                      <a16:creationId xmlns:a16="http://schemas.microsoft.com/office/drawing/2014/main" id="{9A24C889-DC07-4A1A-B624-057BA5B1D0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4" name="Line 26">
                  <a:extLst>
                    <a:ext uri="{FF2B5EF4-FFF2-40B4-BE49-F238E27FC236}">
                      <a16:creationId xmlns:a16="http://schemas.microsoft.com/office/drawing/2014/main" id="{30DF7CC1-A7E5-44C9-B7C6-2BE6E7581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195" name="Group 27">
                <a:extLst>
                  <a:ext uri="{FF2B5EF4-FFF2-40B4-BE49-F238E27FC236}">
                    <a16:creationId xmlns:a16="http://schemas.microsoft.com/office/drawing/2014/main" id="{8919951A-606C-4757-B4C2-FCDAAEC107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7196" name="Line 28">
                  <a:extLst>
                    <a:ext uri="{FF2B5EF4-FFF2-40B4-BE49-F238E27FC236}">
                      <a16:creationId xmlns:a16="http://schemas.microsoft.com/office/drawing/2014/main" id="{512D5EBE-CF88-4A60-9F91-09BB9F682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7" name="Line 29">
                  <a:extLst>
                    <a:ext uri="{FF2B5EF4-FFF2-40B4-BE49-F238E27FC236}">
                      <a16:creationId xmlns:a16="http://schemas.microsoft.com/office/drawing/2014/main" id="{33CF01EA-7ECB-4BFC-83BD-F19583EF9A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8" name="Line 30">
                  <a:extLst>
                    <a:ext uri="{FF2B5EF4-FFF2-40B4-BE49-F238E27FC236}">
                      <a16:creationId xmlns:a16="http://schemas.microsoft.com/office/drawing/2014/main" id="{093C2AD5-BA62-4839-800A-F0FEC2606D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9" name="Line 31">
                  <a:extLst>
                    <a:ext uri="{FF2B5EF4-FFF2-40B4-BE49-F238E27FC236}">
                      <a16:creationId xmlns:a16="http://schemas.microsoft.com/office/drawing/2014/main" id="{B4EEB692-5258-4DF0-BD24-641A01BF1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0" name="Line 32">
                  <a:extLst>
                    <a:ext uri="{FF2B5EF4-FFF2-40B4-BE49-F238E27FC236}">
                      <a16:creationId xmlns:a16="http://schemas.microsoft.com/office/drawing/2014/main" id="{83A0039D-DF5E-41F4-B10D-62D7373F4C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1" name="Line 33">
                  <a:extLst>
                    <a:ext uri="{FF2B5EF4-FFF2-40B4-BE49-F238E27FC236}">
                      <a16:creationId xmlns:a16="http://schemas.microsoft.com/office/drawing/2014/main" id="{EB69AEA8-1E56-451D-ACD4-C0200B8932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2" name="Line 34">
                  <a:extLst>
                    <a:ext uri="{FF2B5EF4-FFF2-40B4-BE49-F238E27FC236}">
                      <a16:creationId xmlns:a16="http://schemas.microsoft.com/office/drawing/2014/main" id="{E8B050AB-A65F-4D67-9186-F865F12FED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3" name="Line 35">
                  <a:extLst>
                    <a:ext uri="{FF2B5EF4-FFF2-40B4-BE49-F238E27FC236}">
                      <a16:creationId xmlns:a16="http://schemas.microsoft.com/office/drawing/2014/main" id="{19412583-3769-49E0-8E68-D01FCCCC1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4" name="Line 36">
                  <a:extLst>
                    <a:ext uri="{FF2B5EF4-FFF2-40B4-BE49-F238E27FC236}">
                      <a16:creationId xmlns:a16="http://schemas.microsoft.com/office/drawing/2014/main" id="{EF3BC4F4-08AC-4A45-AD7A-ECA77DC434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5" name="Line 37">
                  <a:extLst>
                    <a:ext uri="{FF2B5EF4-FFF2-40B4-BE49-F238E27FC236}">
                      <a16:creationId xmlns:a16="http://schemas.microsoft.com/office/drawing/2014/main" id="{FE90AF28-BF83-4804-AFAE-5EE52B9CC4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6" name="Line 38">
                  <a:extLst>
                    <a:ext uri="{FF2B5EF4-FFF2-40B4-BE49-F238E27FC236}">
                      <a16:creationId xmlns:a16="http://schemas.microsoft.com/office/drawing/2014/main" id="{F175831C-C12B-42C3-9F2E-1151A88EE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7" name="Line 39">
                  <a:extLst>
                    <a:ext uri="{FF2B5EF4-FFF2-40B4-BE49-F238E27FC236}">
                      <a16:creationId xmlns:a16="http://schemas.microsoft.com/office/drawing/2014/main" id="{34D71629-4BCA-495C-8AAD-F50C57B0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8" name="Line 40">
                  <a:extLst>
                    <a:ext uri="{FF2B5EF4-FFF2-40B4-BE49-F238E27FC236}">
                      <a16:creationId xmlns:a16="http://schemas.microsoft.com/office/drawing/2014/main" id="{5368ECE4-3B74-487A-B276-2A17F2FCF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9" name="Line 41">
                  <a:extLst>
                    <a:ext uri="{FF2B5EF4-FFF2-40B4-BE49-F238E27FC236}">
                      <a16:creationId xmlns:a16="http://schemas.microsoft.com/office/drawing/2014/main" id="{3D4B4525-EFDC-4743-8EA4-06D36B9A91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0" name="Line 42">
                  <a:extLst>
                    <a:ext uri="{FF2B5EF4-FFF2-40B4-BE49-F238E27FC236}">
                      <a16:creationId xmlns:a16="http://schemas.microsoft.com/office/drawing/2014/main" id="{BECF5F27-571A-4E9D-97E0-096CA2BFBC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1" name="Line 43">
                  <a:extLst>
                    <a:ext uri="{FF2B5EF4-FFF2-40B4-BE49-F238E27FC236}">
                      <a16:creationId xmlns:a16="http://schemas.microsoft.com/office/drawing/2014/main" id="{A72426EE-C015-4C35-83D8-862D78DE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2" name="Line 44">
                  <a:extLst>
                    <a:ext uri="{FF2B5EF4-FFF2-40B4-BE49-F238E27FC236}">
                      <a16:creationId xmlns:a16="http://schemas.microsoft.com/office/drawing/2014/main" id="{EF0C7238-941A-48DE-8D56-AB063907E8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3" name="Line 45">
                  <a:extLst>
                    <a:ext uri="{FF2B5EF4-FFF2-40B4-BE49-F238E27FC236}">
                      <a16:creationId xmlns:a16="http://schemas.microsoft.com/office/drawing/2014/main" id="{C1989F04-2DEB-4BC0-B89E-15E4EEB8BC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4" name="Line 46">
                  <a:extLst>
                    <a:ext uri="{FF2B5EF4-FFF2-40B4-BE49-F238E27FC236}">
                      <a16:creationId xmlns:a16="http://schemas.microsoft.com/office/drawing/2014/main" id="{2B3EDC90-6C82-4E40-9AFF-FFEDC8EFB7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5" name="Line 47">
                  <a:extLst>
                    <a:ext uri="{FF2B5EF4-FFF2-40B4-BE49-F238E27FC236}">
                      <a16:creationId xmlns:a16="http://schemas.microsoft.com/office/drawing/2014/main" id="{E6CA1E84-D0AF-4079-BECC-CE68BE8A2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6" name="Line 48">
                  <a:extLst>
                    <a:ext uri="{FF2B5EF4-FFF2-40B4-BE49-F238E27FC236}">
                      <a16:creationId xmlns:a16="http://schemas.microsoft.com/office/drawing/2014/main" id="{4EA7BD47-304D-4843-943E-CC5998B812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7" name="Line 49">
                  <a:extLst>
                    <a:ext uri="{FF2B5EF4-FFF2-40B4-BE49-F238E27FC236}">
                      <a16:creationId xmlns:a16="http://schemas.microsoft.com/office/drawing/2014/main" id="{85C4128A-9EF2-4D3F-B1EE-C3BD592DD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8" name="Line 50">
                  <a:extLst>
                    <a:ext uri="{FF2B5EF4-FFF2-40B4-BE49-F238E27FC236}">
                      <a16:creationId xmlns:a16="http://schemas.microsoft.com/office/drawing/2014/main" id="{D221CB5A-DA70-42DD-9F51-00DF6B460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9" name="Line 51">
                  <a:extLst>
                    <a:ext uri="{FF2B5EF4-FFF2-40B4-BE49-F238E27FC236}">
                      <a16:creationId xmlns:a16="http://schemas.microsoft.com/office/drawing/2014/main" id="{97CECCA0-6900-4A4E-9186-4BA7A8CF11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0" name="Line 52">
                  <a:extLst>
                    <a:ext uri="{FF2B5EF4-FFF2-40B4-BE49-F238E27FC236}">
                      <a16:creationId xmlns:a16="http://schemas.microsoft.com/office/drawing/2014/main" id="{B5DBCA64-E178-42E5-9D82-145A932C5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1" name="Line 53">
                  <a:extLst>
                    <a:ext uri="{FF2B5EF4-FFF2-40B4-BE49-F238E27FC236}">
                      <a16:creationId xmlns:a16="http://schemas.microsoft.com/office/drawing/2014/main" id="{982407D2-857D-4ECE-BBF6-14A4720455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2" name="Line 54">
                  <a:extLst>
                    <a:ext uri="{FF2B5EF4-FFF2-40B4-BE49-F238E27FC236}">
                      <a16:creationId xmlns:a16="http://schemas.microsoft.com/office/drawing/2014/main" id="{B4B7CFA5-6F97-41F3-9B26-CFE0EDB90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3" name="Line 55">
                  <a:extLst>
                    <a:ext uri="{FF2B5EF4-FFF2-40B4-BE49-F238E27FC236}">
                      <a16:creationId xmlns:a16="http://schemas.microsoft.com/office/drawing/2014/main" id="{FD858B71-A77A-427E-9A72-D65AD7100C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4" name="Line 56">
                  <a:extLst>
                    <a:ext uri="{FF2B5EF4-FFF2-40B4-BE49-F238E27FC236}">
                      <a16:creationId xmlns:a16="http://schemas.microsoft.com/office/drawing/2014/main" id="{EEB04B9D-AB35-40A9-AE6C-91FC032FAE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225" name="Rectangle 57">
              <a:extLst>
                <a:ext uri="{FF2B5EF4-FFF2-40B4-BE49-F238E27FC236}">
                  <a16:creationId xmlns:a16="http://schemas.microsoft.com/office/drawing/2014/main" id="{9F00A54E-58FC-4FBA-8530-0EAB9620C23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Line 58">
              <a:extLst>
                <a:ext uri="{FF2B5EF4-FFF2-40B4-BE49-F238E27FC236}">
                  <a16:creationId xmlns:a16="http://schemas.microsoft.com/office/drawing/2014/main" id="{850279F9-93A6-4DE0-8391-3F237401C627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27" name="Group 59">
              <a:extLst>
                <a:ext uri="{FF2B5EF4-FFF2-40B4-BE49-F238E27FC236}">
                  <a16:creationId xmlns:a16="http://schemas.microsoft.com/office/drawing/2014/main" id="{686E147B-5BDE-438E-9EB3-926170E87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7228" name="Line 60">
                <a:extLst>
                  <a:ext uri="{FF2B5EF4-FFF2-40B4-BE49-F238E27FC236}">
                    <a16:creationId xmlns:a16="http://schemas.microsoft.com/office/drawing/2014/main" id="{E4F3EF15-7D68-4C36-9E54-835C9449FE6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9" name="Line 61">
                <a:extLst>
                  <a:ext uri="{FF2B5EF4-FFF2-40B4-BE49-F238E27FC236}">
                    <a16:creationId xmlns:a16="http://schemas.microsoft.com/office/drawing/2014/main" id="{F24C0EA1-F1D7-48AB-B2C0-276C68D0C57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0" name="Arc 62">
                <a:extLst>
                  <a:ext uri="{FF2B5EF4-FFF2-40B4-BE49-F238E27FC236}">
                    <a16:creationId xmlns:a16="http://schemas.microsoft.com/office/drawing/2014/main" id="{A010300B-3F2C-42A8-A137-246F37FAAF96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231" name="Rectangle 63">
            <a:extLst>
              <a:ext uri="{FF2B5EF4-FFF2-40B4-BE49-F238E27FC236}">
                <a16:creationId xmlns:a16="http://schemas.microsoft.com/office/drawing/2014/main" id="{CAA653D8-0664-40F3-9681-B2F11A044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232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EDBC763-031D-40EC-8EF6-058136173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233" name="Rectangle 65">
            <a:extLst>
              <a:ext uri="{FF2B5EF4-FFF2-40B4-BE49-F238E27FC236}">
                <a16:creationId xmlns:a16="http://schemas.microsoft.com/office/drawing/2014/main" id="{6C19EF2A-9EDE-441D-94F7-C539263735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7234" name="Rectangle 66">
            <a:extLst>
              <a:ext uri="{FF2B5EF4-FFF2-40B4-BE49-F238E27FC236}">
                <a16:creationId xmlns:a16="http://schemas.microsoft.com/office/drawing/2014/main" id="{6BC41285-A05F-4906-AE3E-F7059C1424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CSE 326 Autumn 2001				</a:t>
            </a:r>
            <a:fld id="{653F5F63-C231-497C-A746-6FD12E1CF2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235" name="Rectangle 67">
            <a:extLst>
              <a:ext uri="{FF2B5EF4-FFF2-40B4-BE49-F238E27FC236}">
                <a16:creationId xmlns:a16="http://schemas.microsoft.com/office/drawing/2014/main" id="{746AFAEE-FC89-428F-99C6-AD1EE0B03E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248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240A8EC9-A8A0-4C9A-B48F-91A887104F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Char char="o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6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8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DF6FC9CC-1F3E-4A53-A34E-E46835FAD6D6}"/>
              </a:ext>
            </a:extLst>
          </p:cNvPr>
          <p:cNvSpPr txBox="1">
            <a:spLocks/>
          </p:cNvSpPr>
          <p:nvPr/>
        </p:nvSpPr>
        <p:spPr>
          <a:xfrm>
            <a:off x="1653921" y="1981200"/>
            <a:ext cx="5836158" cy="72833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sz="4500" cap="all" dirty="0">
                <a:ln/>
                <a:solidFill>
                  <a:srgbClr val="0070C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AVL TREE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436602-B6BE-49FC-A3AD-83A7F970A803}"/>
              </a:ext>
            </a:extLst>
          </p:cNvPr>
          <p:cNvSpPr txBox="1">
            <a:spLocks/>
          </p:cNvSpPr>
          <p:nvPr/>
        </p:nvSpPr>
        <p:spPr>
          <a:xfrm>
            <a:off x="1979743" y="3429000"/>
            <a:ext cx="5184514" cy="187805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defRPr/>
            </a:pPr>
            <a:r>
              <a:rPr lang="en-US" sz="3225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cs typeface="Times New Roman" panose="02020603050405020304" pitchFamily="18" charset="0"/>
              </a:rPr>
              <a:t>Presented By</a:t>
            </a:r>
          </a:p>
          <a:p>
            <a:pPr algn="ctr">
              <a:spcBef>
                <a:spcPts val="0"/>
              </a:spcBef>
              <a:defRPr/>
            </a:pPr>
            <a:endParaRPr lang="en-US" sz="3225" b="1" cap="all" dirty="0">
              <a:ln/>
              <a:solidFill>
                <a:schemeClr val="tx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defRPr/>
            </a:pPr>
            <a:r>
              <a:rPr lang="en-US" sz="3225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cs typeface="Times New Roman" panose="02020603050405020304" pitchFamily="18" charset="0"/>
              </a:rPr>
              <a:t>RAKIB AL HASAN</a:t>
            </a:r>
          </a:p>
          <a:p>
            <a:pPr algn="ctr">
              <a:spcBef>
                <a:spcPts val="0"/>
              </a:spcBef>
              <a:defRPr/>
            </a:pPr>
            <a:endParaRPr lang="en-US" sz="3225" b="1" cap="all" dirty="0">
              <a:ln/>
              <a:solidFill>
                <a:schemeClr val="tx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defRPr/>
            </a:pPr>
            <a:r>
              <a:rPr lang="en-US" sz="3225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cs typeface="Times New Roman" panose="02020603050405020304" pitchFamily="18" charset="0"/>
              </a:rPr>
              <a:t>id:2024-1-60-143</a:t>
            </a:r>
          </a:p>
          <a:p>
            <a:endParaRPr lang="en-US" sz="1350" dirty="0">
              <a:solidFill>
                <a:srgbClr val="1B68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063C9A-1E8D-4D8C-996F-4168BFD3D41A}"/>
              </a:ext>
            </a:extLst>
          </p:cNvPr>
          <p:cNvSpPr txBox="1"/>
          <p:nvPr/>
        </p:nvSpPr>
        <p:spPr>
          <a:xfrm>
            <a:off x="1219200" y="1679156"/>
            <a:ext cx="7010400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30EFA-4E46-4FA9-9CCD-B4D56C6E6568}"/>
              </a:ext>
            </a:extLst>
          </p:cNvPr>
          <p:cNvSpPr txBox="1"/>
          <p:nvPr/>
        </p:nvSpPr>
        <p:spPr>
          <a:xfrm>
            <a:off x="1219200" y="2512114"/>
            <a:ext cx="6934200" cy="58477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CHARACTERISTICS of AVL TREE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8EF28-A529-4A2E-8662-4FFDA8F67A82}"/>
              </a:ext>
            </a:extLst>
          </p:cNvPr>
          <p:cNvSpPr txBox="1"/>
          <p:nvPr/>
        </p:nvSpPr>
        <p:spPr>
          <a:xfrm>
            <a:off x="1219200" y="3384472"/>
            <a:ext cx="6934200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ABOUT AVL TREE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D78CE-08C7-4642-90CE-4A97AD927645}"/>
              </a:ext>
            </a:extLst>
          </p:cNvPr>
          <p:cNvSpPr txBox="1"/>
          <p:nvPr/>
        </p:nvSpPr>
        <p:spPr>
          <a:xfrm>
            <a:off x="1219200" y="4256830"/>
            <a:ext cx="6934200" cy="58477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PROS and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40825-860C-4846-8659-55F70EC62F8F}"/>
              </a:ext>
            </a:extLst>
          </p:cNvPr>
          <p:cNvSpPr txBox="1"/>
          <p:nvPr/>
        </p:nvSpPr>
        <p:spPr>
          <a:xfrm>
            <a:off x="1219201" y="5050388"/>
            <a:ext cx="6934200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8E7B6A-B60D-4903-BA01-299DC80E219F}"/>
              </a:ext>
            </a:extLst>
          </p:cNvPr>
          <p:cNvSpPr/>
          <p:nvPr/>
        </p:nvSpPr>
        <p:spPr>
          <a:xfrm>
            <a:off x="1181100" y="507643"/>
            <a:ext cx="7010400" cy="9233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TABLE of CONTENT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F329F09-DA18-4F22-92B1-C0AA06752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91" y="1030462"/>
            <a:ext cx="8945218" cy="5827538"/>
          </a:xfrm>
        </p:spPr>
        <p:txBody>
          <a:bodyPr>
            <a:no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AVL tree: a binary search tree that uses modified add and remove operations to stay balanced as its elements change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of several kinds of auto-balancing trees (others in book)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invented in 1962 by two Russian mathematicians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delson-</a:t>
            </a:r>
            <a:r>
              <a:rPr lang="en-US" alt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elskii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andis)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A-V &amp; L proved that an AVL tree's height is always O(log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/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basic idea: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When nodes are added to / removed from the tree,</a:t>
            </a:r>
            <a:b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tree becomes unbalanced, repair the tree until balance is restored.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rebalancing operations are relatively efficient (O(1))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overall tree maintains a balanced O(log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height, fast to add/search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89067-F3DB-40D0-865B-4E5525EDB20D}"/>
              </a:ext>
            </a:extLst>
          </p:cNvPr>
          <p:cNvSpPr/>
          <p:nvPr/>
        </p:nvSpPr>
        <p:spPr>
          <a:xfrm>
            <a:off x="1066800" y="228600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AVL TREE DEFINITION 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5D0476B-83FA-4790-8A08-D21701F70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2743200"/>
          </a:xfrm>
        </p:spPr>
        <p:txBody>
          <a:bodyPr/>
          <a:lstStyle/>
          <a:p>
            <a:pPr marL="0" indent="3175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 == height(left subtree) - height(right subtree)</a:t>
            </a:r>
          </a:p>
          <a:p>
            <a:pPr marL="746125" lvl="1">
              <a:buClr>
                <a:schemeClr val="tx1"/>
              </a:buClr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zero everywhere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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perfectly balanced</a:t>
            </a:r>
          </a:p>
          <a:p>
            <a:pPr marL="746125" lvl="1">
              <a:buClr>
                <a:schemeClr val="tx1"/>
              </a:buClr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small everywhere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balanced enough</a:t>
            </a:r>
          </a:p>
          <a:p>
            <a:pPr marL="0" indent="3175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175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 between -1 and 1 everywhere </a:t>
            </a:r>
          </a:p>
          <a:p>
            <a:pPr marL="0" indent="3175" eaLnBrk="0" hangingPunct="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maximum height of ~1.44 log n</a:t>
            </a:r>
          </a:p>
          <a:p>
            <a:pPr lvl="2" eaLnBrk="0" hangingPunct="0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6125" lvl="1">
              <a:buClr>
                <a:schemeClr val="tx1"/>
              </a:buClr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2068" name="Oval 4">
            <a:extLst>
              <a:ext uri="{FF2B5EF4-FFF2-40B4-BE49-F238E27FC236}">
                <a16:creationId xmlns:a16="http://schemas.microsoft.com/office/drawing/2014/main" id="{5C798115-18B8-47FE-891C-D2BBD69C84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26670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72069" name="AutoShape 5">
            <a:extLst>
              <a:ext uri="{FF2B5EF4-FFF2-40B4-BE49-F238E27FC236}">
                <a16:creationId xmlns:a16="http://schemas.microsoft.com/office/drawing/2014/main" id="{18756D2B-DEF7-4F92-B8C7-DC89E52C47FE}"/>
              </a:ext>
            </a:extLst>
          </p:cNvPr>
          <p:cNvCxnSpPr>
            <a:cxnSpLocks noChangeShapeType="1"/>
            <a:stCxn id="472068" idx="3"/>
            <a:endCxn id="472071" idx="0"/>
          </p:cNvCxnSpPr>
          <p:nvPr/>
        </p:nvCxnSpPr>
        <p:spPr bwMode="auto">
          <a:xfrm flipH="1">
            <a:off x="6858000" y="3076575"/>
            <a:ext cx="523875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2070" name="AutoShape 6">
            <a:extLst>
              <a:ext uri="{FF2B5EF4-FFF2-40B4-BE49-F238E27FC236}">
                <a16:creationId xmlns:a16="http://schemas.microsoft.com/office/drawing/2014/main" id="{0D43A854-E4F5-4AFE-AA4C-550F1FA4D353}"/>
              </a:ext>
            </a:extLst>
          </p:cNvPr>
          <p:cNvCxnSpPr>
            <a:cxnSpLocks noChangeShapeType="1"/>
            <a:stCxn id="472068" idx="5"/>
            <a:endCxn id="472072" idx="0"/>
          </p:cNvCxnSpPr>
          <p:nvPr/>
        </p:nvCxnSpPr>
        <p:spPr bwMode="auto">
          <a:xfrm>
            <a:off x="7705725" y="3076575"/>
            <a:ext cx="523875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2071" name="AutoShape 7">
            <a:extLst>
              <a:ext uri="{FF2B5EF4-FFF2-40B4-BE49-F238E27FC236}">
                <a16:creationId xmlns:a16="http://schemas.microsoft.com/office/drawing/2014/main" id="{AF99AA36-50D9-4B40-B1A9-A9B5B504A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762375"/>
            <a:ext cx="1143000" cy="8382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2072" name="AutoShape 8">
            <a:extLst>
              <a:ext uri="{FF2B5EF4-FFF2-40B4-BE49-F238E27FC236}">
                <a16:creationId xmlns:a16="http://schemas.microsoft.com/office/drawing/2014/main" id="{9E5282A6-98CD-45FE-8180-A5FBF3CB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100" y="3762375"/>
            <a:ext cx="1143000" cy="1295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4C061B-B623-44FE-A730-D044B18234F9}"/>
              </a:ext>
            </a:extLst>
          </p:cNvPr>
          <p:cNvSpPr/>
          <p:nvPr/>
        </p:nvSpPr>
        <p:spPr>
          <a:xfrm>
            <a:off x="1181100" y="507643"/>
            <a:ext cx="7010400" cy="9233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BALANCE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72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7" grpId="0" build="p"/>
      <p:bldP spid="472068" grpId="0" animBg="1"/>
      <p:bldP spid="472071" grpId="0" animBg="1"/>
      <p:bldP spid="4720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5" name="Oval 3">
            <a:extLst>
              <a:ext uri="{FF2B5EF4-FFF2-40B4-BE49-F238E27FC236}">
                <a16:creationId xmlns:a16="http://schemas.microsoft.com/office/drawing/2014/main" id="{7C5DC154-2ABC-4B05-ACD3-A2051FA3E2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74116" name="Oval 4">
            <a:extLst>
              <a:ext uri="{FF2B5EF4-FFF2-40B4-BE49-F238E27FC236}">
                <a16:creationId xmlns:a16="http://schemas.microsoft.com/office/drawing/2014/main" id="{4F78F3F2-D38E-48B1-978C-D79338DB07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05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74117" name="Oval 5">
            <a:extLst>
              <a:ext uri="{FF2B5EF4-FFF2-40B4-BE49-F238E27FC236}">
                <a16:creationId xmlns:a16="http://schemas.microsoft.com/office/drawing/2014/main" id="{35A04A74-700D-49C2-9BC5-04D684A00A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37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74118" name="Oval 6">
            <a:extLst>
              <a:ext uri="{FF2B5EF4-FFF2-40B4-BE49-F238E27FC236}">
                <a16:creationId xmlns:a16="http://schemas.microsoft.com/office/drawing/2014/main" id="{D2862777-5F7C-41AE-B152-C4F82EE415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769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74119" name="Oval 7">
            <a:extLst>
              <a:ext uri="{FF2B5EF4-FFF2-40B4-BE49-F238E27FC236}">
                <a16:creationId xmlns:a16="http://schemas.microsoft.com/office/drawing/2014/main" id="{53E7CD5C-3F8B-4A5E-BB0C-E228C97544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01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4120" name="Oval 8">
            <a:extLst>
              <a:ext uri="{FF2B5EF4-FFF2-40B4-BE49-F238E27FC236}">
                <a16:creationId xmlns:a16="http://schemas.microsoft.com/office/drawing/2014/main" id="{66B0F625-8932-4A91-88E6-1FB902EA8F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71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474121" name="Oval 9">
            <a:extLst>
              <a:ext uri="{FF2B5EF4-FFF2-40B4-BE49-F238E27FC236}">
                <a16:creationId xmlns:a16="http://schemas.microsoft.com/office/drawing/2014/main" id="{B034C239-1610-482A-8FA9-9C659512D8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35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4122" name="Oval 10">
            <a:extLst>
              <a:ext uri="{FF2B5EF4-FFF2-40B4-BE49-F238E27FC236}">
                <a16:creationId xmlns:a16="http://schemas.microsoft.com/office/drawing/2014/main" id="{D06E6533-E5B4-4021-998A-3A1C8D1CDB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cxnSp>
        <p:nvCxnSpPr>
          <p:cNvPr id="474123" name="AutoShape 11">
            <a:extLst>
              <a:ext uri="{FF2B5EF4-FFF2-40B4-BE49-F238E27FC236}">
                <a16:creationId xmlns:a16="http://schemas.microsoft.com/office/drawing/2014/main" id="{D299B836-98F2-4927-8F15-8F137E976433}"/>
              </a:ext>
            </a:extLst>
          </p:cNvPr>
          <p:cNvCxnSpPr>
            <a:cxnSpLocks noChangeShapeType="1"/>
            <a:stCxn id="474122" idx="3"/>
            <a:endCxn id="474121" idx="0"/>
          </p:cNvCxnSpPr>
          <p:nvPr/>
        </p:nvCxnSpPr>
        <p:spPr bwMode="auto">
          <a:xfrm flipH="1">
            <a:off x="53340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4" name="AutoShape 12">
            <a:extLst>
              <a:ext uri="{FF2B5EF4-FFF2-40B4-BE49-F238E27FC236}">
                <a16:creationId xmlns:a16="http://schemas.microsoft.com/office/drawing/2014/main" id="{6219950D-357A-4716-A25B-BA0FE4B258E9}"/>
              </a:ext>
            </a:extLst>
          </p:cNvPr>
          <p:cNvCxnSpPr>
            <a:cxnSpLocks noChangeShapeType="1"/>
            <a:stCxn id="474122" idx="5"/>
            <a:endCxn id="474120" idx="0"/>
          </p:cNvCxnSpPr>
          <p:nvPr/>
        </p:nvCxnSpPr>
        <p:spPr bwMode="auto">
          <a:xfrm>
            <a:off x="65357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5" name="AutoShape 13">
            <a:extLst>
              <a:ext uri="{FF2B5EF4-FFF2-40B4-BE49-F238E27FC236}">
                <a16:creationId xmlns:a16="http://schemas.microsoft.com/office/drawing/2014/main" id="{5EF35349-18E2-4159-8AD5-5B835350182D}"/>
              </a:ext>
            </a:extLst>
          </p:cNvPr>
          <p:cNvCxnSpPr>
            <a:cxnSpLocks noChangeShapeType="1"/>
            <a:stCxn id="474120" idx="3"/>
            <a:endCxn id="474117" idx="0"/>
          </p:cNvCxnSpPr>
          <p:nvPr/>
        </p:nvCxnSpPr>
        <p:spPr bwMode="auto">
          <a:xfrm flipH="1">
            <a:off x="69342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6" name="AutoShape 14">
            <a:extLst>
              <a:ext uri="{FF2B5EF4-FFF2-40B4-BE49-F238E27FC236}">
                <a16:creationId xmlns:a16="http://schemas.microsoft.com/office/drawing/2014/main" id="{381B2287-BFE8-40DF-A7A2-A8B57D8DF699}"/>
              </a:ext>
            </a:extLst>
          </p:cNvPr>
          <p:cNvCxnSpPr>
            <a:cxnSpLocks noChangeShapeType="1"/>
            <a:stCxn id="474120" idx="5"/>
            <a:endCxn id="474116" idx="0"/>
          </p:cNvCxnSpPr>
          <p:nvPr/>
        </p:nvCxnSpPr>
        <p:spPr bwMode="auto">
          <a:xfrm>
            <a:off x="76025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7" name="AutoShape 15">
            <a:extLst>
              <a:ext uri="{FF2B5EF4-FFF2-40B4-BE49-F238E27FC236}">
                <a16:creationId xmlns:a16="http://schemas.microsoft.com/office/drawing/2014/main" id="{844C3C96-9C6C-4361-87EA-1668096E5527}"/>
              </a:ext>
            </a:extLst>
          </p:cNvPr>
          <p:cNvCxnSpPr>
            <a:cxnSpLocks noChangeShapeType="1"/>
            <a:stCxn id="474121" idx="3"/>
            <a:endCxn id="474119" idx="0"/>
          </p:cNvCxnSpPr>
          <p:nvPr/>
        </p:nvCxnSpPr>
        <p:spPr bwMode="auto">
          <a:xfrm flipH="1">
            <a:off x="48006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8" name="AutoShape 16">
            <a:extLst>
              <a:ext uri="{FF2B5EF4-FFF2-40B4-BE49-F238E27FC236}">
                <a16:creationId xmlns:a16="http://schemas.microsoft.com/office/drawing/2014/main" id="{F533449F-978D-4F55-AFDB-230EC0A9CE1D}"/>
              </a:ext>
            </a:extLst>
          </p:cNvPr>
          <p:cNvCxnSpPr>
            <a:cxnSpLocks noChangeShapeType="1"/>
            <a:stCxn id="474121" idx="5"/>
            <a:endCxn id="474118" idx="0"/>
          </p:cNvCxnSpPr>
          <p:nvPr/>
        </p:nvCxnSpPr>
        <p:spPr bwMode="auto">
          <a:xfrm>
            <a:off x="54689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9" name="AutoShape 17">
            <a:extLst>
              <a:ext uri="{FF2B5EF4-FFF2-40B4-BE49-F238E27FC236}">
                <a16:creationId xmlns:a16="http://schemas.microsoft.com/office/drawing/2014/main" id="{9F8BA210-18F6-4AD3-957A-FB287AA15AF2}"/>
              </a:ext>
            </a:extLst>
          </p:cNvPr>
          <p:cNvCxnSpPr>
            <a:cxnSpLocks noChangeShapeType="1"/>
            <a:stCxn id="474119" idx="5"/>
            <a:endCxn id="474115" idx="0"/>
          </p:cNvCxnSpPr>
          <p:nvPr/>
        </p:nvCxnSpPr>
        <p:spPr bwMode="auto">
          <a:xfrm>
            <a:off x="49355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4130" name="Oval 18">
            <a:extLst>
              <a:ext uri="{FF2B5EF4-FFF2-40B4-BE49-F238E27FC236}">
                <a16:creationId xmlns:a16="http://schemas.microsoft.com/office/drawing/2014/main" id="{7BD545C7-7B15-4F05-8EDB-4FF0EB2D96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74131" name="Oval 19">
            <a:extLst>
              <a:ext uri="{FF2B5EF4-FFF2-40B4-BE49-F238E27FC236}">
                <a16:creationId xmlns:a16="http://schemas.microsoft.com/office/drawing/2014/main" id="{288BF580-6B67-4DDF-AB62-79C7CC98BA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474132" name="Oval 20">
            <a:extLst>
              <a:ext uri="{FF2B5EF4-FFF2-40B4-BE49-F238E27FC236}">
                <a16:creationId xmlns:a16="http://schemas.microsoft.com/office/drawing/2014/main" id="{BC64D99D-CAC1-4A7E-BCC6-AC47A607A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</a:p>
        </p:txBody>
      </p:sp>
      <p:cxnSp>
        <p:nvCxnSpPr>
          <p:cNvPr id="474133" name="AutoShape 21">
            <a:extLst>
              <a:ext uri="{FF2B5EF4-FFF2-40B4-BE49-F238E27FC236}">
                <a16:creationId xmlns:a16="http://schemas.microsoft.com/office/drawing/2014/main" id="{44D0EAA9-52A9-4A61-8A83-E28ADB77F0B6}"/>
              </a:ext>
            </a:extLst>
          </p:cNvPr>
          <p:cNvCxnSpPr>
            <a:cxnSpLocks noChangeShapeType="1"/>
            <a:stCxn id="474118" idx="5"/>
            <a:endCxn id="474132" idx="0"/>
          </p:cNvCxnSpPr>
          <p:nvPr/>
        </p:nvCxnSpPr>
        <p:spPr bwMode="auto">
          <a:xfrm>
            <a:off x="60023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4134" name="Oval 22">
            <a:extLst>
              <a:ext uri="{FF2B5EF4-FFF2-40B4-BE49-F238E27FC236}">
                <a16:creationId xmlns:a16="http://schemas.microsoft.com/office/drawing/2014/main" id="{7C124695-1BE4-42EA-AF8F-717B908868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cxnSp>
        <p:nvCxnSpPr>
          <p:cNvPr id="474135" name="AutoShape 23">
            <a:extLst>
              <a:ext uri="{FF2B5EF4-FFF2-40B4-BE49-F238E27FC236}">
                <a16:creationId xmlns:a16="http://schemas.microsoft.com/office/drawing/2014/main" id="{36C1E240-28B6-4181-9D07-83D26489B5E8}"/>
              </a:ext>
            </a:extLst>
          </p:cNvPr>
          <p:cNvCxnSpPr>
            <a:cxnSpLocks noChangeShapeType="1"/>
            <a:stCxn id="474117" idx="3"/>
            <a:endCxn id="474134" idx="0"/>
          </p:cNvCxnSpPr>
          <p:nvPr/>
        </p:nvCxnSpPr>
        <p:spPr bwMode="auto">
          <a:xfrm flipH="1">
            <a:off x="6667500" y="42560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36" name="AutoShape 24">
            <a:extLst>
              <a:ext uri="{FF2B5EF4-FFF2-40B4-BE49-F238E27FC236}">
                <a16:creationId xmlns:a16="http://schemas.microsoft.com/office/drawing/2014/main" id="{15716E5A-8FDC-4CF9-BC50-B347599CECA5}"/>
              </a:ext>
            </a:extLst>
          </p:cNvPr>
          <p:cNvCxnSpPr>
            <a:cxnSpLocks noChangeShapeType="1"/>
            <a:stCxn id="474116" idx="3"/>
            <a:endCxn id="474131" idx="0"/>
          </p:cNvCxnSpPr>
          <p:nvPr/>
        </p:nvCxnSpPr>
        <p:spPr bwMode="auto">
          <a:xfrm flipH="1">
            <a:off x="76581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37" name="AutoShape 25">
            <a:extLst>
              <a:ext uri="{FF2B5EF4-FFF2-40B4-BE49-F238E27FC236}">
                <a16:creationId xmlns:a16="http://schemas.microsoft.com/office/drawing/2014/main" id="{88567170-98B2-434D-B581-EF0CC7795764}"/>
              </a:ext>
            </a:extLst>
          </p:cNvPr>
          <p:cNvCxnSpPr>
            <a:cxnSpLocks noChangeShapeType="1"/>
            <a:stCxn id="474116" idx="5"/>
            <a:endCxn id="474130" idx="0"/>
          </p:cNvCxnSpPr>
          <p:nvPr/>
        </p:nvCxnSpPr>
        <p:spPr bwMode="auto">
          <a:xfrm>
            <a:off x="81359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4138" name="Rectangle 2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93D8C36-8FC8-4D61-B3BD-38EDF63743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12726"/>
            <a:ext cx="4191000" cy="4114800"/>
          </a:xfrm>
        </p:spPr>
        <p:txBody>
          <a:bodyPr/>
          <a:lstStyle/>
          <a:p>
            <a:pPr marL="0" indent="3175">
              <a:buFont typeface="Wingdings" panose="05000000000000000000" pitchFamily="2" charset="2"/>
              <a:buNone/>
            </a:pPr>
            <a:r>
              <a:rPr lang="en-US" altLang="en-US" sz="2400" dirty="0"/>
              <a:t>Binary search tree properties</a:t>
            </a:r>
          </a:p>
          <a:p>
            <a:pPr marL="746125" lvl="1"/>
            <a:r>
              <a:rPr lang="en-US" altLang="en-US" sz="2000" dirty="0"/>
              <a:t>binary tree property</a:t>
            </a:r>
          </a:p>
          <a:p>
            <a:pPr marL="746125" lvl="1"/>
            <a:r>
              <a:rPr lang="en-US" altLang="en-US" sz="2000" dirty="0"/>
              <a:t>search tree property</a:t>
            </a:r>
          </a:p>
          <a:p>
            <a:pPr marL="0" indent="3175">
              <a:buFont typeface="Wingdings" panose="05000000000000000000" pitchFamily="2" charset="2"/>
              <a:buNone/>
            </a:pPr>
            <a:r>
              <a:rPr lang="en-US" altLang="en-US" sz="2400" dirty="0"/>
              <a:t>Balance property</a:t>
            </a:r>
          </a:p>
          <a:p>
            <a:pPr marL="746125" lvl="1"/>
            <a:r>
              <a:rPr lang="en-US" altLang="en-US" sz="2000" dirty="0"/>
              <a:t>balance of every node is:</a:t>
            </a:r>
          </a:p>
          <a:p>
            <a:pPr marL="746125" lvl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dirty="0"/>
              <a:t>		</a:t>
            </a:r>
            <a:r>
              <a:rPr lang="en-US" altLang="en-US" sz="2000" b="1" dirty="0">
                <a:latin typeface="Courier New" panose="02070309020205020404" pitchFamily="49" charset="0"/>
              </a:rPr>
              <a:t>-1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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i="1" dirty="0">
                <a:latin typeface="Courier New" panose="02070309020205020404" pitchFamily="49" charset="0"/>
              </a:rPr>
              <a:t>b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sz="2000" b="1" dirty="0">
                <a:latin typeface="Courier New" panose="02070309020205020404" pitchFamily="49" charset="0"/>
              </a:rPr>
              <a:t> 1</a:t>
            </a:r>
          </a:p>
          <a:p>
            <a:pPr marL="746125" lvl="1"/>
            <a:r>
              <a:rPr lang="en-US" altLang="en-US" sz="2000" dirty="0"/>
              <a:t>result:</a:t>
            </a:r>
          </a:p>
          <a:p>
            <a:pPr lvl="2"/>
            <a:r>
              <a:rPr lang="en-US" altLang="en-US" sz="2000" dirty="0"/>
              <a:t>depth is 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(log n) 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sp>
        <p:nvSpPr>
          <p:cNvPr id="474139" name="Oval 27">
            <a:extLst>
              <a:ext uri="{FF2B5EF4-FFF2-40B4-BE49-F238E27FC236}">
                <a16:creationId xmlns:a16="http://schemas.microsoft.com/office/drawing/2014/main" id="{B302333A-7895-4D91-90D2-A69E2766C0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058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74140" name="AutoShape 28">
            <a:extLst>
              <a:ext uri="{FF2B5EF4-FFF2-40B4-BE49-F238E27FC236}">
                <a16:creationId xmlns:a16="http://schemas.microsoft.com/office/drawing/2014/main" id="{94703D19-0147-44C1-A63B-D73CE267B221}"/>
              </a:ext>
            </a:extLst>
          </p:cNvPr>
          <p:cNvCxnSpPr>
            <a:cxnSpLocks noChangeShapeType="1"/>
            <a:stCxn id="474130" idx="5"/>
            <a:endCxn id="474139" idx="0"/>
          </p:cNvCxnSpPr>
          <p:nvPr/>
        </p:nvCxnSpPr>
        <p:spPr bwMode="auto">
          <a:xfrm>
            <a:off x="8402638" y="5145088"/>
            <a:ext cx="936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D16D85F-C167-4435-966D-1377DEE3F09C}"/>
              </a:ext>
            </a:extLst>
          </p:cNvPr>
          <p:cNvSpPr/>
          <p:nvPr/>
        </p:nvSpPr>
        <p:spPr>
          <a:xfrm>
            <a:off x="1066800" y="228600"/>
            <a:ext cx="7010400" cy="132343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AVL TREE DICTIONARY OF DATA STRUCTURES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4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74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74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74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74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74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4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74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74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74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74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74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474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7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7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474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74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74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74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474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474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474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474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74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74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474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74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74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74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74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74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5" grpId="0" animBg="1"/>
      <p:bldP spid="474116" grpId="0" animBg="1"/>
      <p:bldP spid="474117" grpId="0" animBg="1"/>
      <p:bldP spid="474118" grpId="0" animBg="1"/>
      <p:bldP spid="474119" grpId="0" animBg="1"/>
      <p:bldP spid="474120" grpId="0" animBg="1"/>
      <p:bldP spid="474121" grpId="0" animBg="1"/>
      <p:bldP spid="474122" grpId="0" animBg="1"/>
      <p:bldP spid="474130" grpId="0" animBg="1"/>
      <p:bldP spid="474131" grpId="0" animBg="1"/>
      <p:bldP spid="474132" grpId="0" animBg="1"/>
      <p:bldP spid="474134" grpId="0" animBg="1"/>
      <p:bldP spid="474138" grpId="0" build="p"/>
      <p:bldP spid="4741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162" name="AutoShape 2">
            <a:extLst>
              <a:ext uri="{FF2B5EF4-FFF2-40B4-BE49-F238E27FC236}">
                <a16:creationId xmlns:a16="http://schemas.microsoft.com/office/drawing/2014/main" id="{20EF4F40-3FD7-41BD-8A81-DD433CFA81EC}"/>
              </a:ext>
            </a:extLst>
          </p:cNvPr>
          <p:cNvCxnSpPr>
            <a:cxnSpLocks noChangeShapeType="1"/>
            <a:stCxn id="476170" idx="5"/>
            <a:endCxn id="476165" idx="0"/>
          </p:cNvCxnSpPr>
          <p:nvPr/>
        </p:nvCxnSpPr>
        <p:spPr bwMode="auto">
          <a:xfrm>
            <a:off x="4668838" y="2478088"/>
            <a:ext cx="8556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64" name="AutoShape 4">
            <a:extLst>
              <a:ext uri="{FF2B5EF4-FFF2-40B4-BE49-F238E27FC236}">
                <a16:creationId xmlns:a16="http://schemas.microsoft.com/office/drawing/2014/main" id="{1F342A5E-B346-4702-8D0C-25450862C457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5156200" y="990600"/>
            <a:ext cx="1371600" cy="2667000"/>
          </a:xfrm>
          <a:custGeom>
            <a:avLst/>
            <a:gdLst>
              <a:gd name="G0" fmla="+- 7575 0 0"/>
              <a:gd name="G1" fmla="+- 21600 0 7575"/>
              <a:gd name="G2" fmla="*/ 7575 1 2"/>
              <a:gd name="G3" fmla="+- 21600 0 G2"/>
              <a:gd name="G4" fmla="+/ 7575 21600 2"/>
              <a:gd name="G5" fmla="+/ G1 0 2"/>
              <a:gd name="G6" fmla="*/ 21600 21600 7575"/>
              <a:gd name="G7" fmla="*/ G6 1 2"/>
              <a:gd name="G8" fmla="+- 21600 0 G7"/>
              <a:gd name="G9" fmla="*/ 21600 1 2"/>
              <a:gd name="G10" fmla="+- 7575 0 G9"/>
              <a:gd name="G11" fmla="?: G10 G8 0"/>
              <a:gd name="G12" fmla="?: G10 G7 21600"/>
              <a:gd name="T0" fmla="*/ 17812 w 21600"/>
              <a:gd name="T1" fmla="*/ 10800 h 21600"/>
              <a:gd name="T2" fmla="*/ 10800 w 21600"/>
              <a:gd name="T3" fmla="*/ 21600 h 21600"/>
              <a:gd name="T4" fmla="*/ 3788 w 21600"/>
              <a:gd name="T5" fmla="*/ 10800 h 21600"/>
              <a:gd name="T6" fmla="*/ 10800 w 21600"/>
              <a:gd name="T7" fmla="*/ 0 h 21600"/>
              <a:gd name="T8" fmla="*/ 5588 w 21600"/>
              <a:gd name="T9" fmla="*/ 5588 h 21600"/>
              <a:gd name="T10" fmla="*/ 16012 w 21600"/>
              <a:gd name="T11" fmla="*/ 1601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575" y="21600"/>
                </a:lnTo>
                <a:lnTo>
                  <a:pt x="14025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8F8F8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65" name="Oval 5">
            <a:extLst>
              <a:ext uri="{FF2B5EF4-FFF2-40B4-BE49-F238E27FC236}">
                <a16:creationId xmlns:a16="http://schemas.microsoft.com/office/drawing/2014/main" id="{662AA832-E6B1-4F75-A622-B4FD05FB11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3048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76166" name="Oval 6">
            <a:extLst>
              <a:ext uri="{FF2B5EF4-FFF2-40B4-BE49-F238E27FC236}">
                <a16:creationId xmlns:a16="http://schemas.microsoft.com/office/drawing/2014/main" id="{9C95BFD0-01BD-494B-85AD-ECCD35A90C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76167" name="Oval 7">
            <a:extLst>
              <a:ext uri="{FF2B5EF4-FFF2-40B4-BE49-F238E27FC236}">
                <a16:creationId xmlns:a16="http://schemas.microsoft.com/office/drawing/2014/main" id="{27393D19-A72E-4409-AC0B-E7F27BB429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6168" name="Oval 8">
            <a:extLst>
              <a:ext uri="{FF2B5EF4-FFF2-40B4-BE49-F238E27FC236}">
                <a16:creationId xmlns:a16="http://schemas.microsoft.com/office/drawing/2014/main" id="{7D579A06-E9F9-4BD1-ABA1-5B77D2F2C8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886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76169" name="Oval 9">
            <a:extLst>
              <a:ext uri="{FF2B5EF4-FFF2-40B4-BE49-F238E27FC236}">
                <a16:creationId xmlns:a16="http://schemas.microsoft.com/office/drawing/2014/main" id="{0B1413A0-2557-4394-9DFD-9C216F65A7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6170" name="Oval 10">
            <a:extLst>
              <a:ext uri="{FF2B5EF4-FFF2-40B4-BE49-F238E27FC236}">
                <a16:creationId xmlns:a16="http://schemas.microsoft.com/office/drawing/2014/main" id="{84BDC7B4-630A-4DC2-B6AE-D28082C535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76171" name="AutoShape 11">
            <a:extLst>
              <a:ext uri="{FF2B5EF4-FFF2-40B4-BE49-F238E27FC236}">
                <a16:creationId xmlns:a16="http://schemas.microsoft.com/office/drawing/2014/main" id="{8C444EC6-E4E1-467B-92F9-05E9CAAC3E70}"/>
              </a:ext>
            </a:extLst>
          </p:cNvPr>
          <p:cNvCxnSpPr>
            <a:cxnSpLocks noChangeShapeType="1"/>
            <a:stCxn id="476170" idx="3"/>
            <a:endCxn id="476169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2" name="AutoShape 12">
            <a:extLst>
              <a:ext uri="{FF2B5EF4-FFF2-40B4-BE49-F238E27FC236}">
                <a16:creationId xmlns:a16="http://schemas.microsoft.com/office/drawing/2014/main" id="{A56BEE95-9E05-467E-B846-5455C7865E59}"/>
              </a:ext>
            </a:extLst>
          </p:cNvPr>
          <p:cNvCxnSpPr>
            <a:cxnSpLocks noChangeShapeType="1"/>
            <a:stCxn id="476165" idx="3"/>
            <a:endCxn id="476168" idx="0"/>
          </p:cNvCxnSpPr>
          <p:nvPr/>
        </p:nvCxnSpPr>
        <p:spPr bwMode="auto">
          <a:xfrm flipH="1">
            <a:off x="5067300" y="3392488"/>
            <a:ext cx="322263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3" name="AutoShape 13">
            <a:extLst>
              <a:ext uri="{FF2B5EF4-FFF2-40B4-BE49-F238E27FC236}">
                <a16:creationId xmlns:a16="http://schemas.microsoft.com/office/drawing/2014/main" id="{0575543D-925E-4D83-B449-0DB6093104D1}"/>
              </a:ext>
            </a:extLst>
          </p:cNvPr>
          <p:cNvCxnSpPr>
            <a:cxnSpLocks noChangeShapeType="1"/>
            <a:stCxn id="476169" idx="3"/>
            <a:endCxn id="476167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4" name="AutoShape 14">
            <a:extLst>
              <a:ext uri="{FF2B5EF4-FFF2-40B4-BE49-F238E27FC236}">
                <a16:creationId xmlns:a16="http://schemas.microsoft.com/office/drawing/2014/main" id="{7365A31D-1C8F-4E4E-A37A-041D6830AD06}"/>
              </a:ext>
            </a:extLst>
          </p:cNvPr>
          <p:cNvCxnSpPr>
            <a:cxnSpLocks noChangeShapeType="1"/>
            <a:stCxn id="476169" idx="5"/>
            <a:endCxn id="476166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75" name="Oval 15">
            <a:extLst>
              <a:ext uri="{FF2B5EF4-FFF2-40B4-BE49-F238E27FC236}">
                <a16:creationId xmlns:a16="http://schemas.microsoft.com/office/drawing/2014/main" id="{2CCA3366-88FB-48E3-90A2-E95EF6B40C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76176" name="Oval 16">
            <a:extLst>
              <a:ext uri="{FF2B5EF4-FFF2-40B4-BE49-F238E27FC236}">
                <a16:creationId xmlns:a16="http://schemas.microsoft.com/office/drawing/2014/main" id="{53BE858D-7501-42B1-820F-41A1BC31D0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1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76177" name="AutoShape 17">
            <a:extLst>
              <a:ext uri="{FF2B5EF4-FFF2-40B4-BE49-F238E27FC236}">
                <a16:creationId xmlns:a16="http://schemas.microsoft.com/office/drawing/2014/main" id="{2B10498F-C7B3-40AF-96B2-0EAED7247A9D}"/>
              </a:ext>
            </a:extLst>
          </p:cNvPr>
          <p:cNvCxnSpPr>
            <a:cxnSpLocks noChangeShapeType="1"/>
            <a:stCxn id="476175" idx="3"/>
            <a:endCxn id="476176" idx="0"/>
          </p:cNvCxnSpPr>
          <p:nvPr/>
        </p:nvCxnSpPr>
        <p:spPr bwMode="auto">
          <a:xfrm flipH="1">
            <a:off x="5372100" y="4230688"/>
            <a:ext cx="5508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8" name="AutoShape 18">
            <a:extLst>
              <a:ext uri="{FF2B5EF4-FFF2-40B4-BE49-F238E27FC236}">
                <a16:creationId xmlns:a16="http://schemas.microsoft.com/office/drawing/2014/main" id="{EC4CA78A-5E86-454E-8B5F-D83074FA21FC}"/>
              </a:ext>
            </a:extLst>
          </p:cNvPr>
          <p:cNvCxnSpPr>
            <a:cxnSpLocks noChangeShapeType="1"/>
            <a:stCxn id="476165" idx="5"/>
            <a:endCxn id="476175" idx="0"/>
          </p:cNvCxnSpPr>
          <p:nvPr/>
        </p:nvCxnSpPr>
        <p:spPr bwMode="auto">
          <a:xfrm>
            <a:off x="5659438" y="3392488"/>
            <a:ext cx="398462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79" name="Text Box 19">
            <a:extLst>
              <a:ext uri="{FF2B5EF4-FFF2-40B4-BE49-F238E27FC236}">
                <a16:creationId xmlns:a16="http://schemas.microsoft.com/office/drawing/2014/main" id="{5B74CD84-ABAE-4643-B035-C99B127F3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4450" y="3641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0" name="Text Box 20">
            <a:extLst>
              <a:ext uri="{FF2B5EF4-FFF2-40B4-BE49-F238E27FC236}">
                <a16:creationId xmlns:a16="http://schemas.microsoft.com/office/drawing/2014/main" id="{89E637FF-E153-4B16-B3CF-DD5F6CCEB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1" name="Text Box 21">
            <a:extLst>
              <a:ext uri="{FF2B5EF4-FFF2-40B4-BE49-F238E27FC236}">
                <a16:creationId xmlns:a16="http://schemas.microsoft.com/office/drawing/2014/main" id="{F5EF3D08-C7A0-4976-A2D6-AE48FBCFD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5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6182" name="Text Box 22">
            <a:extLst>
              <a:ext uri="{FF2B5EF4-FFF2-40B4-BE49-F238E27FC236}">
                <a16:creationId xmlns:a16="http://schemas.microsoft.com/office/drawing/2014/main" id="{922B2C76-5198-4227-BDCB-3F4186A69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3" name="Text Box 23">
            <a:extLst>
              <a:ext uri="{FF2B5EF4-FFF2-40B4-BE49-F238E27FC236}">
                <a16:creationId xmlns:a16="http://schemas.microsoft.com/office/drawing/2014/main" id="{E4EA1B5D-CA27-4817-90DA-477E331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4" name="Text Box 24">
            <a:extLst>
              <a:ext uri="{FF2B5EF4-FFF2-40B4-BE49-F238E27FC236}">
                <a16:creationId xmlns:a16="http://schemas.microsoft.com/office/drawing/2014/main" id="{DC070EB8-A97D-407D-B758-A55FFCB93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650" y="2743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6185" name="Text Box 25">
            <a:extLst>
              <a:ext uri="{FF2B5EF4-FFF2-40B4-BE49-F238E27FC236}">
                <a16:creationId xmlns:a16="http://schemas.microsoft.com/office/drawing/2014/main" id="{5D426239-5D9D-4E38-BD1D-D30D45169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2743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6186" name="Text Box 26">
            <a:extLst>
              <a:ext uri="{FF2B5EF4-FFF2-40B4-BE49-F238E27FC236}">
                <a16:creationId xmlns:a16="http://schemas.microsoft.com/office/drawing/2014/main" id="{9EDDF767-C12C-4634-BC60-8E1D26CB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8129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76187" name="Rectangle 27">
            <a:extLst>
              <a:ext uri="{FF2B5EF4-FFF2-40B4-BE49-F238E27FC236}">
                <a16:creationId xmlns:a16="http://schemas.microsoft.com/office/drawing/2014/main" id="{725BC74A-A9AB-45AD-A209-F43275EB8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1638300"/>
            <a:ext cx="9144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76188" name="Rectangle 28">
            <a:extLst>
              <a:ext uri="{FF2B5EF4-FFF2-40B4-BE49-F238E27FC236}">
                <a16:creationId xmlns:a16="http://schemas.microsoft.com/office/drawing/2014/main" id="{71C3BECE-28D3-4543-A648-5C7EAF3D7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095500"/>
            <a:ext cx="9144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76189" name="Rectangle 29">
            <a:extLst>
              <a:ext uri="{FF2B5EF4-FFF2-40B4-BE49-F238E27FC236}">
                <a16:creationId xmlns:a16="http://schemas.microsoft.com/office/drawing/2014/main" id="{A57C6C3A-F413-468C-A412-B2B76EABD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5527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0" name="Rectangle 30">
            <a:extLst>
              <a:ext uri="{FF2B5EF4-FFF2-40B4-BE49-F238E27FC236}">
                <a16:creationId xmlns:a16="http://schemas.microsoft.com/office/drawing/2014/main" id="{88883FDE-502F-4C25-B562-72299DAC7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25527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1" name="Line 31">
            <a:extLst>
              <a:ext uri="{FF2B5EF4-FFF2-40B4-BE49-F238E27FC236}">
                <a16:creationId xmlns:a16="http://schemas.microsoft.com/office/drawing/2014/main" id="{DF36A486-C7BB-470A-B5A8-1F3DF9EF13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2819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2" name="Line 32">
            <a:extLst>
              <a:ext uri="{FF2B5EF4-FFF2-40B4-BE49-F238E27FC236}">
                <a16:creationId xmlns:a16="http://schemas.microsoft.com/office/drawing/2014/main" id="{D4903093-6022-4A32-9975-ACFE8F6EB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6700" y="2819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3" name="Text Box 33">
            <a:extLst>
              <a:ext uri="{FF2B5EF4-FFF2-40B4-BE49-F238E27FC236}">
                <a16:creationId xmlns:a16="http://schemas.microsoft.com/office/drawing/2014/main" id="{64133BC3-2A63-48BE-AD54-03F8DA86D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1660525"/>
            <a:ext cx="606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476194" name="Text Box 34">
            <a:extLst>
              <a:ext uri="{FF2B5EF4-FFF2-40B4-BE49-F238E27FC236}">
                <a16:creationId xmlns:a16="http://schemas.microsoft.com/office/drawing/2014/main" id="{0E6D35CE-D80A-4792-A875-2B5887ABE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75" y="2117725"/>
            <a:ext cx="817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height</a:t>
            </a:r>
          </a:p>
        </p:txBody>
      </p:sp>
      <p:sp>
        <p:nvSpPr>
          <p:cNvPr id="476195" name="Text Box 35">
            <a:extLst>
              <a:ext uri="{FF2B5EF4-FFF2-40B4-BE49-F238E27FC236}">
                <a16:creationId xmlns:a16="http://schemas.microsoft.com/office/drawing/2014/main" id="{A52D27E7-9339-4515-B86B-CCCAB8211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574925"/>
            <a:ext cx="1014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children</a:t>
            </a:r>
          </a:p>
        </p:txBody>
      </p:sp>
      <p:sp>
        <p:nvSpPr>
          <p:cNvPr id="476196" name="Oval 36">
            <a:extLst>
              <a:ext uri="{FF2B5EF4-FFF2-40B4-BE49-F238E27FC236}">
                <a16:creationId xmlns:a16="http://schemas.microsoft.com/office/drawing/2014/main" id="{90EA4723-01EA-4E12-BC76-533423FF4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89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76197" name="AutoShape 37">
            <a:extLst>
              <a:ext uri="{FF2B5EF4-FFF2-40B4-BE49-F238E27FC236}">
                <a16:creationId xmlns:a16="http://schemas.microsoft.com/office/drawing/2014/main" id="{F58BE226-1CF5-418E-AD83-7847B7A1EA37}"/>
              </a:ext>
            </a:extLst>
          </p:cNvPr>
          <p:cNvCxnSpPr>
            <a:cxnSpLocks noChangeShapeType="1"/>
            <a:stCxn id="476175" idx="5"/>
            <a:endCxn id="476196" idx="0"/>
          </p:cNvCxnSpPr>
          <p:nvPr/>
        </p:nvCxnSpPr>
        <p:spPr bwMode="auto">
          <a:xfrm>
            <a:off x="6192838" y="4230688"/>
            <a:ext cx="436562" cy="561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98" name="Text Box 38">
            <a:extLst>
              <a:ext uri="{FF2B5EF4-FFF2-40B4-BE49-F238E27FC236}">
                <a16:creationId xmlns:a16="http://schemas.microsoft.com/office/drawing/2014/main" id="{11AAC488-6E97-468A-B1C0-C5AC350BF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0" y="45418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76D535-4042-4123-B4AE-EF0346488D2C}"/>
              </a:ext>
            </a:extLst>
          </p:cNvPr>
          <p:cNvSpPr/>
          <p:nvPr/>
        </p:nvSpPr>
        <p:spPr>
          <a:xfrm>
            <a:off x="1028700" y="417512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 AVL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6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76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6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6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76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76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76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76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6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76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76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76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76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76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76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76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6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76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76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6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76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6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76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76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6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6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76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6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76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76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6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76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76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76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76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76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76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76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6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76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76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76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76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76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76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76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76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76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76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76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7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7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76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76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76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76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76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76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animBg="1"/>
      <p:bldP spid="476165" grpId="0" animBg="1"/>
      <p:bldP spid="476166" grpId="0" animBg="1"/>
      <p:bldP spid="476167" grpId="0" animBg="1"/>
      <p:bldP spid="476168" grpId="0" animBg="1"/>
      <p:bldP spid="476169" grpId="0" animBg="1"/>
      <p:bldP spid="476170" grpId="0" animBg="1"/>
      <p:bldP spid="476175" grpId="0" animBg="1"/>
      <p:bldP spid="476176" grpId="0" animBg="1"/>
      <p:bldP spid="476179" grpId="0"/>
      <p:bldP spid="476180" grpId="0"/>
      <p:bldP spid="476181" grpId="0"/>
      <p:bldP spid="476182" grpId="0"/>
      <p:bldP spid="476183" grpId="0"/>
      <p:bldP spid="476184" grpId="0"/>
      <p:bldP spid="476185" grpId="0"/>
      <p:bldP spid="476186" grpId="0"/>
      <p:bldP spid="476187" grpId="0" animBg="1"/>
      <p:bldP spid="476188" grpId="0" animBg="1"/>
      <p:bldP spid="476189" grpId="0" animBg="1"/>
      <p:bldP spid="476190" grpId="0" animBg="1"/>
      <p:bldP spid="476191" grpId="0" animBg="1"/>
      <p:bldP spid="476192" grpId="0" animBg="1"/>
      <p:bldP spid="476193" grpId="0"/>
      <p:bldP spid="476194" grpId="0"/>
      <p:bldP spid="476195" grpId="0"/>
      <p:bldP spid="476196" grpId="0" animBg="1"/>
      <p:bldP spid="476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8210" name="AutoShape 2">
            <a:extLst>
              <a:ext uri="{FF2B5EF4-FFF2-40B4-BE49-F238E27FC236}">
                <a16:creationId xmlns:a16="http://schemas.microsoft.com/office/drawing/2014/main" id="{05D642DA-50D0-4FD2-BD9F-A28BABBC1485}"/>
              </a:ext>
            </a:extLst>
          </p:cNvPr>
          <p:cNvCxnSpPr>
            <a:cxnSpLocks noChangeShapeType="1"/>
            <a:stCxn id="478215" idx="5"/>
            <a:endCxn id="478212" idx="0"/>
          </p:cNvCxnSpPr>
          <p:nvPr/>
        </p:nvCxnSpPr>
        <p:spPr bwMode="auto">
          <a:xfrm>
            <a:off x="2306638" y="2401888"/>
            <a:ext cx="8556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E0523503-3FB8-4E3D-843F-B1EB83C89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344487"/>
            <a:ext cx="7772400" cy="914399"/>
          </a:xfr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NOT AVL TREE</a:t>
            </a:r>
          </a:p>
        </p:txBody>
      </p:sp>
      <p:sp>
        <p:nvSpPr>
          <p:cNvPr id="478212" name="Oval 4">
            <a:extLst>
              <a:ext uri="{FF2B5EF4-FFF2-40B4-BE49-F238E27FC236}">
                <a16:creationId xmlns:a16="http://schemas.microsoft.com/office/drawing/2014/main" id="{C3EC9D51-DBA2-4F8C-8648-F8624BFFEF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0" y="2971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78213" name="Oval 5">
            <a:extLst>
              <a:ext uri="{FF2B5EF4-FFF2-40B4-BE49-F238E27FC236}">
                <a16:creationId xmlns:a16="http://schemas.microsoft.com/office/drawing/2014/main" id="{A038AC69-F969-462E-A00B-08D4AFF6AA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3810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78214" name="Oval 6">
            <a:extLst>
              <a:ext uri="{FF2B5EF4-FFF2-40B4-BE49-F238E27FC236}">
                <a16:creationId xmlns:a16="http://schemas.microsoft.com/office/drawing/2014/main" id="{6A11F05F-1446-472B-8F86-EA2E50B6FD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" y="2946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8215" name="Oval 7">
            <a:extLst>
              <a:ext uri="{FF2B5EF4-FFF2-40B4-BE49-F238E27FC236}">
                <a16:creationId xmlns:a16="http://schemas.microsoft.com/office/drawing/2014/main" id="{66FEACAA-F3F6-4B75-AD6E-4B9498855E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200" y="20574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78216" name="AutoShape 8">
            <a:extLst>
              <a:ext uri="{FF2B5EF4-FFF2-40B4-BE49-F238E27FC236}">
                <a16:creationId xmlns:a16="http://schemas.microsoft.com/office/drawing/2014/main" id="{7D6055DF-7F23-421C-A6B1-047E5E332EE4}"/>
              </a:ext>
            </a:extLst>
          </p:cNvPr>
          <p:cNvCxnSpPr>
            <a:cxnSpLocks noChangeShapeType="1"/>
            <a:stCxn id="478215" idx="3"/>
            <a:endCxn id="478214" idx="0"/>
          </p:cNvCxnSpPr>
          <p:nvPr/>
        </p:nvCxnSpPr>
        <p:spPr bwMode="auto">
          <a:xfrm flipH="1">
            <a:off x="1104900" y="24018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8217" name="AutoShape 9">
            <a:extLst>
              <a:ext uri="{FF2B5EF4-FFF2-40B4-BE49-F238E27FC236}">
                <a16:creationId xmlns:a16="http://schemas.microsoft.com/office/drawing/2014/main" id="{C3DC2B1E-A055-4E14-9CB5-A1AEF7D80752}"/>
              </a:ext>
            </a:extLst>
          </p:cNvPr>
          <p:cNvCxnSpPr>
            <a:cxnSpLocks noChangeShapeType="1"/>
            <a:stCxn id="478212" idx="3"/>
            <a:endCxn id="478213" idx="0"/>
          </p:cNvCxnSpPr>
          <p:nvPr/>
        </p:nvCxnSpPr>
        <p:spPr bwMode="auto">
          <a:xfrm flipH="1">
            <a:off x="2705100" y="3316288"/>
            <a:ext cx="322263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18" name="Oval 10">
            <a:extLst>
              <a:ext uri="{FF2B5EF4-FFF2-40B4-BE49-F238E27FC236}">
                <a16:creationId xmlns:a16="http://schemas.microsoft.com/office/drawing/2014/main" id="{2AF37DD4-67E8-490C-82CD-E41F35287D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05200" y="3810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78219" name="Oval 11">
            <a:extLst>
              <a:ext uri="{FF2B5EF4-FFF2-40B4-BE49-F238E27FC236}">
                <a16:creationId xmlns:a16="http://schemas.microsoft.com/office/drawing/2014/main" id="{FE0D9182-6C31-4403-AA37-AC3F701F89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94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78220" name="AutoShape 12">
            <a:extLst>
              <a:ext uri="{FF2B5EF4-FFF2-40B4-BE49-F238E27FC236}">
                <a16:creationId xmlns:a16="http://schemas.microsoft.com/office/drawing/2014/main" id="{C0D97B76-1773-4049-B89C-C03C49E62743}"/>
              </a:ext>
            </a:extLst>
          </p:cNvPr>
          <p:cNvCxnSpPr>
            <a:cxnSpLocks noChangeShapeType="1"/>
            <a:stCxn id="478218" idx="3"/>
            <a:endCxn id="478219" idx="0"/>
          </p:cNvCxnSpPr>
          <p:nvPr/>
        </p:nvCxnSpPr>
        <p:spPr bwMode="auto">
          <a:xfrm flipH="1">
            <a:off x="3009900" y="4154488"/>
            <a:ext cx="5508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8221" name="AutoShape 13">
            <a:extLst>
              <a:ext uri="{FF2B5EF4-FFF2-40B4-BE49-F238E27FC236}">
                <a16:creationId xmlns:a16="http://schemas.microsoft.com/office/drawing/2014/main" id="{B50B38A7-64A3-43C0-BA65-94E783F24633}"/>
              </a:ext>
            </a:extLst>
          </p:cNvPr>
          <p:cNvCxnSpPr>
            <a:cxnSpLocks noChangeShapeType="1"/>
            <a:stCxn id="478212" idx="5"/>
            <a:endCxn id="478218" idx="0"/>
          </p:cNvCxnSpPr>
          <p:nvPr/>
        </p:nvCxnSpPr>
        <p:spPr bwMode="auto">
          <a:xfrm>
            <a:off x="3297238" y="3316288"/>
            <a:ext cx="398462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22" name="Text Box 14">
            <a:extLst>
              <a:ext uri="{FF2B5EF4-FFF2-40B4-BE49-F238E27FC236}">
                <a16:creationId xmlns:a16="http://schemas.microsoft.com/office/drawing/2014/main" id="{FB6DF69E-D5EF-46E8-969C-7CBA4E0DB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65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23" name="Text Box 15">
            <a:extLst>
              <a:ext uri="{FF2B5EF4-FFF2-40B4-BE49-F238E27FC236}">
                <a16:creationId xmlns:a16="http://schemas.microsoft.com/office/drawing/2014/main" id="{3E2436CB-32D5-4EB9-88E0-24C813594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450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8224" name="Text Box 16">
            <a:extLst>
              <a:ext uri="{FF2B5EF4-FFF2-40B4-BE49-F238E27FC236}">
                <a16:creationId xmlns:a16="http://schemas.microsoft.com/office/drawing/2014/main" id="{60624E2E-7074-4DEB-AD78-940A6A3ED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25" name="Text Box 17">
            <a:extLst>
              <a:ext uri="{FF2B5EF4-FFF2-40B4-BE49-F238E27FC236}">
                <a16:creationId xmlns:a16="http://schemas.microsoft.com/office/drawing/2014/main" id="{842CFC86-065A-4115-803F-AC1229311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2667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26" name="Text Box 18">
            <a:extLst>
              <a:ext uri="{FF2B5EF4-FFF2-40B4-BE49-F238E27FC236}">
                <a16:creationId xmlns:a16="http://schemas.microsoft.com/office/drawing/2014/main" id="{A576643D-9A49-4683-BF34-8AA8AAF52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2667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8227" name="Text Box 19">
            <a:extLst>
              <a:ext uri="{FF2B5EF4-FFF2-40B4-BE49-F238E27FC236}">
                <a16:creationId xmlns:a16="http://schemas.microsoft.com/office/drawing/2014/main" id="{C4DBBB25-957E-4CD0-AE92-B817A29BD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736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78228" name="Oval 20">
            <a:extLst>
              <a:ext uri="{FF2B5EF4-FFF2-40B4-BE49-F238E27FC236}">
                <a16:creationId xmlns:a16="http://schemas.microsoft.com/office/drawing/2014/main" id="{0F28C2C8-57D9-406E-823A-08DEC3C2A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6700" y="47355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78229" name="AutoShape 21">
            <a:extLst>
              <a:ext uri="{FF2B5EF4-FFF2-40B4-BE49-F238E27FC236}">
                <a16:creationId xmlns:a16="http://schemas.microsoft.com/office/drawing/2014/main" id="{05E82CA1-470A-4E24-80B3-6DFEDAD0C4CF}"/>
              </a:ext>
            </a:extLst>
          </p:cNvPr>
          <p:cNvCxnSpPr>
            <a:cxnSpLocks noChangeShapeType="1"/>
            <a:stCxn id="478218" idx="5"/>
            <a:endCxn id="478228" idx="0"/>
          </p:cNvCxnSpPr>
          <p:nvPr/>
        </p:nvCxnSpPr>
        <p:spPr bwMode="auto">
          <a:xfrm>
            <a:off x="3830638" y="4154488"/>
            <a:ext cx="436562" cy="561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30" name="Text Box 22">
            <a:extLst>
              <a:ext uri="{FF2B5EF4-FFF2-40B4-BE49-F238E27FC236}">
                <a16:creationId xmlns:a16="http://schemas.microsoft.com/office/drawing/2014/main" id="{327893C5-63BD-4348-9029-BEE9A4A0D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950" y="44656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cxnSp>
        <p:nvCxnSpPr>
          <p:cNvPr id="478231" name="AutoShape 23">
            <a:extLst>
              <a:ext uri="{FF2B5EF4-FFF2-40B4-BE49-F238E27FC236}">
                <a16:creationId xmlns:a16="http://schemas.microsoft.com/office/drawing/2014/main" id="{559AF5A0-CBEC-4668-99F3-9B705B0D0EAE}"/>
              </a:ext>
            </a:extLst>
          </p:cNvPr>
          <p:cNvCxnSpPr>
            <a:cxnSpLocks noChangeShapeType="1"/>
            <a:stCxn id="478233" idx="5"/>
            <a:endCxn id="478232" idx="0"/>
          </p:cNvCxnSpPr>
          <p:nvPr/>
        </p:nvCxnSpPr>
        <p:spPr bwMode="auto">
          <a:xfrm>
            <a:off x="5943600" y="2667000"/>
            <a:ext cx="8556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32" name="Oval 24">
            <a:extLst>
              <a:ext uri="{FF2B5EF4-FFF2-40B4-BE49-F238E27FC236}">
                <a16:creationId xmlns:a16="http://schemas.microsoft.com/office/drawing/2014/main" id="{1169F717-8F81-471E-8419-F7BCCF2509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08763" y="3236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78233" name="Oval 25">
            <a:extLst>
              <a:ext uri="{FF2B5EF4-FFF2-40B4-BE49-F238E27FC236}">
                <a16:creationId xmlns:a16="http://schemas.microsoft.com/office/drawing/2014/main" id="{D4051FE2-4921-43D9-89FF-0C0AA268C2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2322513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78234" name="Oval 26">
            <a:extLst>
              <a:ext uri="{FF2B5EF4-FFF2-40B4-BE49-F238E27FC236}">
                <a16:creationId xmlns:a16="http://schemas.microsoft.com/office/drawing/2014/main" id="{86E8C590-8A87-4E98-A153-CB899FD36B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42163" y="4075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478235" name="AutoShape 27">
            <a:extLst>
              <a:ext uri="{FF2B5EF4-FFF2-40B4-BE49-F238E27FC236}">
                <a16:creationId xmlns:a16="http://schemas.microsoft.com/office/drawing/2014/main" id="{A67B3151-D106-4989-B000-F3DE98F94723}"/>
              </a:ext>
            </a:extLst>
          </p:cNvPr>
          <p:cNvCxnSpPr>
            <a:cxnSpLocks noChangeShapeType="1"/>
            <a:stCxn id="478232" idx="5"/>
            <a:endCxn id="478234" idx="0"/>
          </p:cNvCxnSpPr>
          <p:nvPr/>
        </p:nvCxnSpPr>
        <p:spPr bwMode="auto">
          <a:xfrm>
            <a:off x="6934200" y="3581400"/>
            <a:ext cx="398463" cy="4746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36" name="Text Box 28">
            <a:extLst>
              <a:ext uri="{FF2B5EF4-FFF2-40B4-BE49-F238E27FC236}">
                <a16:creationId xmlns:a16="http://schemas.microsoft.com/office/drawing/2014/main" id="{4BFF3199-425E-498C-884E-C8A5B79A6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413" y="37703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37" name="Text Box 29">
            <a:extLst>
              <a:ext uri="{FF2B5EF4-FFF2-40B4-BE49-F238E27FC236}">
                <a16:creationId xmlns:a16="http://schemas.microsoft.com/office/drawing/2014/main" id="{2EF0A2ED-D353-4066-8454-292787384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13" y="29321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8238" name="Text Box 30">
            <a:extLst>
              <a:ext uri="{FF2B5EF4-FFF2-40B4-BE49-F238E27FC236}">
                <a16:creationId xmlns:a16="http://schemas.microsoft.com/office/drawing/2014/main" id="{5958CF86-E9DA-431F-9B7E-CC9FE3887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763" y="20018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8239" name="Text Box 31">
            <a:extLst>
              <a:ext uri="{FF2B5EF4-FFF2-40B4-BE49-F238E27FC236}">
                <a16:creationId xmlns:a16="http://schemas.microsoft.com/office/drawing/2014/main" id="{4A34A6A2-3905-4A58-AA4E-F2F18650F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276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8240" name="Text Box 32">
            <a:extLst>
              <a:ext uri="{FF2B5EF4-FFF2-40B4-BE49-F238E27FC236}">
                <a16:creationId xmlns:a16="http://schemas.microsoft.com/office/drawing/2014/main" id="{A539E360-3DBD-4B28-BAC0-401DE3B01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981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FF0000"/>
                </a:solidFill>
                <a:latin typeface="Times New Roman" panose="02020603050405020304" pitchFamily="18" charset="0"/>
              </a:rPr>
              <a:t>(-1)-1 = -2</a:t>
            </a:r>
          </a:p>
        </p:txBody>
      </p:sp>
      <p:sp>
        <p:nvSpPr>
          <p:cNvPr id="478241" name="Text Box 33">
            <a:extLst>
              <a:ext uri="{FF2B5EF4-FFF2-40B4-BE49-F238E27FC236}">
                <a16:creationId xmlns:a16="http://schemas.microsoft.com/office/drawing/2014/main" id="{915576F9-A129-4A92-9B4D-B878D556A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736725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FF0000"/>
                </a:solidFill>
                <a:latin typeface="Times New Roman" panose="02020603050405020304" pitchFamily="18" charset="0"/>
              </a:rPr>
              <a:t>0-2 = -2</a:t>
            </a:r>
          </a:p>
        </p:txBody>
      </p:sp>
      <p:sp>
        <p:nvSpPr>
          <p:cNvPr id="478242" name="Text Box 34">
            <a:extLst>
              <a:ext uri="{FF2B5EF4-FFF2-40B4-BE49-F238E27FC236}">
                <a16:creationId xmlns:a16="http://schemas.microsoft.com/office/drawing/2014/main" id="{E7FAFFDF-F11A-4987-AE5E-5BA694F06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486400"/>
            <a:ext cx="3962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Note: height(empty tree) == 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8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8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8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8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78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78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78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78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8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78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78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78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78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78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8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78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78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78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8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78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78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8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78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78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8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8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78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78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78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78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78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78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78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78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78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78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8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78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78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78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78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478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7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7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/>
      <p:bldP spid="478212" grpId="0" animBg="1"/>
      <p:bldP spid="478213" grpId="0" animBg="1"/>
      <p:bldP spid="478214" grpId="0" animBg="1"/>
      <p:bldP spid="478215" grpId="0" animBg="1"/>
      <p:bldP spid="478218" grpId="0" animBg="1"/>
      <p:bldP spid="478219" grpId="0" animBg="1"/>
      <p:bldP spid="478222" grpId="0"/>
      <p:bldP spid="478223" grpId="0"/>
      <p:bldP spid="478224" grpId="0"/>
      <p:bldP spid="478225" grpId="0"/>
      <p:bldP spid="478226" grpId="0"/>
      <p:bldP spid="478227" grpId="0"/>
      <p:bldP spid="478228" grpId="0" animBg="1"/>
      <p:bldP spid="478230" grpId="0"/>
      <p:bldP spid="478232" grpId="0" animBg="1"/>
      <p:bldP spid="478233" grpId="0" animBg="1"/>
      <p:bldP spid="478234" grpId="0" animBg="1"/>
      <p:bldP spid="478236" grpId="0"/>
      <p:bldP spid="478237" grpId="0"/>
      <p:bldP spid="478238" grpId="0"/>
      <p:bldP spid="478239" grpId="0"/>
      <p:bldP spid="478240" grpId="0"/>
      <p:bldP spid="478241" grpId="0"/>
      <p:bldP spid="4782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>
            <a:extLst>
              <a:ext uri="{FF2B5EF4-FFF2-40B4-BE49-F238E27FC236}">
                <a16:creationId xmlns:a16="http://schemas.microsoft.com/office/drawing/2014/main" id="{09ADA9FC-E3A1-4B25-B63B-5D4E78DC8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GOOD INCERT CASE:</a:t>
            </a:r>
            <a:br>
              <a:rPr lang="en-US" sz="36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BALANCED PRESERVED</a:t>
            </a:r>
          </a:p>
        </p:txBody>
      </p:sp>
      <p:sp>
        <p:nvSpPr>
          <p:cNvPr id="480259" name="Rectangle 3">
            <a:extLst>
              <a:ext uri="{FF2B5EF4-FFF2-40B4-BE49-F238E27FC236}">
                <a16:creationId xmlns:a16="http://schemas.microsoft.com/office/drawing/2014/main" id="{B67D51CB-D34A-4C83-8C89-CA53A0427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CC99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Good case: insert </a:t>
            </a:r>
            <a:r>
              <a:rPr lang="en-US" altLang="en-US" dirty="0">
                <a:solidFill>
                  <a:srgbClr val="339933"/>
                </a:solidFill>
              </a:rPr>
              <a:t>middle</a:t>
            </a:r>
            <a:r>
              <a:rPr lang="en-US" altLang="en-US" dirty="0"/>
              <a:t>, then </a:t>
            </a:r>
            <a:r>
              <a:rPr lang="en-US" altLang="en-US" dirty="0" err="1">
                <a:solidFill>
                  <a:srgbClr val="CC9900"/>
                </a:solidFill>
              </a:rPr>
              <a:t>small</a:t>
            </a:r>
            <a:r>
              <a:rPr lang="en-US" altLang="en-US" dirty="0" err="1"/>
              <a:t>,then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2"/>
                </a:solidFill>
              </a:rPr>
              <a:t>tall</a:t>
            </a:r>
            <a:endParaRPr lang="en-US" alt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8000"/>
                </a:solidFill>
              </a:rPr>
              <a:t>middle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CC9900"/>
                </a:solidFill>
              </a:rPr>
              <a:t>small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00FF"/>
                </a:solidFill>
              </a:rPr>
              <a:t>tall</a:t>
            </a:r>
            <a:r>
              <a:rPr lang="en-US" altLang="en-US" dirty="0"/>
              <a:t>)</a:t>
            </a:r>
          </a:p>
        </p:txBody>
      </p:sp>
      <p:sp>
        <p:nvSpPr>
          <p:cNvPr id="480260" name="Oval 4">
            <a:extLst>
              <a:ext uri="{FF2B5EF4-FFF2-40B4-BE49-F238E27FC236}">
                <a16:creationId xmlns:a16="http://schemas.microsoft.com/office/drawing/2014/main" id="{6829562D-369D-4495-B8CF-8C8C92C28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2600" y="3352800"/>
            <a:ext cx="609600" cy="609600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0261" name="Oval 5">
            <a:extLst>
              <a:ext uri="{FF2B5EF4-FFF2-40B4-BE49-F238E27FC236}">
                <a16:creationId xmlns:a16="http://schemas.microsoft.com/office/drawing/2014/main" id="{CFAEDC0F-CD17-41B4-96C0-A5D6AA9546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5181600"/>
            <a:ext cx="609600" cy="609600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CC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80262" name="Oval 6">
            <a:extLst>
              <a:ext uri="{FF2B5EF4-FFF2-40B4-BE49-F238E27FC236}">
                <a16:creationId xmlns:a16="http://schemas.microsoft.com/office/drawing/2014/main" id="{A04B36B1-8AFD-4D58-8689-C6934420E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5181600"/>
            <a:ext cx="609600" cy="609600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80263" name="AutoShape 7">
            <a:extLst>
              <a:ext uri="{FF2B5EF4-FFF2-40B4-BE49-F238E27FC236}">
                <a16:creationId xmlns:a16="http://schemas.microsoft.com/office/drawing/2014/main" id="{6603E63A-ED15-4C38-9C1B-62A5F4504A4E}"/>
              </a:ext>
            </a:extLst>
          </p:cNvPr>
          <p:cNvCxnSpPr>
            <a:cxnSpLocks noChangeShapeType="1"/>
            <a:stCxn id="480260" idx="3"/>
            <a:endCxn id="480261" idx="0"/>
          </p:cNvCxnSpPr>
          <p:nvPr/>
        </p:nvCxnSpPr>
        <p:spPr bwMode="auto">
          <a:xfrm flipH="1">
            <a:off x="4800600" y="3892550"/>
            <a:ext cx="850900" cy="127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0264" name="AutoShape 8">
            <a:extLst>
              <a:ext uri="{FF2B5EF4-FFF2-40B4-BE49-F238E27FC236}">
                <a16:creationId xmlns:a16="http://schemas.microsoft.com/office/drawing/2014/main" id="{0DC01108-ABC7-49E5-BFF7-5E82284A8AED}"/>
              </a:ext>
            </a:extLst>
          </p:cNvPr>
          <p:cNvCxnSpPr>
            <a:cxnSpLocks noChangeShapeType="1"/>
            <a:stCxn id="480260" idx="5"/>
            <a:endCxn id="480262" idx="0"/>
          </p:cNvCxnSpPr>
          <p:nvPr/>
        </p:nvCxnSpPr>
        <p:spPr bwMode="auto">
          <a:xfrm>
            <a:off x="6083300" y="3892550"/>
            <a:ext cx="850900" cy="127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0265" name="Text Box 9">
            <a:extLst>
              <a:ext uri="{FF2B5EF4-FFF2-40B4-BE49-F238E27FC236}">
                <a16:creationId xmlns:a16="http://schemas.microsoft.com/office/drawing/2014/main" id="{AC6877ED-A555-45E2-8E83-E45F288B9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800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0266" name="Text Box 10">
            <a:extLst>
              <a:ext uri="{FF2B5EF4-FFF2-40B4-BE49-F238E27FC236}">
                <a16:creationId xmlns:a16="http://schemas.microsoft.com/office/drawing/2014/main" id="{6C38501B-C306-4821-B913-19CA866C2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800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0267" name="Text Box 11">
            <a:extLst>
              <a:ext uri="{FF2B5EF4-FFF2-40B4-BE49-F238E27FC236}">
                <a16:creationId xmlns:a16="http://schemas.microsoft.com/office/drawing/2014/main" id="{2A8B3188-6AC4-4A47-BF38-1F4DC6038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971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0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80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0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80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80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0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80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80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58" grpId="0"/>
      <p:bldP spid="480259" grpId="0" build="p"/>
      <p:bldP spid="480260" grpId="0" animBg="1"/>
      <p:bldP spid="480261" grpId="0" animBg="1"/>
      <p:bldP spid="480262" grpId="0" animBg="1"/>
      <p:bldP spid="480265" grpId="0"/>
      <p:bldP spid="480266" grpId="0"/>
      <p:bldP spid="4802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>
            <a:extLst>
              <a:ext uri="{FF2B5EF4-FFF2-40B4-BE49-F238E27FC236}">
                <a16:creationId xmlns:a16="http://schemas.microsoft.com/office/drawing/2014/main" id="{1656F5D1-DF0E-4BED-85C3-3D097B64D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45486"/>
            <a:ext cx="8382000" cy="1143000"/>
          </a:xfrm>
        </p:spPr>
        <p:txBody>
          <a:bodyPr/>
          <a:lstStyle/>
          <a:p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r>
              <a:rPr lang="en-US" alt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BAD INSERT CASE#1:</a:t>
            </a:r>
            <a:b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LEFT-LEFT or RIGHT-RIGHT IMBALANCE</a:t>
            </a:r>
            <a:endParaRPr lang="en-US" altLang="en-US" dirty="0"/>
          </a:p>
        </p:txBody>
      </p:sp>
      <p:sp>
        <p:nvSpPr>
          <p:cNvPr id="4823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3BE7BD-EC65-4C6E-A3DA-1437BFEE3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Insert(</a:t>
            </a:r>
            <a:r>
              <a:rPr lang="en-US" altLang="en-US">
                <a:solidFill>
                  <a:srgbClr val="CC9900"/>
                </a:solidFill>
              </a:rPr>
              <a:t>small</a:t>
            </a:r>
            <a:r>
              <a:rPr lang="en-US" altLang="en-US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Insert(</a:t>
            </a:r>
            <a:r>
              <a:rPr lang="en-US" altLang="en-US">
                <a:solidFill>
                  <a:srgbClr val="008000"/>
                </a:solidFill>
              </a:rPr>
              <a:t>middle</a:t>
            </a:r>
            <a:r>
              <a:rPr lang="en-US" altLang="en-US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Insert(</a:t>
            </a:r>
            <a:r>
              <a:rPr lang="en-US" altLang="en-US">
                <a:solidFill>
                  <a:srgbClr val="0000FF"/>
                </a:solidFill>
              </a:rPr>
              <a:t>tall</a:t>
            </a:r>
            <a:r>
              <a:rPr lang="en-US" altLang="en-US"/>
              <a:t>)</a:t>
            </a:r>
          </a:p>
        </p:txBody>
      </p:sp>
      <p:sp>
        <p:nvSpPr>
          <p:cNvPr id="482308" name="Oval 4">
            <a:extLst>
              <a:ext uri="{FF2B5EF4-FFF2-40B4-BE49-F238E27FC236}">
                <a16:creationId xmlns:a16="http://schemas.microsoft.com/office/drawing/2014/main" id="{D72ED627-E1E8-4756-B1D9-FECBAFE9F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0850" y="5005388"/>
            <a:ext cx="488950" cy="488950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82309" name="Oval 5">
            <a:extLst>
              <a:ext uri="{FF2B5EF4-FFF2-40B4-BE49-F238E27FC236}">
                <a16:creationId xmlns:a16="http://schemas.microsoft.com/office/drawing/2014/main" id="{B74BA3E4-7FCE-4024-B45A-E42D1BC944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11900" y="3844925"/>
            <a:ext cx="488950" cy="488950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2310" name="Oval 6">
            <a:extLst>
              <a:ext uri="{FF2B5EF4-FFF2-40B4-BE49-F238E27FC236}">
                <a16:creationId xmlns:a16="http://schemas.microsoft.com/office/drawing/2014/main" id="{8970322C-0D2A-4127-B42D-329903340D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2682875"/>
            <a:ext cx="488950" cy="488950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82311" name="AutoShape 7">
            <a:extLst>
              <a:ext uri="{FF2B5EF4-FFF2-40B4-BE49-F238E27FC236}">
                <a16:creationId xmlns:a16="http://schemas.microsoft.com/office/drawing/2014/main" id="{88E5396C-4DCC-48BC-A1BB-73AA9C5FCABB}"/>
              </a:ext>
            </a:extLst>
          </p:cNvPr>
          <p:cNvCxnSpPr>
            <a:cxnSpLocks noChangeAspect="1" noChangeShapeType="1"/>
            <a:stCxn id="482310" idx="5"/>
            <a:endCxn id="482309" idx="0"/>
          </p:cNvCxnSpPr>
          <p:nvPr/>
        </p:nvCxnSpPr>
        <p:spPr bwMode="auto">
          <a:xfrm>
            <a:off x="5751513" y="3116263"/>
            <a:ext cx="804862" cy="7127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2312" name="AutoShape 8">
            <a:extLst>
              <a:ext uri="{FF2B5EF4-FFF2-40B4-BE49-F238E27FC236}">
                <a16:creationId xmlns:a16="http://schemas.microsoft.com/office/drawing/2014/main" id="{8E5DE6BB-7F54-49DB-ACEF-045525912CEE}"/>
              </a:ext>
            </a:extLst>
          </p:cNvPr>
          <p:cNvCxnSpPr>
            <a:cxnSpLocks noChangeAspect="1" noChangeShapeType="1"/>
            <a:stCxn id="482309" idx="5"/>
            <a:endCxn id="482308" idx="0"/>
          </p:cNvCxnSpPr>
          <p:nvPr/>
        </p:nvCxnSpPr>
        <p:spPr bwMode="auto">
          <a:xfrm>
            <a:off x="6729413" y="4276725"/>
            <a:ext cx="315912" cy="712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2313" name="Text Box 9">
            <a:extLst>
              <a:ext uri="{FF2B5EF4-FFF2-40B4-BE49-F238E27FC236}">
                <a16:creationId xmlns:a16="http://schemas.microsoft.com/office/drawing/2014/main" id="{8613F76B-8A02-4042-AFAE-EB4FB1845D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92950" y="4648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2314" name="Text Box 10">
            <a:extLst>
              <a:ext uri="{FF2B5EF4-FFF2-40B4-BE49-F238E27FC236}">
                <a16:creationId xmlns:a16="http://schemas.microsoft.com/office/drawing/2014/main" id="{E7A39B64-0756-4A14-8119-17A8746CFC0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97650" y="3478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82315" name="Text Box 11">
            <a:extLst>
              <a:ext uri="{FF2B5EF4-FFF2-40B4-BE49-F238E27FC236}">
                <a16:creationId xmlns:a16="http://schemas.microsoft.com/office/drawing/2014/main" id="{0F1EACCF-F40C-40AC-9D8E-3FC535C47D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59450" y="2438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82316" name="Text Box 12">
            <a:extLst>
              <a:ext uri="{FF2B5EF4-FFF2-40B4-BE49-F238E27FC236}">
                <a16:creationId xmlns:a16="http://schemas.microsoft.com/office/drawing/2014/main" id="{B7C05618-0C2F-46C3-804C-FA8632A88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0"/>
            <a:ext cx="5257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indent="-227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Tahoma" panose="020B0604030504040204" pitchFamily="34" charset="0"/>
              </a:rPr>
              <a:t>BC#1 Imbalance caused by either: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ahoma" panose="020B0604030504040204" pitchFamily="34" charset="0"/>
              </a:rPr>
              <a:t>Insert into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 dirty="0">
                <a:latin typeface="Tahoma" panose="020B0604030504040204" pitchFamily="34" charset="0"/>
              </a:rPr>
              <a:t> child’s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 dirty="0">
                <a:latin typeface="Tahoma" panose="020B0604030504040204" pitchFamily="34" charset="0"/>
              </a:rPr>
              <a:t> subtree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ahoma" panose="020B0604030504040204" pitchFamily="34" charset="0"/>
              </a:rPr>
              <a:t>Insert into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 dirty="0">
                <a:latin typeface="Tahoma" panose="020B0604030504040204" pitchFamily="34" charset="0"/>
              </a:rPr>
              <a:t> child’s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 dirty="0">
                <a:latin typeface="Tahoma" panose="020B0604030504040204" pitchFamily="34" charset="0"/>
              </a:rPr>
              <a:t> subtree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2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2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2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2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82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82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2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82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82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6" grpId="0"/>
      <p:bldP spid="482307" grpId="0" build="p"/>
      <p:bldP spid="482308" grpId="0" animBg="1"/>
      <p:bldP spid="482309" grpId="0" animBg="1"/>
      <p:bldP spid="482310" grpId="0" animBg="1"/>
      <p:bldP spid="482313" grpId="0"/>
      <p:bldP spid="482314" grpId="0"/>
      <p:bldP spid="482315" grpId="0"/>
      <p:bldP spid="4823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>
            <a:extLst>
              <a:ext uri="{FF2B5EF4-FFF2-40B4-BE49-F238E27FC236}">
                <a16:creationId xmlns:a16="http://schemas.microsoft.com/office/drawing/2014/main" id="{4DCD6D68-A12B-4B70-9324-027D7D9BC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41411"/>
            <a:ext cx="7772400" cy="733425"/>
          </a:xfr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SINGLE ROTATION</a:t>
            </a:r>
          </a:p>
        </p:txBody>
      </p:sp>
      <p:sp>
        <p:nvSpPr>
          <p:cNvPr id="484355" name="Oval 3">
            <a:extLst>
              <a:ext uri="{FF2B5EF4-FFF2-40B4-BE49-F238E27FC236}">
                <a16:creationId xmlns:a16="http://schemas.microsoft.com/office/drawing/2014/main" id="{34C14671-F5E2-40F1-B724-6BC8011917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98700" y="4403725"/>
            <a:ext cx="487363" cy="487363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84356" name="Oval 4">
            <a:extLst>
              <a:ext uri="{FF2B5EF4-FFF2-40B4-BE49-F238E27FC236}">
                <a16:creationId xmlns:a16="http://schemas.microsoft.com/office/drawing/2014/main" id="{5795ABB5-AD08-4466-961F-71A4B077CE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1338" y="3244850"/>
            <a:ext cx="487362" cy="487363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4357" name="Oval 5">
            <a:extLst>
              <a:ext uri="{FF2B5EF4-FFF2-40B4-BE49-F238E27FC236}">
                <a16:creationId xmlns:a16="http://schemas.microsoft.com/office/drawing/2014/main" id="{ECC0A8C9-6DEC-4BC1-96E5-7379F0E5A8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6613" y="2087563"/>
            <a:ext cx="487362" cy="487362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84358" name="AutoShape 6">
            <a:extLst>
              <a:ext uri="{FF2B5EF4-FFF2-40B4-BE49-F238E27FC236}">
                <a16:creationId xmlns:a16="http://schemas.microsoft.com/office/drawing/2014/main" id="{F79FC8E4-4A4B-4739-B3FD-21D60C624A16}"/>
              </a:ext>
            </a:extLst>
          </p:cNvPr>
          <p:cNvCxnSpPr>
            <a:cxnSpLocks noChangeAspect="1" noChangeShapeType="1"/>
            <a:stCxn id="484357" idx="5"/>
            <a:endCxn id="484356" idx="0"/>
          </p:cNvCxnSpPr>
          <p:nvPr/>
        </p:nvCxnSpPr>
        <p:spPr bwMode="auto">
          <a:xfrm>
            <a:off x="1252538" y="2519363"/>
            <a:ext cx="803275" cy="71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4359" name="AutoShape 7">
            <a:extLst>
              <a:ext uri="{FF2B5EF4-FFF2-40B4-BE49-F238E27FC236}">
                <a16:creationId xmlns:a16="http://schemas.microsoft.com/office/drawing/2014/main" id="{170C8EC4-8CD2-4C2A-B19C-D36E310B6E38}"/>
              </a:ext>
            </a:extLst>
          </p:cNvPr>
          <p:cNvCxnSpPr>
            <a:cxnSpLocks noChangeAspect="1" noChangeShapeType="1"/>
            <a:stCxn id="484356" idx="5"/>
            <a:endCxn id="484355" idx="0"/>
          </p:cNvCxnSpPr>
          <p:nvPr/>
        </p:nvCxnSpPr>
        <p:spPr bwMode="auto">
          <a:xfrm>
            <a:off x="2227263" y="3676650"/>
            <a:ext cx="315912" cy="71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4360" name="Text Box 8">
            <a:extLst>
              <a:ext uri="{FF2B5EF4-FFF2-40B4-BE49-F238E27FC236}">
                <a16:creationId xmlns:a16="http://schemas.microsoft.com/office/drawing/2014/main" id="{9ABD909B-3152-48CF-AF8A-1591A2E903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9213" y="3948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4361" name="Text Box 9">
            <a:extLst>
              <a:ext uri="{FF2B5EF4-FFF2-40B4-BE49-F238E27FC236}">
                <a16:creationId xmlns:a16="http://schemas.microsoft.com/office/drawing/2014/main" id="{AD79947C-DE02-4523-9466-615DB7538D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55813" y="28797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84362" name="Text Box 10">
            <a:extLst>
              <a:ext uri="{FF2B5EF4-FFF2-40B4-BE49-F238E27FC236}">
                <a16:creationId xmlns:a16="http://schemas.microsoft.com/office/drawing/2014/main" id="{05DD4B74-C6A8-438D-8D31-56A508EE88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01738" y="18430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84363" name="AutoShape 11">
            <a:extLst>
              <a:ext uri="{FF2B5EF4-FFF2-40B4-BE49-F238E27FC236}">
                <a16:creationId xmlns:a16="http://schemas.microsoft.com/office/drawing/2014/main" id="{D2ECE46E-121D-4CA9-A834-BD8033B6ECDB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384300" y="1355725"/>
            <a:ext cx="1341438" cy="2193925"/>
          </a:xfrm>
          <a:custGeom>
            <a:avLst/>
            <a:gdLst>
              <a:gd name="G0" fmla="+- 10539633 0 0"/>
              <a:gd name="G1" fmla="+- 7878576 0 0"/>
              <a:gd name="G2" fmla="+- 10539633 0 7878576"/>
              <a:gd name="G3" fmla="+- 10800 0 0"/>
              <a:gd name="G4" fmla="+- 0 0 10539633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900 0 0"/>
              <a:gd name="G9" fmla="+- 0 0 7878576"/>
              <a:gd name="G10" fmla="+- 8900 0 2700"/>
              <a:gd name="G11" fmla="cos G10 10539633"/>
              <a:gd name="G12" fmla="sin G10 10539633"/>
              <a:gd name="G13" fmla="cos 13500 10539633"/>
              <a:gd name="G14" fmla="sin 13500 10539633"/>
              <a:gd name="G15" fmla="+- G11 10800 0"/>
              <a:gd name="G16" fmla="+- G12 10800 0"/>
              <a:gd name="G17" fmla="+- G13 10800 0"/>
              <a:gd name="G18" fmla="+- G14 10800 0"/>
              <a:gd name="G19" fmla="*/ 8900 1 2"/>
              <a:gd name="G20" fmla="+- G19 5400 0"/>
              <a:gd name="G21" fmla="cos G20 10539633"/>
              <a:gd name="G22" fmla="sin G20 10539633"/>
              <a:gd name="G23" fmla="+- G21 10800 0"/>
              <a:gd name="G24" fmla="+- G12 G23 G22"/>
              <a:gd name="G25" fmla="+- G22 G23 G11"/>
              <a:gd name="G26" fmla="cos 10800 10539633"/>
              <a:gd name="G27" fmla="sin 10800 10539633"/>
              <a:gd name="G28" fmla="cos 8900 10539633"/>
              <a:gd name="G29" fmla="sin 8900 10539633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10539633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900 G39"/>
              <a:gd name="G43" fmla="sin 89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464 w 21600"/>
              <a:gd name="T5" fmla="*/ 17666 h 21600"/>
              <a:gd name="T6" fmla="*/ 5842 w 21600"/>
              <a:gd name="T7" fmla="*/ 19311 h 21600"/>
              <a:gd name="T8" fmla="*/ 3930 w 21600"/>
              <a:gd name="T9" fmla="*/ 16458 h 21600"/>
              <a:gd name="T10" fmla="*/ -1951 w 21600"/>
              <a:gd name="T11" fmla="*/ 15234 h 21600"/>
              <a:gd name="T12" fmla="*/ 297 w 21600"/>
              <a:gd name="T13" fmla="*/ 10587 h 21600"/>
              <a:gd name="T14" fmla="*/ 4944 w 21600"/>
              <a:gd name="T15" fmla="*/ 1283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393" y="13723"/>
                </a:moveTo>
                <a:cubicBezTo>
                  <a:pt x="3091" y="15730"/>
                  <a:pt x="4484" y="17421"/>
                  <a:pt x="6320" y="18490"/>
                </a:cubicBezTo>
                <a:lnTo>
                  <a:pt x="5364" y="20132"/>
                </a:lnTo>
                <a:cubicBezTo>
                  <a:pt x="3136" y="18834"/>
                  <a:pt x="1446" y="16783"/>
                  <a:pt x="599" y="14347"/>
                </a:cubicBezTo>
                <a:lnTo>
                  <a:pt x="-1951" y="15234"/>
                </a:lnTo>
                <a:lnTo>
                  <a:pt x="297" y="10587"/>
                </a:lnTo>
                <a:lnTo>
                  <a:pt x="4944" y="12836"/>
                </a:lnTo>
                <a:lnTo>
                  <a:pt x="2393" y="137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4364" name="Oval 12">
            <a:extLst>
              <a:ext uri="{FF2B5EF4-FFF2-40B4-BE49-F238E27FC236}">
                <a16:creationId xmlns:a16="http://schemas.microsoft.com/office/drawing/2014/main" id="{A285456B-817D-43B3-BF27-50C417FA6D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43688" y="2346325"/>
            <a:ext cx="487362" cy="487363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4365" name="Oval 13">
            <a:extLst>
              <a:ext uri="{FF2B5EF4-FFF2-40B4-BE49-F238E27FC236}">
                <a16:creationId xmlns:a16="http://schemas.microsoft.com/office/drawing/2014/main" id="{2F16A8C2-DB66-4C28-A4D8-B46E7B86E4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1200" y="3810000"/>
            <a:ext cx="487363" cy="487363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CC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84366" name="Oval 14">
            <a:extLst>
              <a:ext uri="{FF2B5EF4-FFF2-40B4-BE49-F238E27FC236}">
                <a16:creationId xmlns:a16="http://schemas.microsoft.com/office/drawing/2014/main" id="{C0AEC6E8-24FB-4FE1-B98A-59CEF7F59A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97763" y="3810000"/>
            <a:ext cx="487362" cy="487363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84367" name="AutoShape 15">
            <a:extLst>
              <a:ext uri="{FF2B5EF4-FFF2-40B4-BE49-F238E27FC236}">
                <a16:creationId xmlns:a16="http://schemas.microsoft.com/office/drawing/2014/main" id="{1697A0BC-B188-48B7-AEFE-2A92100F1CD4}"/>
              </a:ext>
            </a:extLst>
          </p:cNvPr>
          <p:cNvCxnSpPr>
            <a:cxnSpLocks noChangeAspect="1" noChangeShapeType="1"/>
            <a:stCxn id="484364" idx="3"/>
            <a:endCxn id="484365" idx="0"/>
          </p:cNvCxnSpPr>
          <p:nvPr/>
        </p:nvCxnSpPr>
        <p:spPr bwMode="auto">
          <a:xfrm flipH="1">
            <a:off x="6034088" y="2778125"/>
            <a:ext cx="681037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4368" name="AutoShape 16">
            <a:extLst>
              <a:ext uri="{FF2B5EF4-FFF2-40B4-BE49-F238E27FC236}">
                <a16:creationId xmlns:a16="http://schemas.microsoft.com/office/drawing/2014/main" id="{CFB4BEFE-41B7-4407-BC11-B44A4AEBB406}"/>
              </a:ext>
            </a:extLst>
          </p:cNvPr>
          <p:cNvCxnSpPr>
            <a:cxnSpLocks noChangeAspect="1" noChangeShapeType="1"/>
            <a:stCxn id="484364" idx="5"/>
            <a:endCxn id="484366" idx="0"/>
          </p:cNvCxnSpPr>
          <p:nvPr/>
        </p:nvCxnSpPr>
        <p:spPr bwMode="auto">
          <a:xfrm>
            <a:off x="7061200" y="2778125"/>
            <a:ext cx="679450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4369" name="Text Box 17">
            <a:extLst>
              <a:ext uri="{FF2B5EF4-FFF2-40B4-BE49-F238E27FC236}">
                <a16:creationId xmlns:a16="http://schemas.microsoft.com/office/drawing/2014/main" id="{ACC49CDB-E649-4D43-9C31-8E67C4549EF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862888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4370" name="Text Box 18">
            <a:extLst>
              <a:ext uri="{FF2B5EF4-FFF2-40B4-BE49-F238E27FC236}">
                <a16:creationId xmlns:a16="http://schemas.microsoft.com/office/drawing/2014/main" id="{749F0C30-5E80-4EEC-9E6C-31F699B4E86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68963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4371" name="Text Box 19">
            <a:extLst>
              <a:ext uri="{FF2B5EF4-FFF2-40B4-BE49-F238E27FC236}">
                <a16:creationId xmlns:a16="http://schemas.microsoft.com/office/drawing/2014/main" id="{EB23218E-A408-4F84-A79E-6485EEF9925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10400" y="20415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84372" name="AutoShape 20">
            <a:extLst>
              <a:ext uri="{FF2B5EF4-FFF2-40B4-BE49-F238E27FC236}">
                <a16:creationId xmlns:a16="http://schemas.microsoft.com/office/drawing/2014/main" id="{484CA68C-7E3F-4D04-8703-0B7BD9568E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4625" y="3565525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4373" name="Text Box 21">
            <a:extLst>
              <a:ext uri="{FF2B5EF4-FFF2-40B4-BE49-F238E27FC236}">
                <a16:creationId xmlns:a16="http://schemas.microsoft.com/office/drawing/2014/main" id="{813372AC-66FC-4532-814B-102ECE30B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029200"/>
            <a:ext cx="8153400" cy="93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Basic operation used in AVL trees:</a:t>
            </a:r>
          </a:p>
          <a:p>
            <a:pPr eaLnBrk="0" hangingPunct="0">
              <a:spcBef>
                <a:spcPct val="3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en-US" sz="2400" dirty="0">
                <a:solidFill>
                  <a:srgbClr val="006600"/>
                </a:solidFill>
                <a:latin typeface="Times New Roman" panose="02020603050405020304" pitchFamily="18" charset="0"/>
              </a:rPr>
              <a:t>right child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could legally have its </a:t>
            </a:r>
            <a:r>
              <a:rPr lang="en-US" altLang="en-US" sz="2400" dirty="0">
                <a:solidFill>
                  <a:srgbClr val="CC9900"/>
                </a:solidFill>
                <a:latin typeface="Times New Roman" panose="02020603050405020304" pitchFamily="18" charset="0"/>
              </a:rPr>
              <a:t>parent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as its left child.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4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4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4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843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4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84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84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84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84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4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84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84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4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84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84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84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4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84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84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84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8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84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8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8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84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8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8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4" grpId="0"/>
      <p:bldP spid="484355" grpId="0" animBg="1"/>
      <p:bldP spid="484356" grpId="0" animBg="1"/>
      <p:bldP spid="484357" grpId="0" animBg="1"/>
      <p:bldP spid="484360" grpId="0"/>
      <p:bldP spid="484361" grpId="0"/>
      <p:bldP spid="484362" grpId="0"/>
      <p:bldP spid="484364" grpId="0" animBg="1"/>
      <p:bldP spid="484365" grpId="0" animBg="1"/>
      <p:bldP spid="484366" grpId="0" animBg="1"/>
      <p:bldP spid="484369" grpId="0"/>
      <p:bldP spid="484370" grpId="0"/>
      <p:bldP spid="484371" grpId="0"/>
      <p:bldP spid="484372" grpId="0" animBg="1"/>
      <p:bldP spid="4843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6402" name="AutoShape 2">
            <a:extLst>
              <a:ext uri="{FF2B5EF4-FFF2-40B4-BE49-F238E27FC236}">
                <a16:creationId xmlns:a16="http://schemas.microsoft.com/office/drawing/2014/main" id="{E3A09FD6-0F1E-4D51-A667-7BEA3BFDDA64}"/>
              </a:ext>
            </a:extLst>
          </p:cNvPr>
          <p:cNvCxnSpPr>
            <a:cxnSpLocks noChangeShapeType="1"/>
            <a:stCxn id="486404" idx="3"/>
            <a:endCxn id="486408" idx="0"/>
          </p:cNvCxnSpPr>
          <p:nvPr/>
        </p:nvCxnSpPr>
        <p:spPr bwMode="auto">
          <a:xfrm flipH="1">
            <a:off x="5816600" y="2314575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025C0F43-1063-49E5-9788-9860507F6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02637"/>
            <a:ext cx="7772400" cy="809625"/>
          </a:xfrm>
        </p:spPr>
        <p:txBody>
          <a:bodyPr/>
          <a:lstStyle/>
          <a:p>
            <a:pPr algn="ctr"/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GENERAL BAD CASE#1:</a:t>
            </a:r>
            <a:endParaRPr lang="en-US" altLang="en-US" dirty="0"/>
          </a:p>
        </p:txBody>
      </p:sp>
      <p:sp>
        <p:nvSpPr>
          <p:cNvPr id="486404" name="Oval 4">
            <a:extLst>
              <a:ext uri="{FF2B5EF4-FFF2-40B4-BE49-F238E27FC236}">
                <a16:creationId xmlns:a16="http://schemas.microsoft.com/office/drawing/2014/main" id="{612579D9-834B-497D-B69E-50D5F2351B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1800" y="1905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86405" name="AutoShape 5">
            <a:extLst>
              <a:ext uri="{FF2B5EF4-FFF2-40B4-BE49-F238E27FC236}">
                <a16:creationId xmlns:a16="http://schemas.microsoft.com/office/drawing/2014/main" id="{C8709594-D621-4102-9718-0CD7951695BE}"/>
              </a:ext>
            </a:extLst>
          </p:cNvPr>
          <p:cNvCxnSpPr>
            <a:cxnSpLocks noChangeShapeType="1"/>
            <a:stCxn id="486404" idx="5"/>
            <a:endCxn id="486406" idx="0"/>
          </p:cNvCxnSpPr>
          <p:nvPr/>
        </p:nvCxnSpPr>
        <p:spPr bwMode="auto">
          <a:xfrm>
            <a:off x="7172325" y="2314575"/>
            <a:ext cx="1019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06" name="AutoShape 6">
            <a:extLst>
              <a:ext uri="{FF2B5EF4-FFF2-40B4-BE49-F238E27FC236}">
                <a16:creationId xmlns:a16="http://schemas.microsoft.com/office/drawing/2014/main" id="{D54C8294-17F7-46BC-BA22-C47910EA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9718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86407" name="AutoShape 7">
            <a:extLst>
              <a:ext uri="{FF2B5EF4-FFF2-40B4-BE49-F238E27FC236}">
                <a16:creationId xmlns:a16="http://schemas.microsoft.com/office/drawing/2014/main" id="{E441BB95-6696-4B3F-907C-11A70803D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40386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86408" name="Oval 8">
            <a:extLst>
              <a:ext uri="{FF2B5EF4-FFF2-40B4-BE49-F238E27FC236}">
                <a16:creationId xmlns:a16="http://schemas.microsoft.com/office/drawing/2014/main" id="{011F2467-D30B-4DD9-B5DD-60547CBAEE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8000" y="29718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86409" name="AutoShape 9">
            <a:extLst>
              <a:ext uri="{FF2B5EF4-FFF2-40B4-BE49-F238E27FC236}">
                <a16:creationId xmlns:a16="http://schemas.microsoft.com/office/drawing/2014/main" id="{67A60470-F6A0-44C9-9359-DE35A7E6480B}"/>
              </a:ext>
            </a:extLst>
          </p:cNvPr>
          <p:cNvCxnSpPr>
            <a:cxnSpLocks noChangeShapeType="1"/>
            <a:stCxn id="486408" idx="5"/>
            <a:endCxn id="486407" idx="0"/>
          </p:cNvCxnSpPr>
          <p:nvPr/>
        </p:nvCxnSpPr>
        <p:spPr bwMode="auto">
          <a:xfrm>
            <a:off x="5978525" y="3381375"/>
            <a:ext cx="4984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10" name="AutoShape 10">
            <a:extLst>
              <a:ext uri="{FF2B5EF4-FFF2-40B4-BE49-F238E27FC236}">
                <a16:creationId xmlns:a16="http://schemas.microsoft.com/office/drawing/2014/main" id="{21165FB2-BD5D-4313-91D4-78161271D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38600"/>
            <a:ext cx="1143000" cy="17526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86411" name="AutoShape 11">
            <a:extLst>
              <a:ext uri="{FF2B5EF4-FFF2-40B4-BE49-F238E27FC236}">
                <a16:creationId xmlns:a16="http://schemas.microsoft.com/office/drawing/2014/main" id="{E9F1E0DA-46BF-4C2B-BCC7-4985CFB24643}"/>
              </a:ext>
            </a:extLst>
          </p:cNvPr>
          <p:cNvCxnSpPr>
            <a:cxnSpLocks noChangeShapeType="1"/>
            <a:stCxn id="486408" idx="3"/>
            <a:endCxn id="486410" idx="0"/>
          </p:cNvCxnSpPr>
          <p:nvPr/>
        </p:nvCxnSpPr>
        <p:spPr bwMode="auto">
          <a:xfrm flipH="1">
            <a:off x="5143500" y="3381375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12" name="AutoShape 12">
            <a:extLst>
              <a:ext uri="{FF2B5EF4-FFF2-40B4-BE49-F238E27FC236}">
                <a16:creationId xmlns:a16="http://schemas.microsoft.com/office/drawing/2014/main" id="{20971B2F-58C0-4D8A-948B-FF0B6A7CC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68800" y="2390775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6413" name="Text Box 13">
            <a:extLst>
              <a:ext uri="{FF2B5EF4-FFF2-40B4-BE49-F238E27FC236}">
                <a16:creationId xmlns:a16="http://schemas.microsoft.com/office/drawing/2014/main" id="{66D7A9EB-C5E0-4DC9-8FB9-7FEB14CA1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8850" y="38592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6414" name="Text Box 14">
            <a:extLst>
              <a:ext uri="{FF2B5EF4-FFF2-40B4-BE49-F238E27FC236}">
                <a16:creationId xmlns:a16="http://schemas.microsoft.com/office/drawing/2014/main" id="{378852FE-08FA-4295-B92C-418E1DF4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39465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15" name="Text Box 15">
            <a:extLst>
              <a:ext uri="{FF2B5EF4-FFF2-40B4-BE49-F238E27FC236}">
                <a16:creationId xmlns:a16="http://schemas.microsoft.com/office/drawing/2014/main" id="{F8230A5D-1559-42D5-91C8-BBAA90872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895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86416" name="Text Box 16">
            <a:extLst>
              <a:ext uri="{FF2B5EF4-FFF2-40B4-BE49-F238E27FC236}">
                <a16:creationId xmlns:a16="http://schemas.microsoft.com/office/drawing/2014/main" id="{DE11BECB-9111-4F18-9C16-4C5AAE39E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913" y="28797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17" name="Text Box 17">
            <a:extLst>
              <a:ext uri="{FF2B5EF4-FFF2-40B4-BE49-F238E27FC236}">
                <a16:creationId xmlns:a16="http://schemas.microsoft.com/office/drawing/2014/main" id="{4180CA4C-ECF0-431D-AE4D-08101B2B8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649413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cxnSp>
        <p:nvCxnSpPr>
          <p:cNvPr id="486418" name="AutoShape 18">
            <a:extLst>
              <a:ext uri="{FF2B5EF4-FFF2-40B4-BE49-F238E27FC236}">
                <a16:creationId xmlns:a16="http://schemas.microsoft.com/office/drawing/2014/main" id="{DC2847F8-1509-4200-9C53-6175D7CFF085}"/>
              </a:ext>
            </a:extLst>
          </p:cNvPr>
          <p:cNvCxnSpPr>
            <a:cxnSpLocks noChangeShapeType="1"/>
            <a:stCxn id="486419" idx="3"/>
            <a:endCxn id="486423" idx="0"/>
          </p:cNvCxnSpPr>
          <p:nvPr/>
        </p:nvCxnSpPr>
        <p:spPr bwMode="auto">
          <a:xfrm flipH="1">
            <a:off x="1574800" y="2343150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19" name="Oval 19">
            <a:extLst>
              <a:ext uri="{FF2B5EF4-FFF2-40B4-BE49-F238E27FC236}">
                <a16:creationId xmlns:a16="http://schemas.microsoft.com/office/drawing/2014/main" id="{ED527487-085B-43D0-9042-3D0C28E6F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40000" y="1933575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86420" name="AutoShape 20">
            <a:extLst>
              <a:ext uri="{FF2B5EF4-FFF2-40B4-BE49-F238E27FC236}">
                <a16:creationId xmlns:a16="http://schemas.microsoft.com/office/drawing/2014/main" id="{3A8BF636-D7BA-47D9-96F5-28E5FD1C015B}"/>
              </a:ext>
            </a:extLst>
          </p:cNvPr>
          <p:cNvCxnSpPr>
            <a:cxnSpLocks noChangeShapeType="1"/>
            <a:stCxn id="486419" idx="5"/>
            <a:endCxn id="486421" idx="0"/>
          </p:cNvCxnSpPr>
          <p:nvPr/>
        </p:nvCxnSpPr>
        <p:spPr bwMode="auto">
          <a:xfrm>
            <a:off x="2930525" y="2343150"/>
            <a:ext cx="7143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21" name="AutoShape 21">
            <a:extLst>
              <a:ext uri="{FF2B5EF4-FFF2-40B4-BE49-F238E27FC236}">
                <a16:creationId xmlns:a16="http://schemas.microsoft.com/office/drawing/2014/main" id="{8B87B75D-D0CF-4BEF-BCF4-B4246A6B7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000375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86422" name="AutoShape 22">
            <a:extLst>
              <a:ext uri="{FF2B5EF4-FFF2-40B4-BE49-F238E27FC236}">
                <a16:creationId xmlns:a16="http://schemas.microsoft.com/office/drawing/2014/main" id="{03E0A9DA-4FA2-48E3-827B-E041FC944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4067175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86423" name="Oval 23">
            <a:extLst>
              <a:ext uri="{FF2B5EF4-FFF2-40B4-BE49-F238E27FC236}">
                <a16:creationId xmlns:a16="http://schemas.microsoft.com/office/drawing/2014/main" id="{D2092DF0-A861-4BAD-ABB4-793FA335B0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46200" y="3000375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86424" name="AutoShape 24">
            <a:extLst>
              <a:ext uri="{FF2B5EF4-FFF2-40B4-BE49-F238E27FC236}">
                <a16:creationId xmlns:a16="http://schemas.microsoft.com/office/drawing/2014/main" id="{6F40453E-3F48-47DF-B255-5E688D99AD50}"/>
              </a:ext>
            </a:extLst>
          </p:cNvPr>
          <p:cNvCxnSpPr>
            <a:cxnSpLocks noChangeShapeType="1"/>
            <a:stCxn id="486423" idx="5"/>
            <a:endCxn id="486422" idx="0"/>
          </p:cNvCxnSpPr>
          <p:nvPr/>
        </p:nvCxnSpPr>
        <p:spPr bwMode="auto">
          <a:xfrm>
            <a:off x="1736725" y="3409950"/>
            <a:ext cx="4984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25" name="AutoShape 25">
            <a:extLst>
              <a:ext uri="{FF2B5EF4-FFF2-40B4-BE49-F238E27FC236}">
                <a16:creationId xmlns:a16="http://schemas.microsoft.com/office/drawing/2014/main" id="{4639D9AD-E749-4742-9193-64F04CB9D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067175"/>
            <a:ext cx="1143000" cy="7620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86426" name="AutoShape 26">
            <a:extLst>
              <a:ext uri="{FF2B5EF4-FFF2-40B4-BE49-F238E27FC236}">
                <a16:creationId xmlns:a16="http://schemas.microsoft.com/office/drawing/2014/main" id="{B399C560-EC22-4972-97E9-D14050A7C3EC}"/>
              </a:ext>
            </a:extLst>
          </p:cNvPr>
          <p:cNvCxnSpPr>
            <a:cxnSpLocks noChangeShapeType="1"/>
            <a:stCxn id="486423" idx="3"/>
            <a:endCxn id="486425" idx="0"/>
          </p:cNvCxnSpPr>
          <p:nvPr/>
        </p:nvCxnSpPr>
        <p:spPr bwMode="auto">
          <a:xfrm flipH="1">
            <a:off x="901700" y="3409950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27" name="Text Box 27">
            <a:extLst>
              <a:ext uri="{FF2B5EF4-FFF2-40B4-BE49-F238E27FC236}">
                <a16:creationId xmlns:a16="http://schemas.microsoft.com/office/drawing/2014/main" id="{41D1FDF9-901A-4F04-9FAA-0854F1F0D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3914775"/>
            <a:ext cx="522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h-1</a:t>
            </a:r>
          </a:p>
        </p:txBody>
      </p:sp>
      <p:sp>
        <p:nvSpPr>
          <p:cNvPr id="486428" name="Text Box 28">
            <a:extLst>
              <a:ext uri="{FF2B5EF4-FFF2-40B4-BE49-F238E27FC236}">
                <a16:creationId xmlns:a16="http://schemas.microsoft.com/office/drawing/2014/main" id="{0DCC9D22-0DB3-40F3-A758-E9119C201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3975100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29" name="Text Box 29">
            <a:extLst>
              <a:ext uri="{FF2B5EF4-FFF2-40B4-BE49-F238E27FC236}">
                <a16:creationId xmlns:a16="http://schemas.microsoft.com/office/drawing/2014/main" id="{F980EE08-554F-4B6F-867E-744804E9D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895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6430" name="Text Box 30">
            <a:extLst>
              <a:ext uri="{FF2B5EF4-FFF2-40B4-BE49-F238E27FC236}">
                <a16:creationId xmlns:a16="http://schemas.microsoft.com/office/drawing/2014/main" id="{4E2D3D47-DB50-43FE-9F20-99AA84703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2847975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31" name="Text Box 31">
            <a:extLst>
              <a:ext uri="{FF2B5EF4-FFF2-40B4-BE49-F238E27FC236}">
                <a16:creationId xmlns:a16="http://schemas.microsoft.com/office/drawing/2014/main" id="{D659D720-6508-4DEC-982C-525EDDE6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2009775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86432" name="Text Box 32">
            <a:extLst>
              <a:ext uri="{FF2B5EF4-FFF2-40B4-BE49-F238E27FC236}">
                <a16:creationId xmlns:a16="http://schemas.microsoft.com/office/drawing/2014/main" id="{2335649C-97B1-4928-BC10-CBEC8C757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</a:rPr>
              <a:t>Note: imbalance is </a:t>
            </a:r>
            <a:r>
              <a:rPr lang="en-US" altLang="en-US" sz="2400" b="1" dirty="0"/>
              <a:t>left-left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6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6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6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86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6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86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86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86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86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86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86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86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8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8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86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864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86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86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86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86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86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86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86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86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86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86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86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86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/>
      <p:bldP spid="486404" grpId="0" animBg="1"/>
      <p:bldP spid="486406" grpId="0" animBg="1"/>
      <p:bldP spid="486407" grpId="0" animBg="1"/>
      <p:bldP spid="486408" grpId="0" animBg="1"/>
      <p:bldP spid="486410" grpId="0" animBg="1"/>
      <p:bldP spid="486412" grpId="0" animBg="1"/>
      <p:bldP spid="486413" grpId="0"/>
      <p:bldP spid="486414" grpId="0"/>
      <p:bldP spid="486415" grpId="0"/>
      <p:bldP spid="486416" grpId="0"/>
      <p:bldP spid="486417" grpId="0"/>
      <p:bldP spid="486419" grpId="0" animBg="1"/>
      <p:bldP spid="486421" grpId="0" animBg="1"/>
      <p:bldP spid="486422" grpId="0" animBg="1"/>
      <p:bldP spid="486423" grpId="0" animBg="1"/>
      <p:bldP spid="486425" grpId="0" animBg="1"/>
      <p:bldP spid="486427" grpId="0"/>
      <p:bldP spid="486428" grpId="0"/>
      <p:bldP spid="486429" grpId="0"/>
      <p:bldP spid="486430" grpId="0"/>
      <p:bldP spid="486431" grpId="0"/>
      <p:bldP spid="4864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450" name="AutoShape 2">
            <a:extLst>
              <a:ext uri="{FF2B5EF4-FFF2-40B4-BE49-F238E27FC236}">
                <a16:creationId xmlns:a16="http://schemas.microsoft.com/office/drawing/2014/main" id="{E3C8B280-4F3B-4062-AF5B-A9210DD67763}"/>
              </a:ext>
            </a:extLst>
          </p:cNvPr>
          <p:cNvCxnSpPr>
            <a:cxnSpLocks noChangeShapeType="1"/>
            <a:stCxn id="488453" idx="3"/>
            <a:endCxn id="488457" idx="0"/>
          </p:cNvCxnSpPr>
          <p:nvPr/>
        </p:nvCxnSpPr>
        <p:spPr bwMode="auto">
          <a:xfrm flipH="1">
            <a:off x="1625600" y="2085975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A1E54FFA-82C1-4C2D-9B43-901D531AF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08660"/>
            <a:ext cx="7772400" cy="1090373"/>
          </a:xfrm>
        </p:spPr>
        <p:txBody>
          <a:bodyPr/>
          <a:lstStyle/>
          <a:p>
            <a:pPr algn="ctr"/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SINGLE ROTATION</a:t>
            </a:r>
            <a:b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FIX CASE#1: IMBALANCE</a:t>
            </a:r>
            <a:endParaRPr lang="en-US" altLang="en-US" sz="3200" dirty="0"/>
          </a:p>
        </p:txBody>
      </p:sp>
      <p:sp>
        <p:nvSpPr>
          <p:cNvPr id="488452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5679B3B-B7F6-446B-80E4-2098E3641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5029200"/>
            <a:ext cx="6400800" cy="1143000"/>
          </a:xfrm>
        </p:spPr>
        <p:txBody>
          <a:bodyPr/>
          <a:lstStyle/>
          <a:p>
            <a:r>
              <a:rPr lang="en-US" altLang="en-US" sz="2000"/>
              <a:t>Height of left subtree same as it was before insert!</a:t>
            </a:r>
          </a:p>
          <a:p>
            <a:r>
              <a:rPr lang="en-US" altLang="en-US" sz="2000"/>
              <a:t>Height of all ancestors unchanged</a:t>
            </a:r>
          </a:p>
          <a:p>
            <a:pPr lvl="1"/>
            <a:r>
              <a:rPr lang="en-US" altLang="en-US" sz="2000" i="1"/>
              <a:t>We can stop here!</a:t>
            </a:r>
          </a:p>
        </p:txBody>
      </p:sp>
      <p:sp>
        <p:nvSpPr>
          <p:cNvPr id="488453" name="Oval 5">
            <a:extLst>
              <a:ext uri="{FF2B5EF4-FFF2-40B4-BE49-F238E27FC236}">
                <a16:creationId xmlns:a16="http://schemas.microsoft.com/office/drawing/2014/main" id="{CED3B96F-29E6-4B50-9119-A1E55A94E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16764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88454" name="AutoShape 6">
            <a:extLst>
              <a:ext uri="{FF2B5EF4-FFF2-40B4-BE49-F238E27FC236}">
                <a16:creationId xmlns:a16="http://schemas.microsoft.com/office/drawing/2014/main" id="{D465D31A-E9A7-444B-816B-A998D278F61B}"/>
              </a:ext>
            </a:extLst>
          </p:cNvPr>
          <p:cNvCxnSpPr>
            <a:cxnSpLocks noChangeShapeType="1"/>
            <a:stCxn id="488453" idx="5"/>
            <a:endCxn id="488455" idx="0"/>
          </p:cNvCxnSpPr>
          <p:nvPr/>
        </p:nvCxnSpPr>
        <p:spPr bwMode="auto">
          <a:xfrm>
            <a:off x="2981325" y="2085975"/>
            <a:ext cx="1019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55" name="AutoShape 7">
            <a:extLst>
              <a:ext uri="{FF2B5EF4-FFF2-40B4-BE49-F238E27FC236}">
                <a16:creationId xmlns:a16="http://schemas.microsoft.com/office/drawing/2014/main" id="{C43D78A9-CF3D-466A-8849-83F0893CD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7432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88456" name="AutoShape 8">
            <a:extLst>
              <a:ext uri="{FF2B5EF4-FFF2-40B4-BE49-F238E27FC236}">
                <a16:creationId xmlns:a16="http://schemas.microsoft.com/office/drawing/2014/main" id="{8D230463-58B8-44CE-A2AF-9A8BA6568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38100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88457" name="Oval 9">
            <a:extLst>
              <a:ext uri="{FF2B5EF4-FFF2-40B4-BE49-F238E27FC236}">
                <a16:creationId xmlns:a16="http://schemas.microsoft.com/office/drawing/2014/main" id="{E00CF270-7F6E-45B0-94DA-B7B264BE66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0" y="27432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88458" name="AutoShape 10">
            <a:extLst>
              <a:ext uri="{FF2B5EF4-FFF2-40B4-BE49-F238E27FC236}">
                <a16:creationId xmlns:a16="http://schemas.microsoft.com/office/drawing/2014/main" id="{E035AB29-A71C-4C1A-8D37-2A72CA499667}"/>
              </a:ext>
            </a:extLst>
          </p:cNvPr>
          <p:cNvCxnSpPr>
            <a:cxnSpLocks noChangeShapeType="1"/>
            <a:stCxn id="488457" idx="5"/>
            <a:endCxn id="488456" idx="0"/>
          </p:cNvCxnSpPr>
          <p:nvPr/>
        </p:nvCxnSpPr>
        <p:spPr bwMode="auto">
          <a:xfrm>
            <a:off x="1787525" y="3152775"/>
            <a:ext cx="4984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59" name="AutoShape 11">
            <a:extLst>
              <a:ext uri="{FF2B5EF4-FFF2-40B4-BE49-F238E27FC236}">
                <a16:creationId xmlns:a16="http://schemas.microsoft.com/office/drawing/2014/main" id="{2AF3D693-8B04-4089-BA7A-13211F9CF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0"/>
            <a:ext cx="1143000" cy="17526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88460" name="AutoShape 12">
            <a:extLst>
              <a:ext uri="{FF2B5EF4-FFF2-40B4-BE49-F238E27FC236}">
                <a16:creationId xmlns:a16="http://schemas.microsoft.com/office/drawing/2014/main" id="{5342364B-2986-4D15-A5A2-B70E6126466E}"/>
              </a:ext>
            </a:extLst>
          </p:cNvPr>
          <p:cNvCxnSpPr>
            <a:cxnSpLocks noChangeShapeType="1"/>
            <a:stCxn id="488457" idx="3"/>
            <a:endCxn id="488459" idx="0"/>
          </p:cNvCxnSpPr>
          <p:nvPr/>
        </p:nvCxnSpPr>
        <p:spPr bwMode="auto">
          <a:xfrm flipH="1">
            <a:off x="952500" y="3152775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88461" name="Group 13">
            <a:extLst>
              <a:ext uri="{FF2B5EF4-FFF2-40B4-BE49-F238E27FC236}">
                <a16:creationId xmlns:a16="http://schemas.microsoft.com/office/drawing/2014/main" id="{6E34902C-BFD9-427E-B34B-31E27637CCCA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676400"/>
            <a:ext cx="4038600" cy="2895600"/>
            <a:chOff x="3072" y="864"/>
            <a:chExt cx="2544" cy="1824"/>
          </a:xfrm>
        </p:grpSpPr>
        <p:sp>
          <p:nvSpPr>
            <p:cNvPr id="488462" name="Oval 14">
              <a:extLst>
                <a:ext uri="{FF2B5EF4-FFF2-40B4-BE49-F238E27FC236}">
                  <a16:creationId xmlns:a16="http://schemas.microsoft.com/office/drawing/2014/main" id="{5FFED5E4-6EF0-4988-9096-625D421F3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04" y="1536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488463" name="AutoShape 15">
              <a:extLst>
                <a:ext uri="{FF2B5EF4-FFF2-40B4-BE49-F238E27FC236}">
                  <a16:creationId xmlns:a16="http://schemas.microsoft.com/office/drawing/2014/main" id="{8C074720-90B7-46AF-9F10-31881DB8A9AA}"/>
                </a:ext>
              </a:extLst>
            </p:cNvPr>
            <p:cNvCxnSpPr>
              <a:cxnSpLocks noChangeShapeType="1"/>
              <a:stCxn id="488467" idx="5"/>
              <a:endCxn id="488462" idx="0"/>
            </p:cNvCxnSpPr>
            <p:nvPr/>
          </p:nvCxnSpPr>
          <p:spPr bwMode="auto">
            <a:xfrm>
              <a:off x="4182" y="1122"/>
              <a:ext cx="666" cy="4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8464" name="AutoShape 16">
              <a:extLst>
                <a:ext uri="{FF2B5EF4-FFF2-40B4-BE49-F238E27FC236}">
                  <a16:creationId xmlns:a16="http://schemas.microsoft.com/office/drawing/2014/main" id="{84BA715F-5723-421D-BD58-31C82DD10A3A}"/>
                </a:ext>
              </a:extLst>
            </p:cNvPr>
            <p:cNvCxnSpPr>
              <a:cxnSpLocks noChangeShapeType="1"/>
              <a:stCxn id="488462" idx="5"/>
              <a:endCxn id="488465" idx="0"/>
            </p:cNvCxnSpPr>
            <p:nvPr/>
          </p:nvCxnSpPr>
          <p:spPr bwMode="auto">
            <a:xfrm>
              <a:off x="4950" y="1794"/>
              <a:ext cx="306" cy="4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8465" name="AutoShape 17">
              <a:extLst>
                <a:ext uri="{FF2B5EF4-FFF2-40B4-BE49-F238E27FC236}">
                  <a16:creationId xmlns:a16="http://schemas.microsoft.com/office/drawing/2014/main" id="{A4F42EB6-1942-431A-B140-BF2094172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208"/>
              <a:ext cx="720" cy="48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88466" name="AutoShape 18">
              <a:extLst>
                <a:ext uri="{FF2B5EF4-FFF2-40B4-BE49-F238E27FC236}">
                  <a16:creationId xmlns:a16="http://schemas.microsoft.com/office/drawing/2014/main" id="{BAAA3F99-56D5-451E-A3E0-33C21C68C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208"/>
              <a:ext cx="720" cy="48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88467" name="Oval 19">
              <a:extLst>
                <a:ext uri="{FF2B5EF4-FFF2-40B4-BE49-F238E27FC236}">
                  <a16:creationId xmlns:a16="http://schemas.microsoft.com/office/drawing/2014/main" id="{80680EA5-9036-481C-914B-D051B1A19D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36" y="86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488468" name="AutoShape 20">
              <a:extLst>
                <a:ext uri="{FF2B5EF4-FFF2-40B4-BE49-F238E27FC236}">
                  <a16:creationId xmlns:a16="http://schemas.microsoft.com/office/drawing/2014/main" id="{68C9FBA5-ECB5-403D-98B3-DDD89B3DB5C5}"/>
                </a:ext>
              </a:extLst>
            </p:cNvPr>
            <p:cNvCxnSpPr>
              <a:cxnSpLocks noChangeShapeType="1"/>
              <a:stCxn id="488462" idx="3"/>
              <a:endCxn id="488466" idx="0"/>
            </p:cNvCxnSpPr>
            <p:nvPr/>
          </p:nvCxnSpPr>
          <p:spPr bwMode="auto">
            <a:xfrm flipH="1">
              <a:off x="4392" y="1794"/>
              <a:ext cx="354" cy="4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8469" name="AutoShape 21">
              <a:extLst>
                <a:ext uri="{FF2B5EF4-FFF2-40B4-BE49-F238E27FC236}">
                  <a16:creationId xmlns:a16="http://schemas.microsoft.com/office/drawing/2014/main" id="{B75FDFC0-8117-4E92-AB32-6E04B0D23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720" cy="1104"/>
            </a:xfrm>
            <a:prstGeom prst="triangle">
              <a:avLst>
                <a:gd name="adj" fmla="val 50000"/>
              </a:avLst>
            </a:prstGeom>
            <a:solidFill>
              <a:srgbClr val="FF919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cxnSp>
          <p:nvCxnSpPr>
            <p:cNvPr id="488470" name="AutoShape 22">
              <a:extLst>
                <a:ext uri="{FF2B5EF4-FFF2-40B4-BE49-F238E27FC236}">
                  <a16:creationId xmlns:a16="http://schemas.microsoft.com/office/drawing/2014/main" id="{244D1363-0C85-4974-BD82-544FE966FDF3}"/>
                </a:ext>
              </a:extLst>
            </p:cNvPr>
            <p:cNvCxnSpPr>
              <a:cxnSpLocks noChangeShapeType="1"/>
              <a:stCxn id="488467" idx="3"/>
              <a:endCxn id="488469" idx="0"/>
            </p:cNvCxnSpPr>
            <p:nvPr/>
          </p:nvCxnSpPr>
          <p:spPr bwMode="auto">
            <a:xfrm flipH="1">
              <a:off x="3432" y="1122"/>
              <a:ext cx="546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88471" name="AutoShape 23">
            <a:extLst>
              <a:ext uri="{FF2B5EF4-FFF2-40B4-BE49-F238E27FC236}">
                <a16:creationId xmlns:a16="http://schemas.microsoft.com/office/drawing/2014/main" id="{8F4432A0-07BD-4B63-9490-7BD036E0A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2514600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88472" name="AutoShape 24">
            <a:extLst>
              <a:ext uri="{FF2B5EF4-FFF2-40B4-BE49-F238E27FC236}">
                <a16:creationId xmlns:a16="http://schemas.microsoft.com/office/drawing/2014/main" id="{885CF1EE-97B5-45E6-A29A-C3FFD2EDDC61}"/>
              </a:ext>
            </a:extLst>
          </p:cNvPr>
          <p:cNvCxnSpPr>
            <a:cxnSpLocks noChangeShapeType="1"/>
            <a:endCxn id="488456" idx="0"/>
          </p:cNvCxnSpPr>
          <p:nvPr/>
        </p:nvCxnSpPr>
        <p:spPr bwMode="auto">
          <a:xfrm flipH="1">
            <a:off x="2286000" y="2133600"/>
            <a:ext cx="533400" cy="1657350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73" name="AutoShape 25">
            <a:extLst>
              <a:ext uri="{FF2B5EF4-FFF2-40B4-BE49-F238E27FC236}">
                <a16:creationId xmlns:a16="http://schemas.microsoft.com/office/drawing/2014/main" id="{FA23237D-AA45-4A4E-81C3-7B73ABF28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24200"/>
            <a:ext cx="609600" cy="304800"/>
          </a:xfrm>
          <a:custGeom>
            <a:avLst/>
            <a:gdLst>
              <a:gd name="G0" fmla="+- -3093470 0 0"/>
              <a:gd name="G1" fmla="+- -10026307 0 0"/>
              <a:gd name="G2" fmla="+- -3093470 0 -10026307"/>
              <a:gd name="G3" fmla="+- 10800 0 0"/>
              <a:gd name="G4" fmla="+- 0 0 -309347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279 0 0"/>
              <a:gd name="G9" fmla="+- 0 0 -10026307"/>
              <a:gd name="G10" fmla="+- 8279 0 2700"/>
              <a:gd name="G11" fmla="cos G10 -3093470"/>
              <a:gd name="G12" fmla="sin G10 -3093470"/>
              <a:gd name="G13" fmla="cos 13500 -3093470"/>
              <a:gd name="G14" fmla="sin 13500 -3093470"/>
              <a:gd name="G15" fmla="+- G11 10800 0"/>
              <a:gd name="G16" fmla="+- G12 10800 0"/>
              <a:gd name="G17" fmla="+- G13 10800 0"/>
              <a:gd name="G18" fmla="+- G14 10800 0"/>
              <a:gd name="G19" fmla="*/ 8279 1 2"/>
              <a:gd name="G20" fmla="+- G19 5400 0"/>
              <a:gd name="G21" fmla="cos G20 -3093470"/>
              <a:gd name="G22" fmla="sin G20 -3093470"/>
              <a:gd name="G23" fmla="+- G21 10800 0"/>
              <a:gd name="G24" fmla="+- G12 G23 G22"/>
              <a:gd name="G25" fmla="+- G22 G23 G11"/>
              <a:gd name="G26" fmla="cos 10800 -3093470"/>
              <a:gd name="G27" fmla="sin 10800 -3093470"/>
              <a:gd name="G28" fmla="cos 8279 -3093470"/>
              <a:gd name="G29" fmla="sin 8279 -309347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026307"/>
              <a:gd name="G36" fmla="sin G34 -10026307"/>
              <a:gd name="G37" fmla="+/ -10026307 -309347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279 G39"/>
              <a:gd name="G43" fmla="sin 827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8906 w 21600"/>
              <a:gd name="T5" fmla="*/ 167 h 21600"/>
              <a:gd name="T6" fmla="*/ 2300 w 21600"/>
              <a:gd name="T7" fmla="*/ 6467 h 21600"/>
              <a:gd name="T8" fmla="*/ 9348 w 21600"/>
              <a:gd name="T9" fmla="*/ 2649 h 21600"/>
              <a:gd name="T10" fmla="*/ 19972 w 21600"/>
              <a:gd name="T11" fmla="*/ 894 h 21600"/>
              <a:gd name="T12" fmla="*/ 20188 w 21600"/>
              <a:gd name="T13" fmla="*/ 6490 h 21600"/>
              <a:gd name="T14" fmla="*/ 14590 w 21600"/>
              <a:gd name="T15" fmla="*/ 670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424" y="4725"/>
                </a:moveTo>
                <a:cubicBezTo>
                  <a:pt x="14894" y="3308"/>
                  <a:pt x="12885" y="2521"/>
                  <a:pt x="10800" y="2521"/>
                </a:cubicBezTo>
                <a:cubicBezTo>
                  <a:pt x="7687" y="2521"/>
                  <a:pt x="4837" y="4266"/>
                  <a:pt x="3424" y="7040"/>
                </a:cubicBezTo>
                <a:lnTo>
                  <a:pt x="1178" y="5895"/>
                </a:lnTo>
                <a:cubicBezTo>
                  <a:pt x="3022" y="2277"/>
                  <a:pt x="6739" y="0"/>
                  <a:pt x="10800" y="0"/>
                </a:cubicBezTo>
                <a:cubicBezTo>
                  <a:pt x="13520" y="0"/>
                  <a:pt x="16141" y="1026"/>
                  <a:pt x="18137" y="2875"/>
                </a:cubicBezTo>
                <a:lnTo>
                  <a:pt x="19972" y="894"/>
                </a:lnTo>
                <a:lnTo>
                  <a:pt x="20188" y="6490"/>
                </a:lnTo>
                <a:lnTo>
                  <a:pt x="14590" y="6706"/>
                </a:lnTo>
                <a:lnTo>
                  <a:pt x="16424" y="4725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8474" name="AutoShape 26">
            <a:extLst>
              <a:ext uri="{FF2B5EF4-FFF2-40B4-BE49-F238E27FC236}">
                <a16:creationId xmlns:a16="http://schemas.microsoft.com/office/drawing/2014/main" id="{8A5FB435-3511-491A-9E65-8E643E9046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5400" y="1600200"/>
            <a:ext cx="1338263" cy="1504950"/>
          </a:xfrm>
          <a:custGeom>
            <a:avLst/>
            <a:gdLst>
              <a:gd name="G0" fmla="+- -10453435 0 0"/>
              <a:gd name="G1" fmla="+- 9771425 0 0"/>
              <a:gd name="G2" fmla="+- -10453435 0 9771425"/>
              <a:gd name="G3" fmla="+- 10800 0 0"/>
              <a:gd name="G4" fmla="+- 0 0 -10453435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329 0 0"/>
              <a:gd name="G9" fmla="+- 0 0 9771425"/>
              <a:gd name="G10" fmla="+- 8329 0 2700"/>
              <a:gd name="G11" fmla="cos G10 -10453435"/>
              <a:gd name="G12" fmla="sin G10 -10453435"/>
              <a:gd name="G13" fmla="cos 13500 -10453435"/>
              <a:gd name="G14" fmla="sin 13500 -10453435"/>
              <a:gd name="G15" fmla="+- G11 10800 0"/>
              <a:gd name="G16" fmla="+- G12 10800 0"/>
              <a:gd name="G17" fmla="+- G13 10800 0"/>
              <a:gd name="G18" fmla="+- G14 10800 0"/>
              <a:gd name="G19" fmla="*/ 8329 1 2"/>
              <a:gd name="G20" fmla="+- G19 5400 0"/>
              <a:gd name="G21" fmla="cos G20 -10453435"/>
              <a:gd name="G22" fmla="sin G20 -10453435"/>
              <a:gd name="G23" fmla="+- G21 10800 0"/>
              <a:gd name="G24" fmla="+- G12 G23 G22"/>
              <a:gd name="G25" fmla="+- G22 G23 G11"/>
              <a:gd name="G26" fmla="cos 10800 -10453435"/>
              <a:gd name="G27" fmla="sin 10800 -10453435"/>
              <a:gd name="G28" fmla="cos 8329 -10453435"/>
              <a:gd name="G29" fmla="sin 8329 -10453435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9771425"/>
              <a:gd name="G36" fmla="sin G34 9771425"/>
              <a:gd name="G37" fmla="+/ 9771425 -10453435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329 G39"/>
              <a:gd name="G43" fmla="sin 832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44 w 21600"/>
              <a:gd name="T5" fmla="*/ 11779 h 21600"/>
              <a:gd name="T6" fmla="*/ 2592 w 21600"/>
              <a:gd name="T7" fmla="*/ 15712 h 21600"/>
              <a:gd name="T8" fmla="*/ 2505 w 21600"/>
              <a:gd name="T9" fmla="*/ 11555 h 21600"/>
              <a:gd name="T10" fmla="*/ -1846 w 21600"/>
              <a:gd name="T11" fmla="*/ 6073 h 21600"/>
              <a:gd name="T12" fmla="*/ 3218 w 21600"/>
              <a:gd name="T13" fmla="*/ 3764 h 21600"/>
              <a:gd name="T14" fmla="*/ 5527 w 21600"/>
              <a:gd name="T15" fmla="*/ 8829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998" y="7884"/>
                </a:moveTo>
                <a:cubicBezTo>
                  <a:pt x="2649" y="8816"/>
                  <a:pt x="2471" y="9804"/>
                  <a:pt x="2471" y="10799"/>
                </a:cubicBezTo>
                <a:cubicBezTo>
                  <a:pt x="2471" y="12306"/>
                  <a:pt x="2879" y="13784"/>
                  <a:pt x="3653" y="15077"/>
                </a:cubicBezTo>
                <a:lnTo>
                  <a:pt x="1532" y="16346"/>
                </a:lnTo>
                <a:cubicBezTo>
                  <a:pt x="529" y="14670"/>
                  <a:pt x="0" y="12753"/>
                  <a:pt x="0" y="10800"/>
                </a:cubicBezTo>
                <a:cubicBezTo>
                  <a:pt x="0" y="9508"/>
                  <a:pt x="231" y="8228"/>
                  <a:pt x="683" y="7018"/>
                </a:cubicBezTo>
                <a:lnTo>
                  <a:pt x="-1846" y="6073"/>
                </a:lnTo>
                <a:lnTo>
                  <a:pt x="3218" y="3764"/>
                </a:lnTo>
                <a:lnTo>
                  <a:pt x="5527" y="8829"/>
                </a:lnTo>
                <a:lnTo>
                  <a:pt x="2998" y="7884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8475" name="Text Box 27">
            <a:extLst>
              <a:ext uri="{FF2B5EF4-FFF2-40B4-BE49-F238E27FC236}">
                <a16:creationId xmlns:a16="http://schemas.microsoft.com/office/drawing/2014/main" id="{908FFBEB-7BD9-4D3E-B310-C291B9836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36306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8476" name="Text Box 28">
            <a:extLst>
              <a:ext uri="{FF2B5EF4-FFF2-40B4-BE49-F238E27FC236}">
                <a16:creationId xmlns:a16="http://schemas.microsoft.com/office/drawing/2014/main" id="{BC934FAC-2B23-4D80-85E6-E65498F5F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37179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77" name="Text Box 29">
            <a:extLst>
              <a:ext uri="{FF2B5EF4-FFF2-40B4-BE49-F238E27FC236}">
                <a16:creationId xmlns:a16="http://schemas.microsoft.com/office/drawing/2014/main" id="{C3C13F25-D792-4E9F-AB5C-3C12157BA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26670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88478" name="Text Box 30">
            <a:extLst>
              <a:ext uri="{FF2B5EF4-FFF2-40B4-BE49-F238E27FC236}">
                <a16:creationId xmlns:a16="http://schemas.microsoft.com/office/drawing/2014/main" id="{35152C73-10BE-4010-A044-9352CD5AF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26511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79" name="Text Box 31">
            <a:extLst>
              <a:ext uri="{FF2B5EF4-FFF2-40B4-BE49-F238E27FC236}">
                <a16:creationId xmlns:a16="http://schemas.microsoft.com/office/drawing/2014/main" id="{A4425582-4E26-4BED-A38A-FB34AFFA7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752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sp>
        <p:nvSpPr>
          <p:cNvPr id="488480" name="Text Box 32">
            <a:extLst>
              <a:ext uri="{FF2B5EF4-FFF2-40B4-BE49-F238E27FC236}">
                <a16:creationId xmlns:a16="http://schemas.microsoft.com/office/drawing/2014/main" id="{CCB7C0B2-C248-41AB-A370-D0EDC3BFF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743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8481" name="Text Box 33">
            <a:extLst>
              <a:ext uri="{FF2B5EF4-FFF2-40B4-BE49-F238E27FC236}">
                <a16:creationId xmlns:a16="http://schemas.microsoft.com/office/drawing/2014/main" id="{C85FD77D-4047-41B6-8996-2A7820FC6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814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82" name="Text Box 34">
            <a:extLst>
              <a:ext uri="{FF2B5EF4-FFF2-40B4-BE49-F238E27FC236}">
                <a16:creationId xmlns:a16="http://schemas.microsoft.com/office/drawing/2014/main" id="{A83D22AC-3CA6-4436-B43E-CE5F02181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4650" y="2498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8483" name="Text Box 35">
            <a:extLst>
              <a:ext uri="{FF2B5EF4-FFF2-40B4-BE49-F238E27FC236}">
                <a16:creationId xmlns:a16="http://schemas.microsoft.com/office/drawing/2014/main" id="{D6B6FC96-6998-43AE-8908-01FBB856C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4713" y="3505200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84" name="Text Box 36">
            <a:extLst>
              <a:ext uri="{FF2B5EF4-FFF2-40B4-BE49-F238E27FC236}">
                <a16:creationId xmlns:a16="http://schemas.microsoft.com/office/drawing/2014/main" id="{1335D6F7-1FD8-4A35-BB3B-07B7C09A7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6764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+ 1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8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8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88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8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88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8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8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8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8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88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884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884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88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88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88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884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88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88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88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88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88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88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88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88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88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884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88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88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88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88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88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488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88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88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488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8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8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88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8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8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/>
      <p:bldP spid="488452" grpId="0" build="p"/>
      <p:bldP spid="488453" grpId="0" animBg="1"/>
      <p:bldP spid="488455" grpId="0" animBg="1"/>
      <p:bldP spid="488456" grpId="0" animBg="1"/>
      <p:bldP spid="488457" grpId="0" animBg="1"/>
      <p:bldP spid="488459" grpId="0" animBg="1"/>
      <p:bldP spid="488471" grpId="0" animBg="1"/>
      <p:bldP spid="488473" grpId="0" animBg="1"/>
      <p:bldP spid="488474" grpId="0" animBg="1"/>
      <p:bldP spid="488475" grpId="0"/>
      <p:bldP spid="488476" grpId="0"/>
      <p:bldP spid="488477" grpId="0"/>
      <p:bldP spid="488478" grpId="0"/>
      <p:bldP spid="488479" grpId="0"/>
      <p:bldP spid="488480" grpId="0"/>
      <p:bldP spid="488481" grpId="0"/>
      <p:bldP spid="488482" grpId="0"/>
      <p:bldP spid="48848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>
            <a:extLst>
              <a:ext uri="{FF2B5EF4-FFF2-40B4-BE49-F238E27FC236}">
                <a16:creationId xmlns:a16="http://schemas.microsoft.com/office/drawing/2014/main" id="{25191480-D10D-4A94-AD3A-78E9B4CBC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7"/>
            <a:ext cx="8382000" cy="1143000"/>
          </a:xfrm>
        </p:spPr>
        <p:txBody>
          <a:bodyPr/>
          <a:lstStyle/>
          <a:p>
            <a:r>
              <a:rPr lang="en-US" alt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BAD INSERT CASE#2:</a:t>
            </a:r>
            <a:b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LEFT-LEFT or RIGHT-RIGHT IMBALANCE</a:t>
            </a:r>
            <a:endParaRPr lang="en-US" altLang="en-US" sz="4000" b="1" dirty="0"/>
          </a:p>
        </p:txBody>
      </p:sp>
      <p:sp>
        <p:nvSpPr>
          <p:cNvPr id="49049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25DF119-9FE8-4A33-9321-57FAB0E56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CC9900"/>
                </a:solidFill>
              </a:rPr>
              <a:t>small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00FF"/>
                </a:solidFill>
              </a:rPr>
              <a:t>tall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8000"/>
                </a:solidFill>
              </a:rPr>
              <a:t>middle</a:t>
            </a:r>
            <a:r>
              <a:rPr lang="en-US" altLang="en-US" dirty="0"/>
              <a:t>)</a:t>
            </a:r>
          </a:p>
        </p:txBody>
      </p:sp>
      <p:sp>
        <p:nvSpPr>
          <p:cNvPr id="490500" name="Oval 4">
            <a:extLst>
              <a:ext uri="{FF2B5EF4-FFF2-40B4-BE49-F238E27FC236}">
                <a16:creationId xmlns:a16="http://schemas.microsoft.com/office/drawing/2014/main" id="{470254E7-BF20-4EEC-83C2-6A1A09F05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8238" y="5154613"/>
            <a:ext cx="488950" cy="488950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0501" name="Oval 5">
            <a:extLst>
              <a:ext uri="{FF2B5EF4-FFF2-40B4-BE49-F238E27FC236}">
                <a16:creationId xmlns:a16="http://schemas.microsoft.com/office/drawing/2014/main" id="{C3223452-7B60-49BF-84E0-329A7744F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69100" y="3995738"/>
            <a:ext cx="487363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90502" name="Oval 6">
            <a:extLst>
              <a:ext uri="{FF2B5EF4-FFF2-40B4-BE49-F238E27FC236}">
                <a16:creationId xmlns:a16="http://schemas.microsoft.com/office/drawing/2014/main" id="{2611965A-1507-4613-8BAC-3C902ED2F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1200" y="2835275"/>
            <a:ext cx="488950" cy="488950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90503" name="AutoShape 7">
            <a:extLst>
              <a:ext uri="{FF2B5EF4-FFF2-40B4-BE49-F238E27FC236}">
                <a16:creationId xmlns:a16="http://schemas.microsoft.com/office/drawing/2014/main" id="{F07A3485-87FC-4FCA-80B2-55EFA16B35B6}"/>
              </a:ext>
            </a:extLst>
          </p:cNvPr>
          <p:cNvCxnSpPr>
            <a:cxnSpLocks noChangeAspect="1" noChangeShapeType="1"/>
            <a:stCxn id="490502" idx="5"/>
            <a:endCxn id="490501" idx="0"/>
          </p:cNvCxnSpPr>
          <p:nvPr/>
        </p:nvCxnSpPr>
        <p:spPr bwMode="auto">
          <a:xfrm>
            <a:off x="6208713" y="3267075"/>
            <a:ext cx="803275" cy="712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0504" name="AutoShape 8">
            <a:extLst>
              <a:ext uri="{FF2B5EF4-FFF2-40B4-BE49-F238E27FC236}">
                <a16:creationId xmlns:a16="http://schemas.microsoft.com/office/drawing/2014/main" id="{2B495D0F-313E-4CE4-A0B6-F6245A49A70C}"/>
              </a:ext>
            </a:extLst>
          </p:cNvPr>
          <p:cNvCxnSpPr>
            <a:cxnSpLocks noChangeAspect="1" noChangeShapeType="1"/>
            <a:stCxn id="490501" idx="3"/>
            <a:endCxn id="490500" idx="0"/>
          </p:cNvCxnSpPr>
          <p:nvPr/>
        </p:nvCxnSpPr>
        <p:spPr bwMode="auto">
          <a:xfrm flipH="1">
            <a:off x="6462713" y="4427538"/>
            <a:ext cx="376237" cy="7127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0505" name="Text Box 9">
            <a:extLst>
              <a:ext uri="{FF2B5EF4-FFF2-40B4-BE49-F238E27FC236}">
                <a16:creationId xmlns:a16="http://schemas.microsoft.com/office/drawing/2014/main" id="{D194F693-E155-41AD-A960-D3E1BE9395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0" y="48498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0506" name="Text Box 10">
            <a:extLst>
              <a:ext uri="{FF2B5EF4-FFF2-40B4-BE49-F238E27FC236}">
                <a16:creationId xmlns:a16="http://schemas.microsoft.com/office/drawing/2014/main" id="{9A42E863-6C27-42C3-8CA2-E00354BF40E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11988" y="36290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0507" name="Text Box 11">
            <a:extLst>
              <a:ext uri="{FF2B5EF4-FFF2-40B4-BE49-F238E27FC236}">
                <a16:creationId xmlns:a16="http://schemas.microsoft.com/office/drawing/2014/main" id="{F203EDFE-86F5-4E7B-8116-DE7FDF212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7913" y="2590800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490508" name="Text Box 12">
            <a:extLst>
              <a:ext uri="{FF2B5EF4-FFF2-40B4-BE49-F238E27FC236}">
                <a16:creationId xmlns:a16="http://schemas.microsoft.com/office/drawing/2014/main" id="{C71267D2-4EFC-4B76-B34B-E2525A5F3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chemeClr val="tx1"/>
                </a:solidFill>
              </a:rPr>
              <a:t>Will a single rotation fix this?</a:t>
            </a:r>
          </a:p>
        </p:txBody>
      </p:sp>
      <p:sp>
        <p:nvSpPr>
          <p:cNvPr id="490509" name="Text Box 13">
            <a:extLst>
              <a:ext uri="{FF2B5EF4-FFF2-40B4-BE49-F238E27FC236}">
                <a16:creationId xmlns:a16="http://schemas.microsoft.com/office/drawing/2014/main" id="{EE1B5EEA-9707-4E27-B9DD-1FBEC05E0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0"/>
            <a:ext cx="5257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indent="-227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</a:rPr>
              <a:t>BC#2 Imbalance caused by either: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>
                <a:latin typeface="Tahoma" panose="020B0604030504040204" pitchFamily="34" charset="0"/>
              </a:rPr>
              <a:t>Insert into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>
                <a:latin typeface="Tahoma" panose="020B0604030504040204" pitchFamily="34" charset="0"/>
              </a:rPr>
              <a:t> child’s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>
                <a:latin typeface="Tahoma" panose="020B0604030504040204" pitchFamily="34" charset="0"/>
              </a:rPr>
              <a:t> subtree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>
                <a:latin typeface="Tahoma" panose="020B0604030504040204" pitchFamily="34" charset="0"/>
              </a:rPr>
              <a:t>Insert into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>
                <a:latin typeface="Tahoma" panose="020B0604030504040204" pitchFamily="34" charset="0"/>
              </a:rPr>
              <a:t> child’s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>
                <a:latin typeface="Tahoma" panose="020B0604030504040204" pitchFamily="34" charset="0"/>
              </a:rPr>
              <a:t> subtree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04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905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90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90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8" grpId="0"/>
      <p:bldP spid="490499" grpId="0" build="p"/>
      <p:bldP spid="490500" grpId="0" animBg="1"/>
      <p:bldP spid="490501" grpId="0" animBg="1"/>
      <p:bldP spid="490502" grpId="0" animBg="1"/>
      <p:bldP spid="490505" grpId="0"/>
      <p:bldP spid="490506" grpId="0"/>
      <p:bldP spid="4905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>
            <a:extLst>
              <a:ext uri="{FF2B5EF4-FFF2-40B4-BE49-F238E27FC236}">
                <a16:creationId xmlns:a16="http://schemas.microsoft.com/office/drawing/2014/main" id="{4F7D9167-0E47-4264-BA0E-FA9F53F11E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algn="ctr"/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DOUBLE ROTATION</a:t>
            </a:r>
            <a:endParaRPr lang="en-US" altLang="en-US" dirty="0"/>
          </a:p>
        </p:txBody>
      </p:sp>
      <p:sp>
        <p:nvSpPr>
          <p:cNvPr id="492547" name="Oval 3">
            <a:extLst>
              <a:ext uri="{FF2B5EF4-FFF2-40B4-BE49-F238E27FC236}">
                <a16:creationId xmlns:a16="http://schemas.microsoft.com/office/drawing/2014/main" id="{B7BADAC3-6000-4427-AD66-22BEB9B272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94575" y="3122613"/>
            <a:ext cx="487363" cy="487362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2548" name="Oval 4">
            <a:extLst>
              <a:ext uri="{FF2B5EF4-FFF2-40B4-BE49-F238E27FC236}">
                <a16:creationId xmlns:a16="http://schemas.microsoft.com/office/drawing/2014/main" id="{3D6195E2-7ABA-4A16-9CF7-7CDFC12E9A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43675" y="4583113"/>
            <a:ext cx="485775" cy="487362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CC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92549" name="Oval 5">
            <a:extLst>
              <a:ext uri="{FF2B5EF4-FFF2-40B4-BE49-F238E27FC236}">
                <a16:creationId xmlns:a16="http://schemas.microsoft.com/office/drawing/2014/main" id="{A2B1339F-0681-4E13-94D4-8AAF0CEA34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47063" y="4583113"/>
            <a:ext cx="487362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92550" name="AutoShape 6">
            <a:extLst>
              <a:ext uri="{FF2B5EF4-FFF2-40B4-BE49-F238E27FC236}">
                <a16:creationId xmlns:a16="http://schemas.microsoft.com/office/drawing/2014/main" id="{CB1AC5D1-B62C-4BD5-974B-6B74C74CA254}"/>
              </a:ext>
            </a:extLst>
          </p:cNvPr>
          <p:cNvCxnSpPr>
            <a:cxnSpLocks noChangeAspect="1" noChangeShapeType="1"/>
            <a:stCxn id="492547" idx="3"/>
            <a:endCxn id="492548" idx="0"/>
          </p:cNvCxnSpPr>
          <p:nvPr/>
        </p:nvCxnSpPr>
        <p:spPr bwMode="auto">
          <a:xfrm flipH="1">
            <a:off x="6786563" y="3552825"/>
            <a:ext cx="679450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2551" name="AutoShape 7">
            <a:extLst>
              <a:ext uri="{FF2B5EF4-FFF2-40B4-BE49-F238E27FC236}">
                <a16:creationId xmlns:a16="http://schemas.microsoft.com/office/drawing/2014/main" id="{5640C3AB-971A-4C9C-8D7D-8D78AB9015CE}"/>
              </a:ext>
            </a:extLst>
          </p:cNvPr>
          <p:cNvCxnSpPr>
            <a:cxnSpLocks noChangeAspect="1" noChangeShapeType="1"/>
            <a:stCxn id="492547" idx="5"/>
            <a:endCxn id="492549" idx="0"/>
          </p:cNvCxnSpPr>
          <p:nvPr/>
        </p:nvCxnSpPr>
        <p:spPr bwMode="auto">
          <a:xfrm>
            <a:off x="7810500" y="3552825"/>
            <a:ext cx="681038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2552" name="Text Box 8">
            <a:extLst>
              <a:ext uri="{FF2B5EF4-FFF2-40B4-BE49-F238E27FC236}">
                <a16:creationId xmlns:a16="http://schemas.microsoft.com/office/drawing/2014/main" id="{D63A8DCF-3445-404E-BF94-B605763D19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12188" y="42783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53" name="Text Box 9">
            <a:extLst>
              <a:ext uri="{FF2B5EF4-FFF2-40B4-BE49-F238E27FC236}">
                <a16:creationId xmlns:a16="http://schemas.microsoft.com/office/drawing/2014/main" id="{D9DD6C4E-E338-4A3A-87E6-9CB811A0FA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1438" y="42783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54" name="Text Box 10">
            <a:extLst>
              <a:ext uri="{FF2B5EF4-FFF2-40B4-BE49-F238E27FC236}">
                <a16:creationId xmlns:a16="http://schemas.microsoft.com/office/drawing/2014/main" id="{A53B812D-1D0C-4CA6-B5CE-20C256707E2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1288" y="28178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2555" name="AutoShape 11">
            <a:extLst>
              <a:ext uri="{FF2B5EF4-FFF2-40B4-BE49-F238E27FC236}">
                <a16:creationId xmlns:a16="http://schemas.microsoft.com/office/drawing/2014/main" id="{8D3D4607-3DAB-4CE4-AA8F-DC08E3BC4C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35175" y="3913188"/>
            <a:ext cx="852488" cy="304800"/>
          </a:xfrm>
          <a:prstGeom prst="rightArrow">
            <a:avLst>
              <a:gd name="adj1" fmla="val 50000"/>
              <a:gd name="adj2" fmla="val 6992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556" name="AutoShape 12">
            <a:extLst>
              <a:ext uri="{FF2B5EF4-FFF2-40B4-BE49-F238E27FC236}">
                <a16:creationId xmlns:a16="http://schemas.microsoft.com/office/drawing/2014/main" id="{52AC75B0-CD9F-452F-8815-A51BD4F71F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063" y="3427413"/>
            <a:ext cx="1338262" cy="2190750"/>
          </a:xfrm>
          <a:custGeom>
            <a:avLst/>
            <a:gdLst>
              <a:gd name="G0" fmla="+- -9740166 0 0"/>
              <a:gd name="G1" fmla="+- 9771425 0 0"/>
              <a:gd name="G2" fmla="+- -9740166 0 9771425"/>
              <a:gd name="G3" fmla="+- 10800 0 0"/>
              <a:gd name="G4" fmla="+- 0 0 -974016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658 0 0"/>
              <a:gd name="G9" fmla="+- 0 0 9771425"/>
              <a:gd name="G10" fmla="+- 8658 0 2700"/>
              <a:gd name="G11" fmla="cos G10 -9740166"/>
              <a:gd name="G12" fmla="sin G10 -9740166"/>
              <a:gd name="G13" fmla="cos 13500 -9740166"/>
              <a:gd name="G14" fmla="sin 13500 -9740166"/>
              <a:gd name="G15" fmla="+- G11 10800 0"/>
              <a:gd name="G16" fmla="+- G12 10800 0"/>
              <a:gd name="G17" fmla="+- G13 10800 0"/>
              <a:gd name="G18" fmla="+- G14 10800 0"/>
              <a:gd name="G19" fmla="*/ 8658 1 2"/>
              <a:gd name="G20" fmla="+- G19 5400 0"/>
              <a:gd name="G21" fmla="cos G20 -9740166"/>
              <a:gd name="G22" fmla="sin G20 -9740166"/>
              <a:gd name="G23" fmla="+- G21 10800 0"/>
              <a:gd name="G24" fmla="+- G12 G23 G22"/>
              <a:gd name="G25" fmla="+- G22 G23 G11"/>
              <a:gd name="G26" fmla="cos 10800 -9740166"/>
              <a:gd name="G27" fmla="sin 10800 -9740166"/>
              <a:gd name="G28" fmla="cos 8658 -9740166"/>
              <a:gd name="G29" fmla="sin 8658 -974016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9771425"/>
              <a:gd name="G36" fmla="sin G34 9771425"/>
              <a:gd name="G37" fmla="+/ 9771425 -974016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658 G39"/>
              <a:gd name="G43" fmla="sin 8658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0 w 21600"/>
              <a:gd name="T5" fmla="*/ 10755 h 21600"/>
              <a:gd name="T6" fmla="*/ 2451 w 21600"/>
              <a:gd name="T7" fmla="*/ 15796 h 21600"/>
              <a:gd name="T8" fmla="*/ 2142 w 21600"/>
              <a:gd name="T9" fmla="*/ 10763 h 21600"/>
              <a:gd name="T10" fmla="*/ -726 w 21600"/>
              <a:gd name="T11" fmla="*/ 3771 h 21600"/>
              <a:gd name="T12" fmla="*/ 4456 w 21600"/>
              <a:gd name="T13" fmla="*/ 2514 h 21600"/>
              <a:gd name="T14" fmla="*/ 5713 w 21600"/>
              <a:gd name="T15" fmla="*/ 7697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3408" y="6292"/>
                </a:moveTo>
                <a:cubicBezTo>
                  <a:pt x="2580" y="7649"/>
                  <a:pt x="2142" y="9209"/>
                  <a:pt x="2142" y="10799"/>
                </a:cubicBezTo>
                <a:cubicBezTo>
                  <a:pt x="2142" y="12365"/>
                  <a:pt x="2566" y="13902"/>
                  <a:pt x="3370" y="15246"/>
                </a:cubicBezTo>
                <a:lnTo>
                  <a:pt x="1532" y="16346"/>
                </a:lnTo>
                <a:cubicBezTo>
                  <a:pt x="529" y="14670"/>
                  <a:pt x="0" y="12753"/>
                  <a:pt x="0" y="10800"/>
                </a:cubicBezTo>
                <a:cubicBezTo>
                  <a:pt x="0" y="8816"/>
                  <a:pt x="546" y="6870"/>
                  <a:pt x="1579" y="5176"/>
                </a:cubicBezTo>
                <a:lnTo>
                  <a:pt x="-726" y="3771"/>
                </a:lnTo>
                <a:lnTo>
                  <a:pt x="4456" y="2514"/>
                </a:lnTo>
                <a:lnTo>
                  <a:pt x="5713" y="7697"/>
                </a:lnTo>
                <a:lnTo>
                  <a:pt x="3408" y="6292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557" name="Oval 13">
            <a:extLst>
              <a:ext uri="{FF2B5EF4-FFF2-40B4-BE49-F238E27FC236}">
                <a16:creationId xmlns:a16="http://schemas.microsoft.com/office/drawing/2014/main" id="{7BD9F59E-7878-43B1-99BD-9D0893BC61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0713" y="5010150"/>
            <a:ext cx="487362" cy="485775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2558" name="Oval 14">
            <a:extLst>
              <a:ext uri="{FF2B5EF4-FFF2-40B4-BE49-F238E27FC236}">
                <a16:creationId xmlns:a16="http://schemas.microsoft.com/office/drawing/2014/main" id="{4016204D-CCBF-449F-93DF-9579BED875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8400" y="3852863"/>
            <a:ext cx="487363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92559" name="Oval 15">
            <a:extLst>
              <a:ext uri="{FF2B5EF4-FFF2-40B4-BE49-F238E27FC236}">
                <a16:creationId xmlns:a16="http://schemas.microsoft.com/office/drawing/2014/main" id="{3A6AD690-7747-4401-8F71-3054B310D9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263" y="2695575"/>
            <a:ext cx="487362" cy="487363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92560" name="AutoShape 16">
            <a:extLst>
              <a:ext uri="{FF2B5EF4-FFF2-40B4-BE49-F238E27FC236}">
                <a16:creationId xmlns:a16="http://schemas.microsoft.com/office/drawing/2014/main" id="{D8A8758D-031E-4417-B6E2-D4692F8FAAF2}"/>
              </a:ext>
            </a:extLst>
          </p:cNvPr>
          <p:cNvCxnSpPr>
            <a:cxnSpLocks noChangeAspect="1" noChangeShapeType="1"/>
            <a:stCxn id="492559" idx="5"/>
            <a:endCxn id="492558" idx="0"/>
          </p:cNvCxnSpPr>
          <p:nvPr/>
        </p:nvCxnSpPr>
        <p:spPr bwMode="auto">
          <a:xfrm>
            <a:off x="611188" y="3127375"/>
            <a:ext cx="801687" cy="709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2561" name="AutoShape 17">
            <a:extLst>
              <a:ext uri="{FF2B5EF4-FFF2-40B4-BE49-F238E27FC236}">
                <a16:creationId xmlns:a16="http://schemas.microsoft.com/office/drawing/2014/main" id="{3CF9AB2C-44F2-438F-AB57-5F2B28DBABA4}"/>
              </a:ext>
            </a:extLst>
          </p:cNvPr>
          <p:cNvCxnSpPr>
            <a:cxnSpLocks noChangeAspect="1" noChangeShapeType="1"/>
            <a:stCxn id="492558" idx="3"/>
            <a:endCxn id="492557" idx="0"/>
          </p:cNvCxnSpPr>
          <p:nvPr/>
        </p:nvCxnSpPr>
        <p:spPr bwMode="auto">
          <a:xfrm flipH="1">
            <a:off x="865188" y="4284663"/>
            <a:ext cx="374650" cy="709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2562" name="Text Box 18">
            <a:extLst>
              <a:ext uri="{FF2B5EF4-FFF2-40B4-BE49-F238E27FC236}">
                <a16:creationId xmlns:a16="http://schemas.microsoft.com/office/drawing/2014/main" id="{8A2F326C-A930-4DE0-AE86-ECEDB7DCE4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5838" y="4724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63" name="Text Box 19">
            <a:extLst>
              <a:ext uri="{FF2B5EF4-FFF2-40B4-BE49-F238E27FC236}">
                <a16:creationId xmlns:a16="http://schemas.microsoft.com/office/drawing/2014/main" id="{1CC09993-0B56-4341-AAC9-AAE7A758263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12875" y="34877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2564" name="Text Box 20">
            <a:extLst>
              <a:ext uri="{FF2B5EF4-FFF2-40B4-BE49-F238E27FC236}">
                <a16:creationId xmlns:a16="http://schemas.microsoft.com/office/drawing/2014/main" id="{C6CAD2E3-8EF7-4E82-B2EC-826E9DEF518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0388" y="2452688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492565" name="Oval 21">
            <a:extLst>
              <a:ext uri="{FF2B5EF4-FFF2-40B4-BE49-F238E27FC236}">
                <a16:creationId xmlns:a16="http://schemas.microsoft.com/office/drawing/2014/main" id="{10DCC057-2C45-460C-9E58-E4BB38CD69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5013" y="4948238"/>
            <a:ext cx="487362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92566" name="Oval 22">
            <a:extLst>
              <a:ext uri="{FF2B5EF4-FFF2-40B4-BE49-F238E27FC236}">
                <a16:creationId xmlns:a16="http://schemas.microsoft.com/office/drawing/2014/main" id="{3DD4E208-50AE-4729-929B-FB4ED9BB52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57650" y="3792538"/>
            <a:ext cx="487363" cy="485775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2567" name="Oval 23">
            <a:extLst>
              <a:ext uri="{FF2B5EF4-FFF2-40B4-BE49-F238E27FC236}">
                <a16:creationId xmlns:a16="http://schemas.microsoft.com/office/drawing/2014/main" id="{64080879-CF59-4CCA-A7B2-B1C557731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84513" y="2635250"/>
            <a:ext cx="487362" cy="487363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92568" name="AutoShape 24">
            <a:extLst>
              <a:ext uri="{FF2B5EF4-FFF2-40B4-BE49-F238E27FC236}">
                <a16:creationId xmlns:a16="http://schemas.microsoft.com/office/drawing/2014/main" id="{F0FDF950-D5F6-4F82-9FF8-6675741C5502}"/>
              </a:ext>
            </a:extLst>
          </p:cNvPr>
          <p:cNvCxnSpPr>
            <a:cxnSpLocks noChangeAspect="1" noChangeShapeType="1"/>
            <a:stCxn id="492567" idx="5"/>
            <a:endCxn id="492566" idx="0"/>
          </p:cNvCxnSpPr>
          <p:nvPr/>
        </p:nvCxnSpPr>
        <p:spPr bwMode="auto">
          <a:xfrm>
            <a:off x="3500438" y="3067050"/>
            <a:ext cx="801687" cy="709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2569" name="AutoShape 25">
            <a:extLst>
              <a:ext uri="{FF2B5EF4-FFF2-40B4-BE49-F238E27FC236}">
                <a16:creationId xmlns:a16="http://schemas.microsoft.com/office/drawing/2014/main" id="{96257BDB-3090-4882-B89C-2D52EEE7E279}"/>
              </a:ext>
            </a:extLst>
          </p:cNvPr>
          <p:cNvCxnSpPr>
            <a:cxnSpLocks noChangeAspect="1" noChangeShapeType="1"/>
            <a:stCxn id="492566" idx="5"/>
            <a:endCxn id="492565" idx="0"/>
          </p:cNvCxnSpPr>
          <p:nvPr/>
        </p:nvCxnSpPr>
        <p:spPr bwMode="auto">
          <a:xfrm>
            <a:off x="4473575" y="4222750"/>
            <a:ext cx="314325" cy="71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2570" name="Text Box 26">
            <a:extLst>
              <a:ext uri="{FF2B5EF4-FFF2-40B4-BE49-F238E27FC236}">
                <a16:creationId xmlns:a16="http://schemas.microsoft.com/office/drawing/2014/main" id="{B33E7520-64FA-4E79-8B8D-B2DA560DBCC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37113" y="4494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71" name="Text Box 27">
            <a:extLst>
              <a:ext uri="{FF2B5EF4-FFF2-40B4-BE49-F238E27FC236}">
                <a16:creationId xmlns:a16="http://schemas.microsoft.com/office/drawing/2014/main" id="{BDE093BF-9CDA-4D12-BD2D-278C1068F6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02125" y="3427413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1</a:t>
            </a:r>
          </a:p>
        </p:txBody>
      </p:sp>
      <p:sp>
        <p:nvSpPr>
          <p:cNvPr id="492572" name="Text Box 28">
            <a:extLst>
              <a:ext uri="{FF2B5EF4-FFF2-40B4-BE49-F238E27FC236}">
                <a16:creationId xmlns:a16="http://schemas.microsoft.com/office/drawing/2014/main" id="{1BA3FD4D-B440-43E7-A4E7-53DF44F8AD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49638" y="2392363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492573" name="AutoShape 29">
            <a:extLst>
              <a:ext uri="{FF2B5EF4-FFF2-40B4-BE49-F238E27FC236}">
                <a16:creationId xmlns:a16="http://schemas.microsoft.com/office/drawing/2014/main" id="{FC1E9DA8-4B20-479E-A8A4-9125C068F020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632200" y="1905000"/>
            <a:ext cx="1338263" cy="2190750"/>
          </a:xfrm>
          <a:custGeom>
            <a:avLst/>
            <a:gdLst>
              <a:gd name="G0" fmla="+- 10539633 0 0"/>
              <a:gd name="G1" fmla="+- 7878576 0 0"/>
              <a:gd name="G2" fmla="+- 10539633 0 7878576"/>
              <a:gd name="G3" fmla="+- 10800 0 0"/>
              <a:gd name="G4" fmla="+- 0 0 10539633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900 0 0"/>
              <a:gd name="G9" fmla="+- 0 0 7878576"/>
              <a:gd name="G10" fmla="+- 8900 0 2700"/>
              <a:gd name="G11" fmla="cos G10 10539633"/>
              <a:gd name="G12" fmla="sin G10 10539633"/>
              <a:gd name="G13" fmla="cos 13500 10539633"/>
              <a:gd name="G14" fmla="sin 13500 10539633"/>
              <a:gd name="G15" fmla="+- G11 10800 0"/>
              <a:gd name="G16" fmla="+- G12 10800 0"/>
              <a:gd name="G17" fmla="+- G13 10800 0"/>
              <a:gd name="G18" fmla="+- G14 10800 0"/>
              <a:gd name="G19" fmla="*/ 8900 1 2"/>
              <a:gd name="G20" fmla="+- G19 5400 0"/>
              <a:gd name="G21" fmla="cos G20 10539633"/>
              <a:gd name="G22" fmla="sin G20 10539633"/>
              <a:gd name="G23" fmla="+- G21 10800 0"/>
              <a:gd name="G24" fmla="+- G12 G23 G22"/>
              <a:gd name="G25" fmla="+- G22 G23 G11"/>
              <a:gd name="G26" fmla="cos 10800 10539633"/>
              <a:gd name="G27" fmla="sin 10800 10539633"/>
              <a:gd name="G28" fmla="cos 8900 10539633"/>
              <a:gd name="G29" fmla="sin 8900 10539633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10539633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900 G39"/>
              <a:gd name="G43" fmla="sin 89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464 w 21600"/>
              <a:gd name="T5" fmla="*/ 17666 h 21600"/>
              <a:gd name="T6" fmla="*/ 5842 w 21600"/>
              <a:gd name="T7" fmla="*/ 19311 h 21600"/>
              <a:gd name="T8" fmla="*/ 3930 w 21600"/>
              <a:gd name="T9" fmla="*/ 16458 h 21600"/>
              <a:gd name="T10" fmla="*/ -1951 w 21600"/>
              <a:gd name="T11" fmla="*/ 15234 h 21600"/>
              <a:gd name="T12" fmla="*/ 297 w 21600"/>
              <a:gd name="T13" fmla="*/ 10587 h 21600"/>
              <a:gd name="T14" fmla="*/ 4944 w 21600"/>
              <a:gd name="T15" fmla="*/ 1283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393" y="13723"/>
                </a:moveTo>
                <a:cubicBezTo>
                  <a:pt x="3091" y="15730"/>
                  <a:pt x="4484" y="17421"/>
                  <a:pt x="6320" y="18490"/>
                </a:cubicBezTo>
                <a:lnTo>
                  <a:pt x="5364" y="20132"/>
                </a:lnTo>
                <a:cubicBezTo>
                  <a:pt x="3136" y="18834"/>
                  <a:pt x="1446" y="16783"/>
                  <a:pt x="599" y="14347"/>
                </a:cubicBezTo>
                <a:lnTo>
                  <a:pt x="-1951" y="15234"/>
                </a:lnTo>
                <a:lnTo>
                  <a:pt x="297" y="10587"/>
                </a:lnTo>
                <a:lnTo>
                  <a:pt x="4944" y="12836"/>
                </a:lnTo>
                <a:lnTo>
                  <a:pt x="2393" y="137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574" name="AutoShape 30">
            <a:extLst>
              <a:ext uri="{FF2B5EF4-FFF2-40B4-BE49-F238E27FC236}">
                <a16:creationId xmlns:a16="http://schemas.microsoft.com/office/drawing/2014/main" id="{42A27F07-D51E-45F3-B567-C0BE826249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70513" y="3913188"/>
            <a:ext cx="852487" cy="304800"/>
          </a:xfrm>
          <a:prstGeom prst="rightArrow">
            <a:avLst>
              <a:gd name="adj1" fmla="val 50000"/>
              <a:gd name="adj2" fmla="val 6992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25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25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25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25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925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25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25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925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925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92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25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2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92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925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92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92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92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2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92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925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925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9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925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925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925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2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925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92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92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92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92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92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92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92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92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925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6" grpId="0"/>
      <p:bldP spid="492547" grpId="0" animBg="1"/>
      <p:bldP spid="492548" grpId="0" animBg="1"/>
      <p:bldP spid="492549" grpId="0" animBg="1"/>
      <p:bldP spid="492552" grpId="0"/>
      <p:bldP spid="492553" grpId="0"/>
      <p:bldP spid="492554" grpId="0"/>
      <p:bldP spid="492555" grpId="0" animBg="1"/>
      <p:bldP spid="492556" grpId="0" animBg="1"/>
      <p:bldP spid="492557" grpId="0" animBg="1"/>
      <p:bldP spid="492558" grpId="0" animBg="1"/>
      <p:bldP spid="492559" grpId="0" animBg="1"/>
      <p:bldP spid="492562" grpId="0"/>
      <p:bldP spid="492563" grpId="0"/>
      <p:bldP spid="492564" grpId="0"/>
      <p:bldP spid="492565" grpId="0" animBg="1"/>
      <p:bldP spid="492566" grpId="0" animBg="1"/>
      <p:bldP spid="492567" grpId="0" animBg="1"/>
      <p:bldP spid="492570" grpId="0"/>
      <p:bldP spid="492571" grpId="0"/>
      <p:bldP spid="492572" grpId="0"/>
      <p:bldP spid="492573" grpId="0" animBg="1"/>
      <p:bldP spid="49257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4594" name="AutoShape 2">
            <a:extLst>
              <a:ext uri="{FF2B5EF4-FFF2-40B4-BE49-F238E27FC236}">
                <a16:creationId xmlns:a16="http://schemas.microsoft.com/office/drawing/2014/main" id="{26077910-2DD8-4E91-86EF-6ED35B7EC114}"/>
              </a:ext>
            </a:extLst>
          </p:cNvPr>
          <p:cNvCxnSpPr>
            <a:cxnSpLocks noChangeShapeType="1"/>
            <a:stCxn id="494596" idx="3"/>
            <a:endCxn id="494599" idx="0"/>
          </p:cNvCxnSpPr>
          <p:nvPr/>
        </p:nvCxnSpPr>
        <p:spPr bwMode="auto">
          <a:xfrm flipH="1">
            <a:off x="5816600" y="2314575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5B19D83E-FF78-408D-A94B-2845CB1A2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GENERAL BAD CASE#2:</a:t>
            </a:r>
            <a:endParaRPr lang="en-US" altLang="en-US" dirty="0"/>
          </a:p>
        </p:txBody>
      </p:sp>
      <p:sp>
        <p:nvSpPr>
          <p:cNvPr id="494596" name="Oval 4">
            <a:extLst>
              <a:ext uri="{FF2B5EF4-FFF2-40B4-BE49-F238E27FC236}">
                <a16:creationId xmlns:a16="http://schemas.microsoft.com/office/drawing/2014/main" id="{D38FF6F9-C315-4DA5-9BCE-70F57BC2E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1800" y="1905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4597" name="AutoShape 5">
            <a:extLst>
              <a:ext uri="{FF2B5EF4-FFF2-40B4-BE49-F238E27FC236}">
                <a16:creationId xmlns:a16="http://schemas.microsoft.com/office/drawing/2014/main" id="{F54D03A6-8FBE-49BE-95C2-0165F0CC510C}"/>
              </a:ext>
            </a:extLst>
          </p:cNvPr>
          <p:cNvCxnSpPr>
            <a:cxnSpLocks noChangeShapeType="1"/>
            <a:stCxn id="494596" idx="5"/>
            <a:endCxn id="494598" idx="0"/>
          </p:cNvCxnSpPr>
          <p:nvPr/>
        </p:nvCxnSpPr>
        <p:spPr bwMode="auto">
          <a:xfrm>
            <a:off x="7172325" y="2314575"/>
            <a:ext cx="1019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598" name="AutoShape 6">
            <a:extLst>
              <a:ext uri="{FF2B5EF4-FFF2-40B4-BE49-F238E27FC236}">
                <a16:creationId xmlns:a16="http://schemas.microsoft.com/office/drawing/2014/main" id="{894A5506-63B1-4BF8-8BF6-6797FBB4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9718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4599" name="Oval 7">
            <a:extLst>
              <a:ext uri="{FF2B5EF4-FFF2-40B4-BE49-F238E27FC236}">
                <a16:creationId xmlns:a16="http://schemas.microsoft.com/office/drawing/2014/main" id="{C4BB1D73-589A-433D-B201-500176551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8000" y="29718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4600" name="AutoShape 8">
            <a:extLst>
              <a:ext uri="{FF2B5EF4-FFF2-40B4-BE49-F238E27FC236}">
                <a16:creationId xmlns:a16="http://schemas.microsoft.com/office/drawing/2014/main" id="{2D064E5F-F32F-423B-8059-C50FA852F85B}"/>
              </a:ext>
            </a:extLst>
          </p:cNvPr>
          <p:cNvCxnSpPr>
            <a:cxnSpLocks noChangeShapeType="1"/>
            <a:stCxn id="494599" idx="5"/>
            <a:endCxn id="494623" idx="0"/>
          </p:cNvCxnSpPr>
          <p:nvPr/>
        </p:nvCxnSpPr>
        <p:spPr bwMode="auto">
          <a:xfrm>
            <a:off x="5978525" y="3381375"/>
            <a:ext cx="5365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01" name="AutoShape 9">
            <a:extLst>
              <a:ext uri="{FF2B5EF4-FFF2-40B4-BE49-F238E27FC236}">
                <a16:creationId xmlns:a16="http://schemas.microsoft.com/office/drawing/2014/main" id="{C93180BD-222D-4B4E-BC65-AE1C6903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386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94602" name="AutoShape 10">
            <a:extLst>
              <a:ext uri="{FF2B5EF4-FFF2-40B4-BE49-F238E27FC236}">
                <a16:creationId xmlns:a16="http://schemas.microsoft.com/office/drawing/2014/main" id="{315F6062-B795-45D4-AB52-252C8161F856}"/>
              </a:ext>
            </a:extLst>
          </p:cNvPr>
          <p:cNvCxnSpPr>
            <a:cxnSpLocks noChangeShapeType="1"/>
            <a:stCxn id="494599" idx="3"/>
            <a:endCxn id="494601" idx="0"/>
          </p:cNvCxnSpPr>
          <p:nvPr/>
        </p:nvCxnSpPr>
        <p:spPr bwMode="auto">
          <a:xfrm flipH="1">
            <a:off x="5143500" y="3381375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03" name="AutoShape 11">
            <a:extLst>
              <a:ext uri="{FF2B5EF4-FFF2-40B4-BE49-F238E27FC236}">
                <a16:creationId xmlns:a16="http://schemas.microsoft.com/office/drawing/2014/main" id="{732898B6-D413-43A6-B3DD-EE347D72BB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68800" y="2390775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4604" name="Text Box 12">
            <a:extLst>
              <a:ext uri="{FF2B5EF4-FFF2-40B4-BE49-F238E27FC236}">
                <a16:creationId xmlns:a16="http://schemas.microsoft.com/office/drawing/2014/main" id="{11E5AA3A-1C60-418C-9353-D3E996442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962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4605" name="Text Box 13">
            <a:extLst>
              <a:ext uri="{FF2B5EF4-FFF2-40B4-BE49-F238E27FC236}">
                <a16:creationId xmlns:a16="http://schemas.microsoft.com/office/drawing/2014/main" id="{D3442D57-F902-4638-94FD-ACE178374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895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4606" name="Text Box 14">
            <a:extLst>
              <a:ext uri="{FF2B5EF4-FFF2-40B4-BE49-F238E27FC236}">
                <a16:creationId xmlns:a16="http://schemas.microsoft.com/office/drawing/2014/main" id="{CCDA887A-134B-4304-8896-25326DE40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913" y="28797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4607" name="Text Box 15">
            <a:extLst>
              <a:ext uri="{FF2B5EF4-FFF2-40B4-BE49-F238E27FC236}">
                <a16:creationId xmlns:a16="http://schemas.microsoft.com/office/drawing/2014/main" id="{1FC97FFF-9789-4C3F-8FA0-34D76E950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649413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cxnSp>
        <p:nvCxnSpPr>
          <p:cNvPr id="494608" name="AutoShape 16">
            <a:extLst>
              <a:ext uri="{FF2B5EF4-FFF2-40B4-BE49-F238E27FC236}">
                <a16:creationId xmlns:a16="http://schemas.microsoft.com/office/drawing/2014/main" id="{2B4CB760-EA54-45CF-BA72-3FA425255B49}"/>
              </a:ext>
            </a:extLst>
          </p:cNvPr>
          <p:cNvCxnSpPr>
            <a:cxnSpLocks noChangeShapeType="1"/>
            <a:stCxn id="494609" idx="3"/>
            <a:endCxn id="494612" idx="0"/>
          </p:cNvCxnSpPr>
          <p:nvPr/>
        </p:nvCxnSpPr>
        <p:spPr bwMode="auto">
          <a:xfrm flipH="1">
            <a:off x="1574800" y="2343150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09" name="Oval 17">
            <a:extLst>
              <a:ext uri="{FF2B5EF4-FFF2-40B4-BE49-F238E27FC236}">
                <a16:creationId xmlns:a16="http://schemas.microsoft.com/office/drawing/2014/main" id="{B18BD0A0-9765-4B09-8122-4BE358004E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40000" y="1933575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4610" name="AutoShape 18">
            <a:extLst>
              <a:ext uri="{FF2B5EF4-FFF2-40B4-BE49-F238E27FC236}">
                <a16:creationId xmlns:a16="http://schemas.microsoft.com/office/drawing/2014/main" id="{CF02247B-33B1-4D6B-A327-38D2C9353DDF}"/>
              </a:ext>
            </a:extLst>
          </p:cNvPr>
          <p:cNvCxnSpPr>
            <a:cxnSpLocks noChangeShapeType="1"/>
            <a:stCxn id="494609" idx="5"/>
            <a:endCxn id="494611" idx="0"/>
          </p:cNvCxnSpPr>
          <p:nvPr/>
        </p:nvCxnSpPr>
        <p:spPr bwMode="auto">
          <a:xfrm>
            <a:off x="2930525" y="2343150"/>
            <a:ext cx="7143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11" name="AutoShape 19">
            <a:extLst>
              <a:ext uri="{FF2B5EF4-FFF2-40B4-BE49-F238E27FC236}">
                <a16:creationId xmlns:a16="http://schemas.microsoft.com/office/drawing/2014/main" id="{6E3DD0A6-8AA3-4E0C-95F1-C5C799BCD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000375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4612" name="Oval 20">
            <a:extLst>
              <a:ext uri="{FF2B5EF4-FFF2-40B4-BE49-F238E27FC236}">
                <a16:creationId xmlns:a16="http://schemas.microsoft.com/office/drawing/2014/main" id="{BB9AB47D-3317-4DA5-A232-1159826EF7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46200" y="3000375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4613" name="AutoShape 21">
            <a:extLst>
              <a:ext uri="{FF2B5EF4-FFF2-40B4-BE49-F238E27FC236}">
                <a16:creationId xmlns:a16="http://schemas.microsoft.com/office/drawing/2014/main" id="{07BF1DAE-3113-478B-A31D-4972E319F2C7}"/>
              </a:ext>
            </a:extLst>
          </p:cNvPr>
          <p:cNvCxnSpPr>
            <a:cxnSpLocks noChangeShapeType="1"/>
            <a:stCxn id="494612" idx="5"/>
            <a:endCxn id="494624" idx="0"/>
          </p:cNvCxnSpPr>
          <p:nvPr/>
        </p:nvCxnSpPr>
        <p:spPr bwMode="auto">
          <a:xfrm>
            <a:off x="1736725" y="3409950"/>
            <a:ext cx="51117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14" name="AutoShape 22">
            <a:extLst>
              <a:ext uri="{FF2B5EF4-FFF2-40B4-BE49-F238E27FC236}">
                <a16:creationId xmlns:a16="http://schemas.microsoft.com/office/drawing/2014/main" id="{2BCEB5BD-E332-43F2-88C5-F3C4FAE6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0386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94615" name="AutoShape 23">
            <a:extLst>
              <a:ext uri="{FF2B5EF4-FFF2-40B4-BE49-F238E27FC236}">
                <a16:creationId xmlns:a16="http://schemas.microsoft.com/office/drawing/2014/main" id="{E8639575-8587-4863-97B7-1BC5349F6B09}"/>
              </a:ext>
            </a:extLst>
          </p:cNvPr>
          <p:cNvCxnSpPr>
            <a:cxnSpLocks noChangeShapeType="1"/>
            <a:stCxn id="494612" idx="3"/>
            <a:endCxn id="494614" idx="0"/>
          </p:cNvCxnSpPr>
          <p:nvPr/>
        </p:nvCxnSpPr>
        <p:spPr bwMode="auto">
          <a:xfrm flipH="1">
            <a:off x="876300" y="3409950"/>
            <a:ext cx="53657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16" name="Text Box 24">
            <a:extLst>
              <a:ext uri="{FF2B5EF4-FFF2-40B4-BE49-F238E27FC236}">
                <a16:creationId xmlns:a16="http://schemas.microsoft.com/office/drawing/2014/main" id="{ECA5483C-800D-4802-A566-71526613A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3914775"/>
            <a:ext cx="522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h-1</a:t>
            </a:r>
          </a:p>
        </p:txBody>
      </p:sp>
      <p:sp>
        <p:nvSpPr>
          <p:cNvPr id="494617" name="Text Box 25">
            <a:extLst>
              <a:ext uri="{FF2B5EF4-FFF2-40B4-BE49-F238E27FC236}">
                <a16:creationId xmlns:a16="http://schemas.microsoft.com/office/drawing/2014/main" id="{DCE2222A-C1DC-4F70-AE4E-EBCCDB4CD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9624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4618" name="Text Box 26">
            <a:extLst>
              <a:ext uri="{FF2B5EF4-FFF2-40B4-BE49-F238E27FC236}">
                <a16:creationId xmlns:a16="http://schemas.microsoft.com/office/drawing/2014/main" id="{1B856C3B-0349-419B-834F-E17632673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895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4619" name="Text Box 27">
            <a:extLst>
              <a:ext uri="{FF2B5EF4-FFF2-40B4-BE49-F238E27FC236}">
                <a16:creationId xmlns:a16="http://schemas.microsoft.com/office/drawing/2014/main" id="{C6D2BF2B-3628-4626-99CC-919160F60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2847975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4620" name="Text Box 28">
            <a:extLst>
              <a:ext uri="{FF2B5EF4-FFF2-40B4-BE49-F238E27FC236}">
                <a16:creationId xmlns:a16="http://schemas.microsoft.com/office/drawing/2014/main" id="{C9C14DB7-0F51-416A-830D-DD9086940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2009775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4621" name="Text Box 29">
            <a:extLst>
              <a:ext uri="{FF2B5EF4-FFF2-40B4-BE49-F238E27FC236}">
                <a16:creationId xmlns:a16="http://schemas.microsoft.com/office/drawing/2014/main" id="{DDB7431A-4607-4435-97CF-CD7A98E73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Note: imbalance is </a:t>
            </a:r>
            <a:r>
              <a:rPr lang="en-US" altLang="en-US" sz="2400" b="1"/>
              <a:t>left-right</a:t>
            </a:r>
          </a:p>
        </p:txBody>
      </p:sp>
      <p:sp>
        <p:nvSpPr>
          <p:cNvPr id="494622" name="Text Box 30">
            <a:extLst>
              <a:ext uri="{FF2B5EF4-FFF2-40B4-BE49-F238E27FC236}">
                <a16:creationId xmlns:a16="http://schemas.microsoft.com/office/drawing/2014/main" id="{C4983A78-2245-4546-9727-E2774F4E2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522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h-1</a:t>
            </a:r>
          </a:p>
        </p:txBody>
      </p:sp>
      <p:sp>
        <p:nvSpPr>
          <p:cNvPr id="494623" name="AutoShape 31">
            <a:extLst>
              <a:ext uri="{FF2B5EF4-FFF2-40B4-BE49-F238E27FC236}">
                <a16:creationId xmlns:a16="http://schemas.microsoft.com/office/drawing/2014/main" id="{58A46A36-506C-4388-A314-3F25BC263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038600"/>
            <a:ext cx="1143000" cy="17526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94624" name="AutoShape 32">
            <a:extLst>
              <a:ext uri="{FF2B5EF4-FFF2-40B4-BE49-F238E27FC236}">
                <a16:creationId xmlns:a16="http://schemas.microsoft.com/office/drawing/2014/main" id="{D99196DB-5259-4424-90FE-2CD55FDB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038600"/>
            <a:ext cx="1143000" cy="7620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45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4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94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4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4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4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46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946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94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946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4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94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94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94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94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94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946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46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946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94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946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94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94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946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946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946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5" grpId="0"/>
      <p:bldP spid="494596" grpId="0" animBg="1"/>
      <p:bldP spid="494598" grpId="0" animBg="1"/>
      <p:bldP spid="494599" grpId="0" animBg="1"/>
      <p:bldP spid="494601" grpId="0" animBg="1"/>
      <p:bldP spid="494603" grpId="0" animBg="1"/>
      <p:bldP spid="494604" grpId="0"/>
      <p:bldP spid="494605" grpId="0"/>
      <p:bldP spid="494606" grpId="0"/>
      <p:bldP spid="494607" grpId="0"/>
      <p:bldP spid="494609" grpId="0" animBg="1"/>
      <p:bldP spid="494611" grpId="0" animBg="1"/>
      <p:bldP spid="494612" grpId="0" animBg="1"/>
      <p:bldP spid="494614" grpId="0" animBg="1"/>
      <p:bldP spid="494616" grpId="0"/>
      <p:bldP spid="494617" grpId="0"/>
      <p:bldP spid="494618" grpId="0"/>
      <p:bldP spid="494619" grpId="0"/>
      <p:bldP spid="494620" grpId="0"/>
      <p:bldP spid="494621" grpId="0"/>
      <p:bldP spid="494622" grpId="0"/>
      <p:bldP spid="494623" grpId="0" animBg="1"/>
      <p:bldP spid="4946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>
            <a:extLst>
              <a:ext uri="{FF2B5EF4-FFF2-40B4-BE49-F238E27FC236}">
                <a16:creationId xmlns:a16="http://schemas.microsoft.com/office/drawing/2014/main" id="{88CCD734-2A49-414C-A4D3-63A48DDC8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Double Rotation</a:t>
            </a:r>
            <a:br>
              <a:rPr lang="en-US" altLang="en-US" dirty="0"/>
            </a:br>
            <a:r>
              <a:rPr lang="en-US" altLang="en-US" sz="3200" dirty="0"/>
              <a:t>Fixes Case #2 Imbalance</a:t>
            </a:r>
          </a:p>
        </p:txBody>
      </p:sp>
      <p:sp>
        <p:nvSpPr>
          <p:cNvPr id="496643" name="Rectangle 3">
            <a:extLst>
              <a:ext uri="{FF2B5EF4-FFF2-40B4-BE49-F238E27FC236}">
                <a16:creationId xmlns:a16="http://schemas.microsoft.com/office/drawing/2014/main" id="{07C620F9-BDD4-474E-B131-A794DAB76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486400"/>
            <a:ext cx="8534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800"/>
              <a:t>Initially: insert into either X or Y unbalances tree (root balance goes to 2 or -2)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/>
              <a:t>“Zig zag” to pull up c – restores root height to h+1, left subtree height to h</a:t>
            </a:r>
          </a:p>
        </p:txBody>
      </p:sp>
      <p:cxnSp>
        <p:nvCxnSpPr>
          <p:cNvPr id="496644" name="AutoShape 4">
            <a:extLst>
              <a:ext uri="{FF2B5EF4-FFF2-40B4-BE49-F238E27FC236}">
                <a16:creationId xmlns:a16="http://schemas.microsoft.com/office/drawing/2014/main" id="{EF02F8A9-4E71-44E9-B779-CBD651787324}"/>
              </a:ext>
            </a:extLst>
          </p:cNvPr>
          <p:cNvCxnSpPr>
            <a:cxnSpLocks noChangeShapeType="1"/>
            <a:stCxn id="496645" idx="3"/>
            <a:endCxn id="496648" idx="0"/>
          </p:cNvCxnSpPr>
          <p:nvPr/>
        </p:nvCxnSpPr>
        <p:spPr bwMode="auto">
          <a:xfrm flipH="1">
            <a:off x="1600200" y="1914525"/>
            <a:ext cx="977900" cy="204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45" name="Oval 5">
            <a:extLst>
              <a:ext uri="{FF2B5EF4-FFF2-40B4-BE49-F238E27FC236}">
                <a16:creationId xmlns:a16="http://schemas.microsoft.com/office/drawing/2014/main" id="{E02D9215-AE0F-4500-87A9-EF3B6DB3DB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1524000"/>
            <a:ext cx="433388" cy="4349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6646" name="AutoShape 6">
            <a:extLst>
              <a:ext uri="{FF2B5EF4-FFF2-40B4-BE49-F238E27FC236}">
                <a16:creationId xmlns:a16="http://schemas.microsoft.com/office/drawing/2014/main" id="{6EDBE16C-73D7-490D-886D-53345EEB5EE9}"/>
              </a:ext>
            </a:extLst>
          </p:cNvPr>
          <p:cNvCxnSpPr>
            <a:cxnSpLocks noChangeShapeType="1"/>
            <a:stCxn id="496645" idx="5"/>
            <a:endCxn id="496647" idx="0"/>
          </p:cNvCxnSpPr>
          <p:nvPr/>
        </p:nvCxnSpPr>
        <p:spPr bwMode="auto">
          <a:xfrm>
            <a:off x="2884488" y="1914525"/>
            <a:ext cx="903287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47" name="AutoShape 7">
            <a:extLst>
              <a:ext uri="{FF2B5EF4-FFF2-40B4-BE49-F238E27FC236}">
                <a16:creationId xmlns:a16="http://schemas.microsoft.com/office/drawing/2014/main" id="{5C11BFDE-3B0E-45D4-AC49-51548180A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209800"/>
            <a:ext cx="1087437" cy="13779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496648" name="Oval 8">
            <a:extLst>
              <a:ext uri="{FF2B5EF4-FFF2-40B4-BE49-F238E27FC236}">
                <a16:creationId xmlns:a16="http://schemas.microsoft.com/office/drawing/2014/main" id="{C3CE460B-6915-4A26-ACB7-1748547A9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2713" y="2138363"/>
            <a:ext cx="434975" cy="43338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6649" name="AutoShape 9">
            <a:extLst>
              <a:ext uri="{FF2B5EF4-FFF2-40B4-BE49-F238E27FC236}">
                <a16:creationId xmlns:a16="http://schemas.microsoft.com/office/drawing/2014/main" id="{706B6EC8-6368-4777-97EC-D2E3CF37E467}"/>
              </a:ext>
            </a:extLst>
          </p:cNvPr>
          <p:cNvCxnSpPr>
            <a:cxnSpLocks noChangeShapeType="1"/>
            <a:stCxn id="496648" idx="5"/>
            <a:endCxn id="496653" idx="1"/>
          </p:cNvCxnSpPr>
          <p:nvPr/>
        </p:nvCxnSpPr>
        <p:spPr bwMode="auto">
          <a:xfrm>
            <a:off x="1754188" y="2527300"/>
            <a:ext cx="538162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50" name="AutoShape 10">
            <a:extLst>
              <a:ext uri="{FF2B5EF4-FFF2-40B4-BE49-F238E27FC236}">
                <a16:creationId xmlns:a16="http://schemas.microsoft.com/office/drawing/2014/main" id="{7D7F4383-28D7-4B09-880A-2B5E5DCF2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2935288"/>
            <a:ext cx="1087438" cy="1376362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</a:p>
        </p:txBody>
      </p:sp>
      <p:cxnSp>
        <p:nvCxnSpPr>
          <p:cNvPr id="496651" name="AutoShape 11">
            <a:extLst>
              <a:ext uri="{FF2B5EF4-FFF2-40B4-BE49-F238E27FC236}">
                <a16:creationId xmlns:a16="http://schemas.microsoft.com/office/drawing/2014/main" id="{6D6515DA-ADAC-48E7-8EAF-DED7407385B6}"/>
              </a:ext>
            </a:extLst>
          </p:cNvPr>
          <p:cNvCxnSpPr>
            <a:cxnSpLocks noChangeShapeType="1"/>
            <a:stCxn id="496648" idx="3"/>
            <a:endCxn id="496650" idx="0"/>
          </p:cNvCxnSpPr>
          <p:nvPr/>
        </p:nvCxnSpPr>
        <p:spPr bwMode="auto">
          <a:xfrm flipH="1">
            <a:off x="669925" y="2527300"/>
            <a:ext cx="776288" cy="388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52" name="AutoShape 12">
            <a:extLst>
              <a:ext uri="{FF2B5EF4-FFF2-40B4-BE49-F238E27FC236}">
                <a16:creationId xmlns:a16="http://schemas.microsoft.com/office/drawing/2014/main" id="{D9927415-2DFF-4630-90DC-ACCEB8E007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78325" y="2500313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53" name="Oval 13">
            <a:extLst>
              <a:ext uri="{FF2B5EF4-FFF2-40B4-BE49-F238E27FC236}">
                <a16:creationId xmlns:a16="http://schemas.microsoft.com/office/drawing/2014/main" id="{B2CA9CCE-8C72-432D-8979-A2E59748AD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8850" y="3152775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496654" name="AutoShape 14">
            <a:extLst>
              <a:ext uri="{FF2B5EF4-FFF2-40B4-BE49-F238E27FC236}">
                <a16:creationId xmlns:a16="http://schemas.microsoft.com/office/drawing/2014/main" id="{CB67775D-FCE7-49C7-AC06-7FC999697CC6}"/>
              </a:ext>
            </a:extLst>
          </p:cNvPr>
          <p:cNvCxnSpPr>
            <a:cxnSpLocks noChangeShapeType="1"/>
            <a:stCxn id="496653" idx="3"/>
            <a:endCxn id="496657" idx="0"/>
          </p:cNvCxnSpPr>
          <p:nvPr/>
        </p:nvCxnSpPr>
        <p:spPr bwMode="auto">
          <a:xfrm flipH="1">
            <a:off x="1830388" y="3541713"/>
            <a:ext cx="461962" cy="1000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6655" name="AutoShape 15">
            <a:extLst>
              <a:ext uri="{FF2B5EF4-FFF2-40B4-BE49-F238E27FC236}">
                <a16:creationId xmlns:a16="http://schemas.microsoft.com/office/drawing/2014/main" id="{22968950-D8EE-4FD9-8AF3-4267D07E9914}"/>
              </a:ext>
            </a:extLst>
          </p:cNvPr>
          <p:cNvCxnSpPr>
            <a:cxnSpLocks noChangeShapeType="1"/>
            <a:stCxn id="496653" idx="5"/>
            <a:endCxn id="496659" idx="0"/>
          </p:cNvCxnSpPr>
          <p:nvPr/>
        </p:nvCxnSpPr>
        <p:spPr bwMode="auto">
          <a:xfrm>
            <a:off x="2600325" y="3541713"/>
            <a:ext cx="461963" cy="1000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56" name="AutoShape 16">
            <a:extLst>
              <a:ext uri="{FF2B5EF4-FFF2-40B4-BE49-F238E27FC236}">
                <a16:creationId xmlns:a16="http://schemas.microsoft.com/office/drawing/2014/main" id="{8568B792-7DD3-494A-A889-435798716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3732213"/>
            <a:ext cx="1087438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57" name="AutoShape 17">
            <a:extLst>
              <a:ext uri="{FF2B5EF4-FFF2-40B4-BE49-F238E27FC236}">
                <a16:creationId xmlns:a16="http://schemas.microsoft.com/office/drawing/2014/main" id="{BC0B5C22-C976-4C71-9718-E1C90E20C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3659188"/>
            <a:ext cx="1087438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6658" name="AutoShape 18">
            <a:extLst>
              <a:ext uri="{FF2B5EF4-FFF2-40B4-BE49-F238E27FC236}">
                <a16:creationId xmlns:a16="http://schemas.microsoft.com/office/drawing/2014/main" id="{5EF3C318-FF30-470D-86F6-838B8DADA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3732213"/>
            <a:ext cx="1085850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59" name="AutoShape 19">
            <a:extLst>
              <a:ext uri="{FF2B5EF4-FFF2-40B4-BE49-F238E27FC236}">
                <a16:creationId xmlns:a16="http://schemas.microsoft.com/office/drawing/2014/main" id="{5F9734B5-3D2B-485A-9F4D-47D959C17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3659188"/>
            <a:ext cx="1085850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496660" name="AutoShape 20">
            <a:extLst>
              <a:ext uri="{FF2B5EF4-FFF2-40B4-BE49-F238E27FC236}">
                <a16:creationId xmlns:a16="http://schemas.microsoft.com/office/drawing/2014/main" id="{468CE189-1D58-47A7-BA57-D7DB566B6675}"/>
              </a:ext>
            </a:extLst>
          </p:cNvPr>
          <p:cNvCxnSpPr>
            <a:cxnSpLocks noChangeShapeType="1"/>
            <a:stCxn id="496668" idx="3"/>
            <a:endCxn id="496664" idx="0"/>
          </p:cNvCxnSpPr>
          <p:nvPr/>
        </p:nvCxnSpPr>
        <p:spPr bwMode="auto">
          <a:xfrm flipH="1">
            <a:off x="5924550" y="2236788"/>
            <a:ext cx="619125" cy="3175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1" name="Oval 21">
            <a:extLst>
              <a:ext uri="{FF2B5EF4-FFF2-40B4-BE49-F238E27FC236}">
                <a16:creationId xmlns:a16="http://schemas.microsoft.com/office/drawing/2014/main" id="{66B09BD2-69A6-4DF6-A114-0946B6A327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5988" y="2571750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6662" name="AutoShape 22">
            <a:extLst>
              <a:ext uri="{FF2B5EF4-FFF2-40B4-BE49-F238E27FC236}">
                <a16:creationId xmlns:a16="http://schemas.microsoft.com/office/drawing/2014/main" id="{ABC6AF86-4A95-4E4B-B4DF-3D2905AFDD93}"/>
              </a:ext>
            </a:extLst>
          </p:cNvPr>
          <p:cNvCxnSpPr>
            <a:cxnSpLocks noChangeShapeType="1"/>
            <a:stCxn id="496661" idx="5"/>
            <a:endCxn id="496663" idx="0"/>
          </p:cNvCxnSpPr>
          <p:nvPr/>
        </p:nvCxnSpPr>
        <p:spPr bwMode="auto">
          <a:xfrm>
            <a:off x="7637463" y="2962275"/>
            <a:ext cx="836612" cy="388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3" name="AutoShape 23">
            <a:extLst>
              <a:ext uri="{FF2B5EF4-FFF2-40B4-BE49-F238E27FC236}">
                <a16:creationId xmlns:a16="http://schemas.microsoft.com/office/drawing/2014/main" id="{18F8A085-281B-4464-8F80-387E34BE0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3" y="3370263"/>
            <a:ext cx="1087437" cy="1376362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496664" name="Oval 24">
            <a:extLst>
              <a:ext uri="{FF2B5EF4-FFF2-40B4-BE49-F238E27FC236}">
                <a16:creationId xmlns:a16="http://schemas.microsoft.com/office/drawing/2014/main" id="{AC15D114-E673-4CCF-9C81-BE686E522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7063" y="2571750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6665" name="AutoShape 25">
            <a:extLst>
              <a:ext uri="{FF2B5EF4-FFF2-40B4-BE49-F238E27FC236}">
                <a16:creationId xmlns:a16="http://schemas.microsoft.com/office/drawing/2014/main" id="{E5B05772-9683-41F9-AE51-D8BA9FAA962C}"/>
              </a:ext>
            </a:extLst>
          </p:cNvPr>
          <p:cNvCxnSpPr>
            <a:cxnSpLocks noChangeShapeType="1"/>
            <a:stCxn id="496668" idx="5"/>
            <a:endCxn id="496661" idx="0"/>
          </p:cNvCxnSpPr>
          <p:nvPr/>
        </p:nvCxnSpPr>
        <p:spPr bwMode="auto">
          <a:xfrm>
            <a:off x="6851650" y="2236788"/>
            <a:ext cx="631825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6" name="AutoShape 26">
            <a:extLst>
              <a:ext uri="{FF2B5EF4-FFF2-40B4-BE49-F238E27FC236}">
                <a16:creationId xmlns:a16="http://schemas.microsoft.com/office/drawing/2014/main" id="{AA49EB3C-6525-4FEF-9522-6E652621D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325" y="3370263"/>
            <a:ext cx="1087438" cy="1376362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</a:p>
        </p:txBody>
      </p:sp>
      <p:cxnSp>
        <p:nvCxnSpPr>
          <p:cNvPr id="496667" name="AutoShape 27">
            <a:extLst>
              <a:ext uri="{FF2B5EF4-FFF2-40B4-BE49-F238E27FC236}">
                <a16:creationId xmlns:a16="http://schemas.microsoft.com/office/drawing/2014/main" id="{26603F59-5F1D-4E44-B1DC-775624D34D2E}"/>
              </a:ext>
            </a:extLst>
          </p:cNvPr>
          <p:cNvCxnSpPr>
            <a:cxnSpLocks noChangeShapeType="1"/>
            <a:stCxn id="496664" idx="3"/>
            <a:endCxn id="496666" idx="0"/>
          </p:cNvCxnSpPr>
          <p:nvPr/>
        </p:nvCxnSpPr>
        <p:spPr bwMode="auto">
          <a:xfrm flipH="1">
            <a:off x="4922838" y="2962275"/>
            <a:ext cx="847725" cy="388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8" name="Oval 28">
            <a:extLst>
              <a:ext uri="{FF2B5EF4-FFF2-40B4-BE49-F238E27FC236}">
                <a16:creationId xmlns:a16="http://schemas.microsoft.com/office/drawing/2014/main" id="{500CB787-A420-44BD-8C55-EC07B84D37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80175" y="1847850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496669" name="AutoShape 29">
            <a:extLst>
              <a:ext uri="{FF2B5EF4-FFF2-40B4-BE49-F238E27FC236}">
                <a16:creationId xmlns:a16="http://schemas.microsoft.com/office/drawing/2014/main" id="{1A79FA4F-96DD-4B0F-B384-1B05C9A85282}"/>
              </a:ext>
            </a:extLst>
          </p:cNvPr>
          <p:cNvCxnSpPr>
            <a:cxnSpLocks noChangeShapeType="1"/>
            <a:stCxn id="496664" idx="5"/>
            <a:endCxn id="496672" idx="0"/>
          </p:cNvCxnSpPr>
          <p:nvPr/>
        </p:nvCxnSpPr>
        <p:spPr bwMode="auto">
          <a:xfrm>
            <a:off x="6078538" y="2962275"/>
            <a:ext cx="3175" cy="244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6670" name="AutoShape 30">
            <a:extLst>
              <a:ext uri="{FF2B5EF4-FFF2-40B4-BE49-F238E27FC236}">
                <a16:creationId xmlns:a16="http://schemas.microsoft.com/office/drawing/2014/main" id="{B29C48E1-8F82-484B-B3A2-E6A293C76F14}"/>
              </a:ext>
            </a:extLst>
          </p:cNvPr>
          <p:cNvCxnSpPr>
            <a:cxnSpLocks noChangeShapeType="1"/>
            <a:stCxn id="496661" idx="3"/>
            <a:endCxn id="496674" idx="0"/>
          </p:cNvCxnSpPr>
          <p:nvPr/>
        </p:nvCxnSpPr>
        <p:spPr bwMode="auto">
          <a:xfrm flipH="1">
            <a:off x="7313613" y="2962275"/>
            <a:ext cx="15875" cy="244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71" name="AutoShape 31">
            <a:extLst>
              <a:ext uri="{FF2B5EF4-FFF2-40B4-BE49-F238E27FC236}">
                <a16:creationId xmlns:a16="http://schemas.microsoft.com/office/drawing/2014/main" id="{7DDF5CA5-A4C2-4739-9B78-5D33F0086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3297238"/>
            <a:ext cx="1085850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72" name="AutoShape 32">
            <a:extLst>
              <a:ext uri="{FF2B5EF4-FFF2-40B4-BE49-F238E27FC236}">
                <a16:creationId xmlns:a16="http://schemas.microsoft.com/office/drawing/2014/main" id="{191F44DF-3DD9-4D4C-84D0-25A76EE4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3224213"/>
            <a:ext cx="1085850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6673" name="AutoShape 33">
            <a:extLst>
              <a:ext uri="{FF2B5EF4-FFF2-40B4-BE49-F238E27FC236}">
                <a16:creationId xmlns:a16="http://schemas.microsoft.com/office/drawing/2014/main" id="{699E8D65-847A-4A0D-8752-E11B6708B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3297238"/>
            <a:ext cx="1087437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74" name="AutoShape 34">
            <a:extLst>
              <a:ext uri="{FF2B5EF4-FFF2-40B4-BE49-F238E27FC236}">
                <a16:creationId xmlns:a16="http://schemas.microsoft.com/office/drawing/2014/main" id="{60EF2D13-35E6-4967-ADF6-9290A4C79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3224213"/>
            <a:ext cx="1087437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96675" name="Text Box 35">
            <a:extLst>
              <a:ext uri="{FF2B5EF4-FFF2-40B4-BE49-F238E27FC236}">
                <a16:creationId xmlns:a16="http://schemas.microsoft.com/office/drawing/2014/main" id="{58465465-5FA6-4AD6-B403-4D288DAA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971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6676" name="Text Box 36">
            <a:extLst>
              <a:ext uri="{FF2B5EF4-FFF2-40B4-BE49-F238E27FC236}">
                <a16:creationId xmlns:a16="http://schemas.microsoft.com/office/drawing/2014/main" id="{62918EDD-8043-4F26-9490-5C561E7A8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800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- 1?</a:t>
            </a:r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77" name="Text Box 37">
            <a:extLst>
              <a:ext uri="{FF2B5EF4-FFF2-40B4-BE49-F238E27FC236}">
                <a16:creationId xmlns:a16="http://schemas.microsoft.com/office/drawing/2014/main" id="{A83FC4FF-F8BC-4971-9385-B342883E4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43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78" name="Text Box 38">
            <a:extLst>
              <a:ext uri="{FF2B5EF4-FFF2-40B4-BE49-F238E27FC236}">
                <a16:creationId xmlns:a16="http://schemas.microsoft.com/office/drawing/2014/main" id="{55388310-87D1-4DC7-AC7D-26A4DBC96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981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79" name="Text Box 39">
            <a:extLst>
              <a:ext uri="{FF2B5EF4-FFF2-40B4-BE49-F238E27FC236}">
                <a16:creationId xmlns:a16="http://schemas.microsoft.com/office/drawing/2014/main" id="{FB2F34EB-780F-435E-A838-2BD2F7088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5240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sp>
        <p:nvSpPr>
          <p:cNvPr id="496680" name="Line 40">
            <a:extLst>
              <a:ext uri="{FF2B5EF4-FFF2-40B4-BE49-F238E27FC236}">
                <a16:creationId xmlns:a16="http://schemas.microsoft.com/office/drawing/2014/main" id="{96B2E755-E5C7-4226-9BBB-FAFFA44E56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48006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81" name="Line 41">
            <a:extLst>
              <a:ext uri="{FF2B5EF4-FFF2-40B4-BE49-F238E27FC236}">
                <a16:creationId xmlns:a16="http://schemas.microsoft.com/office/drawing/2014/main" id="{DA02DFED-0E1E-4950-8D24-BB12B6C464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4800600"/>
            <a:ext cx="1981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82" name="Text Box 42">
            <a:extLst>
              <a:ext uri="{FF2B5EF4-FFF2-40B4-BE49-F238E27FC236}">
                <a16:creationId xmlns:a16="http://schemas.microsoft.com/office/drawing/2014/main" id="{F980EF00-8778-46AF-9160-95987C06F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52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6683" name="Text Box 43">
            <a:extLst>
              <a:ext uri="{FF2B5EF4-FFF2-40B4-BE49-F238E27FC236}">
                <a16:creationId xmlns:a16="http://schemas.microsoft.com/office/drawing/2014/main" id="{E39DDF06-C559-4A6A-BF30-713C18A70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1850" y="3124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84" name="Text Box 44">
            <a:extLst>
              <a:ext uri="{FF2B5EF4-FFF2-40B4-BE49-F238E27FC236}">
                <a16:creationId xmlns:a16="http://schemas.microsoft.com/office/drawing/2014/main" id="{A89AC31A-5558-49B8-B84E-661B82EAC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124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85" name="Text Box 45">
            <a:extLst>
              <a:ext uri="{FF2B5EF4-FFF2-40B4-BE49-F238E27FC236}">
                <a16:creationId xmlns:a16="http://schemas.microsoft.com/office/drawing/2014/main" id="{65E34AD4-20F9-4B15-8B9C-8D0C91FF0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286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6686" name="Text Box 46">
            <a:extLst>
              <a:ext uri="{FF2B5EF4-FFF2-40B4-BE49-F238E27FC236}">
                <a16:creationId xmlns:a16="http://schemas.microsoft.com/office/drawing/2014/main" id="{0C200E2E-87B3-438C-9D3A-2CC137E6E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5240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6687" name="Text Box 47">
            <a:extLst>
              <a:ext uri="{FF2B5EF4-FFF2-40B4-BE49-F238E27FC236}">
                <a16:creationId xmlns:a16="http://schemas.microsoft.com/office/drawing/2014/main" id="{929F8A39-7CCB-4077-8C02-BB054A6A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50" y="22701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6688" name="Text Box 48">
            <a:extLst>
              <a:ext uri="{FF2B5EF4-FFF2-40B4-BE49-F238E27FC236}">
                <a16:creationId xmlns:a16="http://schemas.microsoft.com/office/drawing/2014/main" id="{76533391-89D4-458F-8677-5BD1A8A95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0292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- 1?</a:t>
            </a:r>
          </a:p>
        </p:txBody>
      </p:sp>
      <p:sp>
        <p:nvSpPr>
          <p:cNvPr id="496689" name="Line 49">
            <a:extLst>
              <a:ext uri="{FF2B5EF4-FFF2-40B4-BE49-F238E27FC236}">
                <a16:creationId xmlns:a16="http://schemas.microsoft.com/office/drawing/2014/main" id="{16EC813D-2CF5-491C-B6F2-A9A216E9FB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6000" y="44958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90" name="Line 50">
            <a:extLst>
              <a:ext uri="{FF2B5EF4-FFF2-40B4-BE49-F238E27FC236}">
                <a16:creationId xmlns:a16="http://schemas.microsoft.com/office/drawing/2014/main" id="{68B003EC-61B5-4FF2-91D2-47FEC157A4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419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96691" name="AutoShape 51">
            <a:extLst>
              <a:ext uri="{FF2B5EF4-FFF2-40B4-BE49-F238E27FC236}">
                <a16:creationId xmlns:a16="http://schemas.microsoft.com/office/drawing/2014/main" id="{04F52183-CC1E-4786-937D-121D913DF81C}"/>
              </a:ext>
            </a:extLst>
          </p:cNvPr>
          <p:cNvCxnSpPr>
            <a:cxnSpLocks noChangeShapeType="1"/>
            <a:stCxn id="496648" idx="4"/>
            <a:endCxn id="496657" idx="0"/>
          </p:cNvCxnSpPr>
          <p:nvPr/>
        </p:nvCxnSpPr>
        <p:spPr bwMode="auto">
          <a:xfrm>
            <a:off x="1600200" y="2590800"/>
            <a:ext cx="230188" cy="1049338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6692" name="AutoShape 52">
            <a:extLst>
              <a:ext uri="{FF2B5EF4-FFF2-40B4-BE49-F238E27FC236}">
                <a16:creationId xmlns:a16="http://schemas.microsoft.com/office/drawing/2014/main" id="{850A80EC-51CA-4E00-81D0-502E1033A48A}"/>
              </a:ext>
            </a:extLst>
          </p:cNvPr>
          <p:cNvCxnSpPr>
            <a:cxnSpLocks noChangeShapeType="1"/>
            <a:stCxn id="496645" idx="4"/>
            <a:endCxn id="496659" idx="0"/>
          </p:cNvCxnSpPr>
          <p:nvPr/>
        </p:nvCxnSpPr>
        <p:spPr bwMode="auto">
          <a:xfrm>
            <a:off x="2732088" y="1978025"/>
            <a:ext cx="330200" cy="1662113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93" name="AutoShape 53">
            <a:extLst>
              <a:ext uri="{FF2B5EF4-FFF2-40B4-BE49-F238E27FC236}">
                <a16:creationId xmlns:a16="http://schemas.microsoft.com/office/drawing/2014/main" id="{C4A30860-1342-41D0-84CD-6C1971BAD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352800"/>
            <a:ext cx="533400" cy="304800"/>
          </a:xfrm>
          <a:custGeom>
            <a:avLst/>
            <a:gdLst>
              <a:gd name="G0" fmla="+- -6559460 0 0"/>
              <a:gd name="G1" fmla="+- 11019248 0 0"/>
              <a:gd name="G2" fmla="+- -6559460 0 11019248"/>
              <a:gd name="G3" fmla="+- 10800 0 0"/>
              <a:gd name="G4" fmla="+- 0 0 -655946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6969 0 0"/>
              <a:gd name="G9" fmla="+- 0 0 11019248"/>
              <a:gd name="G10" fmla="+- 6969 0 2700"/>
              <a:gd name="G11" fmla="cos G10 -6559460"/>
              <a:gd name="G12" fmla="sin G10 -6559460"/>
              <a:gd name="G13" fmla="cos 13500 -6559460"/>
              <a:gd name="G14" fmla="sin 13500 -6559460"/>
              <a:gd name="G15" fmla="+- G11 10800 0"/>
              <a:gd name="G16" fmla="+- G12 10800 0"/>
              <a:gd name="G17" fmla="+- G13 10800 0"/>
              <a:gd name="G18" fmla="+- G14 10800 0"/>
              <a:gd name="G19" fmla="*/ 6969 1 2"/>
              <a:gd name="G20" fmla="+- G19 5400 0"/>
              <a:gd name="G21" fmla="cos G20 -6559460"/>
              <a:gd name="G22" fmla="sin G20 -6559460"/>
              <a:gd name="G23" fmla="+- G21 10800 0"/>
              <a:gd name="G24" fmla="+- G12 G23 G22"/>
              <a:gd name="G25" fmla="+- G22 G23 G11"/>
              <a:gd name="G26" fmla="cos 10800 -6559460"/>
              <a:gd name="G27" fmla="sin 10800 -6559460"/>
              <a:gd name="G28" fmla="cos 6969 -6559460"/>
              <a:gd name="G29" fmla="sin 6969 -655946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019248"/>
              <a:gd name="G36" fmla="sin G34 11019248"/>
              <a:gd name="G37" fmla="+/ 11019248 -655946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6969 G39"/>
              <a:gd name="G43" fmla="sin 696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849 w 21600"/>
              <a:gd name="T5" fmla="*/ 4756 h 21600"/>
              <a:gd name="T6" fmla="*/ 2104 w 21600"/>
              <a:gd name="T7" fmla="*/ 12625 h 21600"/>
              <a:gd name="T8" fmla="*/ 5024 w 21600"/>
              <a:gd name="T9" fmla="*/ 6900 h 21600"/>
              <a:gd name="T10" fmla="*/ 8435 w 21600"/>
              <a:gd name="T11" fmla="*/ -2492 h 21600"/>
              <a:gd name="T12" fmla="*/ 13788 w 21600"/>
              <a:gd name="T13" fmla="*/ 1243 h 21600"/>
              <a:gd name="T14" fmla="*/ 10052 w 21600"/>
              <a:gd name="T15" fmla="*/ 6597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9579" y="3938"/>
                </a:moveTo>
                <a:cubicBezTo>
                  <a:pt x="6253" y="4530"/>
                  <a:pt x="3831" y="7422"/>
                  <a:pt x="3831" y="10799"/>
                </a:cubicBezTo>
                <a:cubicBezTo>
                  <a:pt x="3831" y="11281"/>
                  <a:pt x="3880" y="11761"/>
                  <a:pt x="3979" y="12232"/>
                </a:cubicBezTo>
                <a:lnTo>
                  <a:pt x="230" y="13019"/>
                </a:lnTo>
                <a:cubicBezTo>
                  <a:pt x="77" y="12289"/>
                  <a:pt x="0" y="11545"/>
                  <a:pt x="0" y="10800"/>
                </a:cubicBezTo>
                <a:cubicBezTo>
                  <a:pt x="0" y="5565"/>
                  <a:pt x="3754" y="1084"/>
                  <a:pt x="8908" y="167"/>
                </a:cubicBezTo>
                <a:lnTo>
                  <a:pt x="8435" y="-2492"/>
                </a:lnTo>
                <a:lnTo>
                  <a:pt x="13788" y="1243"/>
                </a:lnTo>
                <a:lnTo>
                  <a:pt x="10052" y="6597"/>
                </a:lnTo>
                <a:lnTo>
                  <a:pt x="9579" y="393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94" name="AutoShape 54">
            <a:extLst>
              <a:ext uri="{FF2B5EF4-FFF2-40B4-BE49-F238E27FC236}">
                <a16:creationId xmlns:a16="http://schemas.microsoft.com/office/drawing/2014/main" id="{A5C087C6-5A40-44C5-AF99-AA1F6E8F128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00200" y="3352800"/>
            <a:ext cx="533400" cy="304800"/>
          </a:xfrm>
          <a:custGeom>
            <a:avLst/>
            <a:gdLst>
              <a:gd name="G0" fmla="+- -6559460 0 0"/>
              <a:gd name="G1" fmla="+- 11019248 0 0"/>
              <a:gd name="G2" fmla="+- -6559460 0 11019248"/>
              <a:gd name="G3" fmla="+- 10800 0 0"/>
              <a:gd name="G4" fmla="+- 0 0 -655946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6969 0 0"/>
              <a:gd name="G9" fmla="+- 0 0 11019248"/>
              <a:gd name="G10" fmla="+- 6969 0 2700"/>
              <a:gd name="G11" fmla="cos G10 -6559460"/>
              <a:gd name="G12" fmla="sin G10 -6559460"/>
              <a:gd name="G13" fmla="cos 13500 -6559460"/>
              <a:gd name="G14" fmla="sin 13500 -6559460"/>
              <a:gd name="G15" fmla="+- G11 10800 0"/>
              <a:gd name="G16" fmla="+- G12 10800 0"/>
              <a:gd name="G17" fmla="+- G13 10800 0"/>
              <a:gd name="G18" fmla="+- G14 10800 0"/>
              <a:gd name="G19" fmla="*/ 6969 1 2"/>
              <a:gd name="G20" fmla="+- G19 5400 0"/>
              <a:gd name="G21" fmla="cos G20 -6559460"/>
              <a:gd name="G22" fmla="sin G20 -6559460"/>
              <a:gd name="G23" fmla="+- G21 10800 0"/>
              <a:gd name="G24" fmla="+- G12 G23 G22"/>
              <a:gd name="G25" fmla="+- G22 G23 G11"/>
              <a:gd name="G26" fmla="cos 10800 -6559460"/>
              <a:gd name="G27" fmla="sin 10800 -6559460"/>
              <a:gd name="G28" fmla="cos 6969 -6559460"/>
              <a:gd name="G29" fmla="sin 6969 -655946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019248"/>
              <a:gd name="G36" fmla="sin G34 11019248"/>
              <a:gd name="G37" fmla="+/ 11019248 -655946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6969 G39"/>
              <a:gd name="G43" fmla="sin 696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849 w 21600"/>
              <a:gd name="T5" fmla="*/ 4756 h 21600"/>
              <a:gd name="T6" fmla="*/ 2104 w 21600"/>
              <a:gd name="T7" fmla="*/ 12625 h 21600"/>
              <a:gd name="T8" fmla="*/ 5024 w 21600"/>
              <a:gd name="T9" fmla="*/ 6900 h 21600"/>
              <a:gd name="T10" fmla="*/ 8435 w 21600"/>
              <a:gd name="T11" fmla="*/ -2492 h 21600"/>
              <a:gd name="T12" fmla="*/ 13788 w 21600"/>
              <a:gd name="T13" fmla="*/ 1243 h 21600"/>
              <a:gd name="T14" fmla="*/ 10052 w 21600"/>
              <a:gd name="T15" fmla="*/ 6597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9579" y="3938"/>
                </a:moveTo>
                <a:cubicBezTo>
                  <a:pt x="6253" y="4530"/>
                  <a:pt x="3831" y="7422"/>
                  <a:pt x="3831" y="10799"/>
                </a:cubicBezTo>
                <a:cubicBezTo>
                  <a:pt x="3831" y="11281"/>
                  <a:pt x="3880" y="11761"/>
                  <a:pt x="3979" y="12232"/>
                </a:cubicBezTo>
                <a:lnTo>
                  <a:pt x="230" y="13019"/>
                </a:lnTo>
                <a:cubicBezTo>
                  <a:pt x="77" y="12289"/>
                  <a:pt x="0" y="11545"/>
                  <a:pt x="0" y="10800"/>
                </a:cubicBezTo>
                <a:cubicBezTo>
                  <a:pt x="0" y="5565"/>
                  <a:pt x="3754" y="1084"/>
                  <a:pt x="8908" y="167"/>
                </a:cubicBezTo>
                <a:lnTo>
                  <a:pt x="8435" y="-2492"/>
                </a:lnTo>
                <a:lnTo>
                  <a:pt x="13788" y="1243"/>
                </a:lnTo>
                <a:lnTo>
                  <a:pt x="10052" y="6597"/>
                </a:lnTo>
                <a:lnTo>
                  <a:pt x="9579" y="393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66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66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966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966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96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96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96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96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96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96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96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96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96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96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96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96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966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96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966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96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96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96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9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9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496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96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96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96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966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96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966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496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96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96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966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96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96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966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96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96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966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96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96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96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966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96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96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966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96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9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966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96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96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4966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96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96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96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496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96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96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496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96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96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496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496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496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496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496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496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496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496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496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496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2" grpId="0"/>
      <p:bldP spid="496643" grpId="0"/>
      <p:bldP spid="496645" grpId="0" animBg="1"/>
      <p:bldP spid="496647" grpId="0" animBg="1"/>
      <p:bldP spid="496648" grpId="0" animBg="1"/>
      <p:bldP spid="496650" grpId="0" animBg="1"/>
      <p:bldP spid="496652" grpId="0" animBg="1"/>
      <p:bldP spid="496653" grpId="0" animBg="1"/>
      <p:bldP spid="496656" grpId="0" animBg="1"/>
      <p:bldP spid="496657" grpId="0" animBg="1"/>
      <p:bldP spid="496658" grpId="0" animBg="1"/>
      <p:bldP spid="496659" grpId="0" animBg="1"/>
      <p:bldP spid="496661" grpId="0" animBg="1"/>
      <p:bldP spid="496663" grpId="0" animBg="1"/>
      <p:bldP spid="496664" grpId="0" animBg="1"/>
      <p:bldP spid="496666" grpId="0" animBg="1"/>
      <p:bldP spid="496668" grpId="0" animBg="1"/>
      <p:bldP spid="496671" grpId="0" animBg="1"/>
      <p:bldP spid="496672" grpId="0" animBg="1"/>
      <p:bldP spid="496673" grpId="0" animBg="1"/>
      <p:bldP spid="496674" grpId="0" animBg="1"/>
      <p:bldP spid="496675" grpId="0"/>
      <p:bldP spid="496676" grpId="0"/>
      <p:bldP spid="496677" grpId="0"/>
      <p:bldP spid="496678" grpId="0"/>
      <p:bldP spid="496679" grpId="0"/>
      <p:bldP spid="496680" grpId="0" animBg="1"/>
      <p:bldP spid="496681" grpId="0" animBg="1"/>
      <p:bldP spid="496682" grpId="0"/>
      <p:bldP spid="496684" grpId="0"/>
      <p:bldP spid="496685" grpId="0"/>
      <p:bldP spid="496686" grpId="0"/>
      <p:bldP spid="496687" grpId="0"/>
      <p:bldP spid="496688" grpId="0"/>
      <p:bldP spid="496689" grpId="0" animBg="1"/>
      <p:bldP spid="496690" grpId="0" animBg="1"/>
      <p:bldP spid="496693" grpId="0" animBg="1"/>
      <p:bldP spid="49669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>
            <a:extLst>
              <a:ext uri="{FF2B5EF4-FFF2-40B4-BE49-F238E27FC236}">
                <a16:creationId xmlns:a16="http://schemas.microsoft.com/office/drawing/2014/main" id="{19B613DF-1D20-4F1A-95C1-88BB9CE18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Insert Algorithm</a:t>
            </a:r>
          </a:p>
        </p:txBody>
      </p:sp>
      <p:sp>
        <p:nvSpPr>
          <p:cNvPr id="4986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69410DD-674D-4396-971D-A297FB18C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Find spot for value</a:t>
            </a:r>
          </a:p>
          <a:p>
            <a:r>
              <a:rPr lang="en-US" altLang="en-US" sz="2400" dirty="0"/>
              <a:t>Hang new node</a:t>
            </a:r>
          </a:p>
          <a:p>
            <a:r>
              <a:rPr lang="en-US" altLang="en-US" sz="2400" dirty="0"/>
              <a:t>Search back up looking for imbalance</a:t>
            </a:r>
          </a:p>
          <a:p>
            <a:r>
              <a:rPr lang="en-US" altLang="en-US" sz="2400" dirty="0"/>
              <a:t>If there is an imbalance: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dirty="0"/>
              <a:t>	case #1: Perform single rotation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dirty="0"/>
              <a:t>	case #2: Perform double rotation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r>
              <a:rPr lang="en-US" altLang="en-US" sz="2400" i="1" dirty="0"/>
              <a:t>Done!</a:t>
            </a:r>
            <a:endParaRPr lang="en-US" altLang="en-US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(There can only be one imbalance!)</a:t>
            </a:r>
          </a:p>
        </p:txBody>
      </p:sp>
      <p:grpSp>
        <p:nvGrpSpPr>
          <p:cNvPr id="498692" name="Group 4">
            <a:extLst>
              <a:ext uri="{FF2B5EF4-FFF2-40B4-BE49-F238E27FC236}">
                <a16:creationId xmlns:a16="http://schemas.microsoft.com/office/drawing/2014/main" id="{2AE435F4-41AF-4916-BBF4-78927F33959C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352800"/>
            <a:ext cx="457200" cy="533400"/>
            <a:chOff x="480" y="2592"/>
            <a:chExt cx="144" cy="240"/>
          </a:xfrm>
        </p:grpSpPr>
        <p:sp>
          <p:nvSpPr>
            <p:cNvPr id="498693" name="Line 5">
              <a:extLst>
                <a:ext uri="{FF2B5EF4-FFF2-40B4-BE49-F238E27FC236}">
                  <a16:creationId xmlns:a16="http://schemas.microsoft.com/office/drawing/2014/main" id="{5A9A7EC4-C8E3-41FE-85FB-8E283F7E7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59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8694" name="Line 6">
              <a:extLst>
                <a:ext uri="{FF2B5EF4-FFF2-40B4-BE49-F238E27FC236}">
                  <a16:creationId xmlns:a16="http://schemas.microsoft.com/office/drawing/2014/main" id="{27A78605-A956-4603-9269-1DE2930B1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688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8695" name="Group 7">
            <a:extLst>
              <a:ext uri="{FF2B5EF4-FFF2-40B4-BE49-F238E27FC236}">
                <a16:creationId xmlns:a16="http://schemas.microsoft.com/office/drawing/2014/main" id="{1B80DFD8-6FAE-4308-94D6-452721410679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191000"/>
            <a:ext cx="228600" cy="457200"/>
            <a:chOff x="720" y="3168"/>
            <a:chExt cx="144" cy="336"/>
          </a:xfrm>
        </p:grpSpPr>
        <p:sp>
          <p:nvSpPr>
            <p:cNvPr id="498696" name="Line 8">
              <a:extLst>
                <a:ext uri="{FF2B5EF4-FFF2-40B4-BE49-F238E27FC236}">
                  <a16:creationId xmlns:a16="http://schemas.microsoft.com/office/drawing/2014/main" id="{4E28F618-B98D-4F70-976F-4066890AA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68"/>
              <a:ext cx="135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8697" name="Line 9">
              <a:extLst>
                <a:ext uri="{FF2B5EF4-FFF2-40B4-BE49-F238E27FC236}">
                  <a16:creationId xmlns:a16="http://schemas.microsoft.com/office/drawing/2014/main" id="{CA9AD8AF-71D9-4C94-954D-6322A8E81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7" y="3302"/>
              <a:ext cx="67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8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8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/>
      <p:bldP spid="49869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F7D9E217-A151-4278-A307-BB98322DE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Easy Insert</a:t>
            </a:r>
          </a:p>
        </p:txBody>
      </p:sp>
      <p:sp>
        <p:nvSpPr>
          <p:cNvPr id="500739" name="Oval 3">
            <a:extLst>
              <a:ext uri="{FF2B5EF4-FFF2-40B4-BE49-F238E27FC236}">
                <a16:creationId xmlns:a16="http://schemas.microsoft.com/office/drawing/2014/main" id="{83CA53B0-9EDA-48A9-B572-3A19727DD9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0740" name="Oval 4">
            <a:extLst>
              <a:ext uri="{FF2B5EF4-FFF2-40B4-BE49-F238E27FC236}">
                <a16:creationId xmlns:a16="http://schemas.microsoft.com/office/drawing/2014/main" id="{66ACC45E-3E0F-440C-A3E1-0206B0BFB7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0741" name="Oval 5">
            <a:extLst>
              <a:ext uri="{FF2B5EF4-FFF2-40B4-BE49-F238E27FC236}">
                <a16:creationId xmlns:a16="http://schemas.microsoft.com/office/drawing/2014/main" id="{3E6A1AD5-EC59-4306-9A46-D4112C9F6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0742" name="Oval 6">
            <a:extLst>
              <a:ext uri="{FF2B5EF4-FFF2-40B4-BE49-F238E27FC236}">
                <a16:creationId xmlns:a16="http://schemas.microsoft.com/office/drawing/2014/main" id="{E4011D88-9118-439E-BA50-869F051F8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0743" name="Oval 7">
            <a:extLst>
              <a:ext uri="{FF2B5EF4-FFF2-40B4-BE49-F238E27FC236}">
                <a16:creationId xmlns:a16="http://schemas.microsoft.com/office/drawing/2014/main" id="{C9651D43-8982-4273-92C2-8C2DA5DD69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0744" name="Oval 8">
            <a:extLst>
              <a:ext uri="{FF2B5EF4-FFF2-40B4-BE49-F238E27FC236}">
                <a16:creationId xmlns:a16="http://schemas.microsoft.com/office/drawing/2014/main" id="{14EAB14B-A3A2-4D4D-B303-AAA4C9C84F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0745" name="AutoShape 9">
            <a:extLst>
              <a:ext uri="{FF2B5EF4-FFF2-40B4-BE49-F238E27FC236}">
                <a16:creationId xmlns:a16="http://schemas.microsoft.com/office/drawing/2014/main" id="{048FB96A-6F3A-4271-BF23-540A7B454287}"/>
              </a:ext>
            </a:extLst>
          </p:cNvPr>
          <p:cNvCxnSpPr>
            <a:cxnSpLocks noChangeShapeType="1"/>
            <a:stCxn id="500744" idx="3"/>
            <a:endCxn id="500743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6" name="AutoShape 10">
            <a:extLst>
              <a:ext uri="{FF2B5EF4-FFF2-40B4-BE49-F238E27FC236}">
                <a16:creationId xmlns:a16="http://schemas.microsoft.com/office/drawing/2014/main" id="{641AF3B2-89D0-47A4-8DA2-61176310C7F2}"/>
              </a:ext>
            </a:extLst>
          </p:cNvPr>
          <p:cNvCxnSpPr>
            <a:cxnSpLocks noChangeShapeType="1"/>
            <a:stCxn id="500744" idx="5"/>
            <a:endCxn id="500742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7" name="AutoShape 11">
            <a:extLst>
              <a:ext uri="{FF2B5EF4-FFF2-40B4-BE49-F238E27FC236}">
                <a16:creationId xmlns:a16="http://schemas.microsoft.com/office/drawing/2014/main" id="{7D10AFA6-35FC-43EB-AE0C-9E2E5F18F374}"/>
              </a:ext>
            </a:extLst>
          </p:cNvPr>
          <p:cNvCxnSpPr>
            <a:cxnSpLocks noChangeShapeType="1"/>
            <a:stCxn id="500742" idx="5"/>
            <a:endCxn id="500739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8" name="AutoShape 12">
            <a:extLst>
              <a:ext uri="{FF2B5EF4-FFF2-40B4-BE49-F238E27FC236}">
                <a16:creationId xmlns:a16="http://schemas.microsoft.com/office/drawing/2014/main" id="{E4A76621-1B02-4DC1-85C0-56E1162F32CD}"/>
              </a:ext>
            </a:extLst>
          </p:cNvPr>
          <p:cNvCxnSpPr>
            <a:cxnSpLocks noChangeShapeType="1"/>
            <a:stCxn id="500743" idx="3"/>
            <a:endCxn id="500741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9" name="AutoShape 13">
            <a:extLst>
              <a:ext uri="{FF2B5EF4-FFF2-40B4-BE49-F238E27FC236}">
                <a16:creationId xmlns:a16="http://schemas.microsoft.com/office/drawing/2014/main" id="{13B03584-46B1-4D32-8EC1-62178CFCD9F4}"/>
              </a:ext>
            </a:extLst>
          </p:cNvPr>
          <p:cNvCxnSpPr>
            <a:cxnSpLocks noChangeShapeType="1"/>
            <a:stCxn id="500743" idx="5"/>
            <a:endCxn id="500740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0750" name="Oval 14">
            <a:extLst>
              <a:ext uri="{FF2B5EF4-FFF2-40B4-BE49-F238E27FC236}">
                <a16:creationId xmlns:a16="http://schemas.microsoft.com/office/drawing/2014/main" id="{1061620A-D1EA-438D-A1D5-8755940CE9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0751" name="Oval 15">
            <a:extLst>
              <a:ext uri="{FF2B5EF4-FFF2-40B4-BE49-F238E27FC236}">
                <a16:creationId xmlns:a16="http://schemas.microsoft.com/office/drawing/2014/main" id="{63F1985F-D565-4E3F-A0ED-9C4FA5F073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0752" name="AutoShape 16">
            <a:extLst>
              <a:ext uri="{FF2B5EF4-FFF2-40B4-BE49-F238E27FC236}">
                <a16:creationId xmlns:a16="http://schemas.microsoft.com/office/drawing/2014/main" id="{831FA087-168B-401F-A3B1-007408B9EFCA}"/>
              </a:ext>
            </a:extLst>
          </p:cNvPr>
          <p:cNvCxnSpPr>
            <a:cxnSpLocks noChangeShapeType="1"/>
            <a:stCxn id="500739" idx="3"/>
            <a:endCxn id="500751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53" name="AutoShape 17">
            <a:extLst>
              <a:ext uri="{FF2B5EF4-FFF2-40B4-BE49-F238E27FC236}">
                <a16:creationId xmlns:a16="http://schemas.microsoft.com/office/drawing/2014/main" id="{F1E3B732-0E06-40E7-938A-BD5289E4025E}"/>
              </a:ext>
            </a:extLst>
          </p:cNvPr>
          <p:cNvCxnSpPr>
            <a:cxnSpLocks noChangeShapeType="1"/>
            <a:stCxn id="500739" idx="5"/>
            <a:endCxn id="500750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0754" name="Text Box 18">
            <a:extLst>
              <a:ext uri="{FF2B5EF4-FFF2-40B4-BE49-F238E27FC236}">
                <a16:creationId xmlns:a16="http://schemas.microsoft.com/office/drawing/2014/main" id="{7482D003-3B79-4456-95BB-4C2D7CFEB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133600"/>
            <a:ext cx="1233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Insert(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00755" name="Oval 19">
            <a:extLst>
              <a:ext uri="{FF2B5EF4-FFF2-40B4-BE49-F238E27FC236}">
                <a16:creationId xmlns:a16="http://schemas.microsoft.com/office/drawing/2014/main" id="{8544C78C-17E9-47F6-A82E-E90BBCA35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0756" name="AutoShape 20">
            <a:extLst>
              <a:ext uri="{FF2B5EF4-FFF2-40B4-BE49-F238E27FC236}">
                <a16:creationId xmlns:a16="http://schemas.microsoft.com/office/drawing/2014/main" id="{49702FC7-987D-43B0-BE7C-04267B038D87}"/>
              </a:ext>
            </a:extLst>
          </p:cNvPr>
          <p:cNvCxnSpPr>
            <a:cxnSpLocks noChangeShapeType="1"/>
            <a:stCxn id="500742" idx="3"/>
            <a:endCxn id="500755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0757" name="Text Box 21">
            <a:extLst>
              <a:ext uri="{FF2B5EF4-FFF2-40B4-BE49-F238E27FC236}">
                <a16:creationId xmlns:a16="http://schemas.microsoft.com/office/drawing/2014/main" id="{C705B36E-B9C8-45E2-B866-2AC738D75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657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58" name="Text Box 22">
            <a:extLst>
              <a:ext uri="{FF2B5EF4-FFF2-40B4-BE49-F238E27FC236}">
                <a16:creationId xmlns:a16="http://schemas.microsoft.com/office/drawing/2014/main" id="{DBC868B2-E7C6-4360-A15A-2B22FF825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5116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59" name="Text Box 23">
            <a:extLst>
              <a:ext uri="{FF2B5EF4-FFF2-40B4-BE49-F238E27FC236}">
                <a16:creationId xmlns:a16="http://schemas.microsoft.com/office/drawing/2014/main" id="{0B72CC03-2DE3-4607-9F53-A1DBC189E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00760" name="Text Box 24">
            <a:extLst>
              <a:ext uri="{FF2B5EF4-FFF2-40B4-BE49-F238E27FC236}">
                <a16:creationId xmlns:a16="http://schemas.microsoft.com/office/drawing/2014/main" id="{09DE8095-4C07-4874-89BC-582D2F44F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61" name="Text Box 25">
            <a:extLst>
              <a:ext uri="{FF2B5EF4-FFF2-40B4-BE49-F238E27FC236}">
                <a16:creationId xmlns:a16="http://schemas.microsoft.com/office/drawing/2014/main" id="{5F9F8705-EE73-4B8D-84B7-EF4ED09ED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62" name="Text Box 26">
            <a:extLst>
              <a:ext uri="{FF2B5EF4-FFF2-40B4-BE49-F238E27FC236}">
                <a16:creationId xmlns:a16="http://schemas.microsoft.com/office/drawing/2014/main" id="{501A8E4F-736E-4A36-B749-F6E6EAECB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00763" name="Text Box 27">
            <a:extLst>
              <a:ext uri="{FF2B5EF4-FFF2-40B4-BE49-F238E27FC236}">
                <a16:creationId xmlns:a16="http://schemas.microsoft.com/office/drawing/2014/main" id="{FA4967FF-ABE2-4984-BD4B-54CCF3866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0764" name="Text Box 28">
            <a:extLst>
              <a:ext uri="{FF2B5EF4-FFF2-40B4-BE49-F238E27FC236}">
                <a16:creationId xmlns:a16="http://schemas.microsoft.com/office/drawing/2014/main" id="{AEC6151D-E25E-43FC-858A-93405D762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350" y="1828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00765" name="Text Box 29">
            <a:extLst>
              <a:ext uri="{FF2B5EF4-FFF2-40B4-BE49-F238E27FC236}">
                <a16:creationId xmlns:a16="http://schemas.microsoft.com/office/drawing/2014/main" id="{A9EA3152-4773-4D18-B837-19D1987B4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0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07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0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0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07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0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0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07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07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0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07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0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0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07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07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0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0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07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07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0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0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07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07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0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0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0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07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0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0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0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0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0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0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0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0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07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0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0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07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0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0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00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00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00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007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00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0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00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00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00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007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00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00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007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007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0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0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8" grpId="0"/>
      <p:bldP spid="500739" grpId="0" animBg="1"/>
      <p:bldP spid="500740" grpId="0" animBg="1"/>
      <p:bldP spid="500741" grpId="0" animBg="1"/>
      <p:bldP spid="500742" grpId="0" animBg="1"/>
      <p:bldP spid="500743" grpId="0" animBg="1"/>
      <p:bldP spid="500744" grpId="0" animBg="1"/>
      <p:bldP spid="500750" grpId="0" animBg="1"/>
      <p:bldP spid="500751" grpId="0" animBg="1"/>
      <p:bldP spid="500754" grpId="0"/>
      <p:bldP spid="500755" grpId="0" animBg="1"/>
      <p:bldP spid="500757" grpId="0"/>
      <p:bldP spid="500758" grpId="0"/>
      <p:bldP spid="500759" grpId="0"/>
      <p:bldP spid="500760" grpId="0"/>
      <p:bldP spid="500761" grpId="0"/>
      <p:bldP spid="500762" grpId="0"/>
      <p:bldP spid="500763" grpId="0"/>
      <p:bldP spid="500764" grpId="0"/>
      <p:bldP spid="5007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>
            <a:extLst>
              <a:ext uri="{FF2B5EF4-FFF2-40B4-BE49-F238E27FC236}">
                <a16:creationId xmlns:a16="http://schemas.microsoft.com/office/drawing/2014/main" id="{FDF39E17-4AD1-4814-9B4F-BA2A8B49A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Hard Insert (Bad Case #1)</a:t>
            </a:r>
          </a:p>
        </p:txBody>
      </p:sp>
      <p:sp>
        <p:nvSpPr>
          <p:cNvPr id="502787" name="Oval 3">
            <a:extLst>
              <a:ext uri="{FF2B5EF4-FFF2-40B4-BE49-F238E27FC236}">
                <a16:creationId xmlns:a16="http://schemas.microsoft.com/office/drawing/2014/main" id="{B2566BED-EE5F-413F-BE95-22B0831E9B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2788" name="Oval 4">
            <a:extLst>
              <a:ext uri="{FF2B5EF4-FFF2-40B4-BE49-F238E27FC236}">
                <a16:creationId xmlns:a16="http://schemas.microsoft.com/office/drawing/2014/main" id="{1B47172B-937E-465D-96A7-A7207A7BC0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2789" name="Oval 5">
            <a:extLst>
              <a:ext uri="{FF2B5EF4-FFF2-40B4-BE49-F238E27FC236}">
                <a16:creationId xmlns:a16="http://schemas.microsoft.com/office/drawing/2014/main" id="{ED9B103E-B43A-4EEB-B92D-5BE4DF7E5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2790" name="Oval 6">
            <a:extLst>
              <a:ext uri="{FF2B5EF4-FFF2-40B4-BE49-F238E27FC236}">
                <a16:creationId xmlns:a16="http://schemas.microsoft.com/office/drawing/2014/main" id="{57E36D41-6130-4537-9568-E8077B57E7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2791" name="Oval 7">
            <a:extLst>
              <a:ext uri="{FF2B5EF4-FFF2-40B4-BE49-F238E27FC236}">
                <a16:creationId xmlns:a16="http://schemas.microsoft.com/office/drawing/2014/main" id="{E509309D-BEAA-468F-BEBC-F6017B99BB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2792" name="Oval 8">
            <a:extLst>
              <a:ext uri="{FF2B5EF4-FFF2-40B4-BE49-F238E27FC236}">
                <a16:creationId xmlns:a16="http://schemas.microsoft.com/office/drawing/2014/main" id="{5A820B10-5F78-46DE-82AF-20CEBE52A8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2793" name="AutoShape 9">
            <a:extLst>
              <a:ext uri="{FF2B5EF4-FFF2-40B4-BE49-F238E27FC236}">
                <a16:creationId xmlns:a16="http://schemas.microsoft.com/office/drawing/2014/main" id="{8FAED98C-E858-4B30-9C41-4541E756E305}"/>
              </a:ext>
            </a:extLst>
          </p:cNvPr>
          <p:cNvCxnSpPr>
            <a:cxnSpLocks noChangeShapeType="1"/>
            <a:stCxn id="502792" idx="3"/>
            <a:endCxn id="502791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4" name="AutoShape 10">
            <a:extLst>
              <a:ext uri="{FF2B5EF4-FFF2-40B4-BE49-F238E27FC236}">
                <a16:creationId xmlns:a16="http://schemas.microsoft.com/office/drawing/2014/main" id="{03340891-F6AB-47B5-9F70-C98DC552DDDC}"/>
              </a:ext>
            </a:extLst>
          </p:cNvPr>
          <p:cNvCxnSpPr>
            <a:cxnSpLocks noChangeShapeType="1"/>
            <a:stCxn id="502792" idx="5"/>
            <a:endCxn id="502790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5" name="AutoShape 11">
            <a:extLst>
              <a:ext uri="{FF2B5EF4-FFF2-40B4-BE49-F238E27FC236}">
                <a16:creationId xmlns:a16="http://schemas.microsoft.com/office/drawing/2014/main" id="{228BEB5D-1A39-46BA-9128-E04643A9DCF6}"/>
              </a:ext>
            </a:extLst>
          </p:cNvPr>
          <p:cNvCxnSpPr>
            <a:cxnSpLocks noChangeShapeType="1"/>
            <a:stCxn id="502790" idx="5"/>
            <a:endCxn id="502787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6" name="AutoShape 12">
            <a:extLst>
              <a:ext uri="{FF2B5EF4-FFF2-40B4-BE49-F238E27FC236}">
                <a16:creationId xmlns:a16="http://schemas.microsoft.com/office/drawing/2014/main" id="{B2A604B7-6CDB-4F0A-952F-02EF2AC6262B}"/>
              </a:ext>
            </a:extLst>
          </p:cNvPr>
          <p:cNvCxnSpPr>
            <a:cxnSpLocks noChangeShapeType="1"/>
            <a:stCxn id="502791" idx="3"/>
            <a:endCxn id="502789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7" name="AutoShape 13">
            <a:extLst>
              <a:ext uri="{FF2B5EF4-FFF2-40B4-BE49-F238E27FC236}">
                <a16:creationId xmlns:a16="http://schemas.microsoft.com/office/drawing/2014/main" id="{0BC4F94F-1577-4F8F-BB67-4B2747A6D5A0}"/>
              </a:ext>
            </a:extLst>
          </p:cNvPr>
          <p:cNvCxnSpPr>
            <a:cxnSpLocks noChangeShapeType="1"/>
            <a:stCxn id="502791" idx="5"/>
            <a:endCxn id="502788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2798" name="Oval 14">
            <a:extLst>
              <a:ext uri="{FF2B5EF4-FFF2-40B4-BE49-F238E27FC236}">
                <a16:creationId xmlns:a16="http://schemas.microsoft.com/office/drawing/2014/main" id="{F7E0624B-01BA-48A2-9DFC-BC8B47CF56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2799" name="Oval 15">
            <a:extLst>
              <a:ext uri="{FF2B5EF4-FFF2-40B4-BE49-F238E27FC236}">
                <a16:creationId xmlns:a16="http://schemas.microsoft.com/office/drawing/2014/main" id="{0EE523FA-B538-4EE1-AA4F-CA543C819B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2800" name="AutoShape 16">
            <a:extLst>
              <a:ext uri="{FF2B5EF4-FFF2-40B4-BE49-F238E27FC236}">
                <a16:creationId xmlns:a16="http://schemas.microsoft.com/office/drawing/2014/main" id="{D602B54D-4410-48B9-A0C2-D8E4D3DE0C19}"/>
              </a:ext>
            </a:extLst>
          </p:cNvPr>
          <p:cNvCxnSpPr>
            <a:cxnSpLocks noChangeShapeType="1"/>
            <a:stCxn id="502787" idx="3"/>
            <a:endCxn id="502799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801" name="AutoShape 17">
            <a:extLst>
              <a:ext uri="{FF2B5EF4-FFF2-40B4-BE49-F238E27FC236}">
                <a16:creationId xmlns:a16="http://schemas.microsoft.com/office/drawing/2014/main" id="{05932D1C-B3C5-452C-8A42-E8E6981AEE1C}"/>
              </a:ext>
            </a:extLst>
          </p:cNvPr>
          <p:cNvCxnSpPr>
            <a:cxnSpLocks noChangeShapeType="1"/>
            <a:stCxn id="502787" idx="5"/>
            <a:endCxn id="502798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2802" name="Text Box 18">
            <a:extLst>
              <a:ext uri="{FF2B5EF4-FFF2-40B4-BE49-F238E27FC236}">
                <a16:creationId xmlns:a16="http://schemas.microsoft.com/office/drawing/2014/main" id="{5527AD11-36B6-4C5B-B7B1-469C5A7F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81200"/>
            <a:ext cx="1385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Insert(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33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02803" name="Oval 19">
            <a:extLst>
              <a:ext uri="{FF2B5EF4-FFF2-40B4-BE49-F238E27FC236}">
                <a16:creationId xmlns:a16="http://schemas.microsoft.com/office/drawing/2014/main" id="{6FFF5F1B-6B6A-47F8-B100-348478734F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2804" name="AutoShape 20">
            <a:extLst>
              <a:ext uri="{FF2B5EF4-FFF2-40B4-BE49-F238E27FC236}">
                <a16:creationId xmlns:a16="http://schemas.microsoft.com/office/drawing/2014/main" id="{C962C55D-803B-4C24-A234-DD62E99CEE66}"/>
              </a:ext>
            </a:extLst>
          </p:cNvPr>
          <p:cNvCxnSpPr>
            <a:cxnSpLocks noChangeShapeType="1"/>
            <a:stCxn id="502789" idx="5"/>
            <a:endCxn id="502803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2805" name="Oval 21">
            <a:extLst>
              <a:ext uri="{FF2B5EF4-FFF2-40B4-BE49-F238E27FC236}">
                <a16:creationId xmlns:a16="http://schemas.microsoft.com/office/drawing/2014/main" id="{4B7FBCA1-59BD-4C4C-8101-B904B5A288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2806" name="AutoShape 22">
            <a:extLst>
              <a:ext uri="{FF2B5EF4-FFF2-40B4-BE49-F238E27FC236}">
                <a16:creationId xmlns:a16="http://schemas.microsoft.com/office/drawing/2014/main" id="{F6502F1D-07C9-4C00-AB45-2F50931461F0}"/>
              </a:ext>
            </a:extLst>
          </p:cNvPr>
          <p:cNvCxnSpPr>
            <a:cxnSpLocks noChangeShapeType="1"/>
            <a:stCxn id="502790" idx="3"/>
            <a:endCxn id="502805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2807" name="Group 23">
            <a:extLst>
              <a:ext uri="{FF2B5EF4-FFF2-40B4-BE49-F238E27FC236}">
                <a16:creationId xmlns:a16="http://schemas.microsoft.com/office/drawing/2014/main" id="{90F00E41-4F0F-4AD2-A2CE-9AAF47E7F83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502808" name="Text Box 24">
              <a:extLst>
                <a:ext uri="{FF2B5EF4-FFF2-40B4-BE49-F238E27FC236}">
                  <a16:creationId xmlns:a16="http://schemas.microsoft.com/office/drawing/2014/main" id="{B2A9CF4D-0A9E-4990-868D-41B1BC393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2809" name="Text Box 25">
              <a:extLst>
                <a:ext uri="{FF2B5EF4-FFF2-40B4-BE49-F238E27FC236}">
                  <a16:creationId xmlns:a16="http://schemas.microsoft.com/office/drawing/2014/main" id="{ED5DA4F9-54B6-4DBB-A3F5-F0177DDA1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810" name="Text Box 26">
              <a:extLst>
                <a:ext uri="{FF2B5EF4-FFF2-40B4-BE49-F238E27FC236}">
                  <a16:creationId xmlns:a16="http://schemas.microsoft.com/office/drawing/2014/main" id="{C1BD7305-22E5-4F33-B6B2-6F7C414E0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1" name="Text Box 27">
              <a:extLst>
                <a:ext uri="{FF2B5EF4-FFF2-40B4-BE49-F238E27FC236}">
                  <a16:creationId xmlns:a16="http://schemas.microsoft.com/office/drawing/2014/main" id="{B9834C59-515C-460E-9A04-4BCBA5883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2812" name="Text Box 28">
              <a:extLst>
                <a:ext uri="{FF2B5EF4-FFF2-40B4-BE49-F238E27FC236}">
                  <a16:creationId xmlns:a16="http://schemas.microsoft.com/office/drawing/2014/main" id="{7DE730B7-47FB-4002-ABA2-D2804565F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3" name="Text Box 29">
              <a:extLst>
                <a:ext uri="{FF2B5EF4-FFF2-40B4-BE49-F238E27FC236}">
                  <a16:creationId xmlns:a16="http://schemas.microsoft.com/office/drawing/2014/main" id="{BD7E1C5F-4889-406D-9EF5-D214ADAF6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4" name="Text Box 30">
              <a:extLst>
                <a:ext uri="{FF2B5EF4-FFF2-40B4-BE49-F238E27FC236}">
                  <a16:creationId xmlns:a16="http://schemas.microsoft.com/office/drawing/2014/main" id="{C1A60549-F6EC-4211-9A99-AA88B1E25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2815" name="Text Box 31">
              <a:extLst>
                <a:ext uri="{FF2B5EF4-FFF2-40B4-BE49-F238E27FC236}">
                  <a16:creationId xmlns:a16="http://schemas.microsoft.com/office/drawing/2014/main" id="{CF9C37A8-0836-48B1-B813-FFAC0D8FF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2816" name="Text Box 32">
              <a:extLst>
                <a:ext uri="{FF2B5EF4-FFF2-40B4-BE49-F238E27FC236}">
                  <a16:creationId xmlns:a16="http://schemas.microsoft.com/office/drawing/2014/main" id="{3CBF5F7C-0DC7-4E02-A6CD-E600B47F7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2817" name="Text Box 33">
              <a:extLst>
                <a:ext uri="{FF2B5EF4-FFF2-40B4-BE49-F238E27FC236}">
                  <a16:creationId xmlns:a16="http://schemas.microsoft.com/office/drawing/2014/main" id="{DA33462C-66E5-4A22-89AE-D40473BB7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8" name="Text Box 34">
              <a:extLst>
                <a:ext uri="{FF2B5EF4-FFF2-40B4-BE49-F238E27FC236}">
                  <a16:creationId xmlns:a16="http://schemas.microsoft.com/office/drawing/2014/main" id="{3EA710BF-B4C1-42AD-A180-2EA3AB298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2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27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27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27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27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27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27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27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2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2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2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27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2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2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2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27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2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2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28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28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2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2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28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2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2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28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28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28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2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2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6" grpId="0"/>
      <p:bldP spid="502787" grpId="0" animBg="1"/>
      <p:bldP spid="502788" grpId="0" animBg="1"/>
      <p:bldP spid="502789" grpId="0" animBg="1"/>
      <p:bldP spid="502790" grpId="0" animBg="1"/>
      <p:bldP spid="502791" grpId="0" animBg="1"/>
      <p:bldP spid="502792" grpId="0" animBg="1"/>
      <p:bldP spid="502798" grpId="0" animBg="1"/>
      <p:bldP spid="502799" grpId="0" animBg="1"/>
      <p:bldP spid="502802" grpId="0"/>
      <p:bldP spid="502803" grpId="0" animBg="1"/>
      <p:bldP spid="50280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2001B5DE-0A25-4631-83C7-381C295B3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Single Rotation</a:t>
            </a:r>
          </a:p>
        </p:txBody>
      </p:sp>
      <p:sp>
        <p:nvSpPr>
          <p:cNvPr id="504835" name="Oval 3">
            <a:extLst>
              <a:ext uri="{FF2B5EF4-FFF2-40B4-BE49-F238E27FC236}">
                <a16:creationId xmlns:a16="http://schemas.microsoft.com/office/drawing/2014/main" id="{8E1D8169-52A0-45CD-928C-599A721430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4836" name="Oval 4">
            <a:extLst>
              <a:ext uri="{FF2B5EF4-FFF2-40B4-BE49-F238E27FC236}">
                <a16:creationId xmlns:a16="http://schemas.microsoft.com/office/drawing/2014/main" id="{A7ECF93A-9947-4E82-9313-1EFF4D3714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4837" name="Oval 5">
            <a:extLst>
              <a:ext uri="{FF2B5EF4-FFF2-40B4-BE49-F238E27FC236}">
                <a16:creationId xmlns:a16="http://schemas.microsoft.com/office/drawing/2014/main" id="{D9652B3F-EB6C-4F07-BFDC-5D96001347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4838" name="Oval 6">
            <a:extLst>
              <a:ext uri="{FF2B5EF4-FFF2-40B4-BE49-F238E27FC236}">
                <a16:creationId xmlns:a16="http://schemas.microsoft.com/office/drawing/2014/main" id="{DC081645-922A-4511-93DC-E550474A12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4839" name="Oval 7">
            <a:extLst>
              <a:ext uri="{FF2B5EF4-FFF2-40B4-BE49-F238E27FC236}">
                <a16:creationId xmlns:a16="http://schemas.microsoft.com/office/drawing/2014/main" id="{75940C38-B3E4-45D0-B8F6-AF7F9A7575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68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4840" name="Oval 8">
            <a:extLst>
              <a:ext uri="{FF2B5EF4-FFF2-40B4-BE49-F238E27FC236}">
                <a16:creationId xmlns:a16="http://schemas.microsoft.com/office/drawing/2014/main" id="{CCC201C7-6D65-4A92-9AEC-E875933AE6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4841" name="AutoShape 9">
            <a:extLst>
              <a:ext uri="{FF2B5EF4-FFF2-40B4-BE49-F238E27FC236}">
                <a16:creationId xmlns:a16="http://schemas.microsoft.com/office/drawing/2014/main" id="{F7C46BE9-6554-42B5-A8A2-8A00196C60D1}"/>
              </a:ext>
            </a:extLst>
          </p:cNvPr>
          <p:cNvCxnSpPr>
            <a:cxnSpLocks noChangeShapeType="1"/>
            <a:stCxn id="504840" idx="3"/>
            <a:endCxn id="504839" idx="0"/>
          </p:cNvCxnSpPr>
          <p:nvPr/>
        </p:nvCxnSpPr>
        <p:spPr bwMode="auto">
          <a:xfrm flipH="1">
            <a:off x="12573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2" name="AutoShape 10">
            <a:extLst>
              <a:ext uri="{FF2B5EF4-FFF2-40B4-BE49-F238E27FC236}">
                <a16:creationId xmlns:a16="http://schemas.microsoft.com/office/drawing/2014/main" id="{66237014-323E-41AB-9736-5D4788DEE14C}"/>
              </a:ext>
            </a:extLst>
          </p:cNvPr>
          <p:cNvCxnSpPr>
            <a:cxnSpLocks noChangeShapeType="1"/>
            <a:stCxn id="504840" idx="5"/>
            <a:endCxn id="504838" idx="0"/>
          </p:cNvCxnSpPr>
          <p:nvPr/>
        </p:nvCxnSpPr>
        <p:spPr bwMode="auto">
          <a:xfrm>
            <a:off x="24590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3" name="AutoShape 11">
            <a:extLst>
              <a:ext uri="{FF2B5EF4-FFF2-40B4-BE49-F238E27FC236}">
                <a16:creationId xmlns:a16="http://schemas.microsoft.com/office/drawing/2014/main" id="{0C22DAE6-6FB0-458C-8AB5-88F124B574FE}"/>
              </a:ext>
            </a:extLst>
          </p:cNvPr>
          <p:cNvCxnSpPr>
            <a:cxnSpLocks noChangeShapeType="1"/>
            <a:stCxn id="504838" idx="5"/>
            <a:endCxn id="504835" idx="0"/>
          </p:cNvCxnSpPr>
          <p:nvPr/>
        </p:nvCxnSpPr>
        <p:spPr bwMode="auto">
          <a:xfrm>
            <a:off x="35258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4" name="AutoShape 12">
            <a:extLst>
              <a:ext uri="{FF2B5EF4-FFF2-40B4-BE49-F238E27FC236}">
                <a16:creationId xmlns:a16="http://schemas.microsoft.com/office/drawing/2014/main" id="{F902F855-EFA5-4261-B477-AD60B6583D48}"/>
              </a:ext>
            </a:extLst>
          </p:cNvPr>
          <p:cNvCxnSpPr>
            <a:cxnSpLocks noChangeShapeType="1"/>
            <a:stCxn id="504839" idx="3"/>
            <a:endCxn id="504837" idx="0"/>
          </p:cNvCxnSpPr>
          <p:nvPr/>
        </p:nvCxnSpPr>
        <p:spPr bwMode="auto">
          <a:xfrm flipH="1">
            <a:off x="7239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5" name="AutoShape 13">
            <a:extLst>
              <a:ext uri="{FF2B5EF4-FFF2-40B4-BE49-F238E27FC236}">
                <a16:creationId xmlns:a16="http://schemas.microsoft.com/office/drawing/2014/main" id="{36BC9C5C-F9B8-459B-8A8C-821994CAC475}"/>
              </a:ext>
            </a:extLst>
          </p:cNvPr>
          <p:cNvCxnSpPr>
            <a:cxnSpLocks noChangeShapeType="1"/>
            <a:stCxn id="504839" idx="5"/>
            <a:endCxn id="504836" idx="0"/>
          </p:cNvCxnSpPr>
          <p:nvPr/>
        </p:nvCxnSpPr>
        <p:spPr bwMode="auto">
          <a:xfrm>
            <a:off x="13922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46" name="Oval 14">
            <a:extLst>
              <a:ext uri="{FF2B5EF4-FFF2-40B4-BE49-F238E27FC236}">
                <a16:creationId xmlns:a16="http://schemas.microsoft.com/office/drawing/2014/main" id="{697A08D7-D197-41E2-B757-9DB6413A2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05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4847" name="Oval 15">
            <a:extLst>
              <a:ext uri="{FF2B5EF4-FFF2-40B4-BE49-F238E27FC236}">
                <a16:creationId xmlns:a16="http://schemas.microsoft.com/office/drawing/2014/main" id="{B13D368D-7AE9-4758-839D-E6D7CDF0D0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4848" name="AutoShape 16">
            <a:extLst>
              <a:ext uri="{FF2B5EF4-FFF2-40B4-BE49-F238E27FC236}">
                <a16:creationId xmlns:a16="http://schemas.microsoft.com/office/drawing/2014/main" id="{B5053619-A199-4E2F-BA07-89FADFE4E484}"/>
              </a:ext>
            </a:extLst>
          </p:cNvPr>
          <p:cNvCxnSpPr>
            <a:cxnSpLocks noChangeShapeType="1"/>
            <a:stCxn id="504835" idx="3"/>
            <a:endCxn id="504847" idx="0"/>
          </p:cNvCxnSpPr>
          <p:nvPr/>
        </p:nvCxnSpPr>
        <p:spPr bwMode="auto">
          <a:xfrm flipH="1">
            <a:off x="35814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9" name="AutoShape 17">
            <a:extLst>
              <a:ext uri="{FF2B5EF4-FFF2-40B4-BE49-F238E27FC236}">
                <a16:creationId xmlns:a16="http://schemas.microsoft.com/office/drawing/2014/main" id="{6B83C6BC-B616-4C07-964B-46FCD93C6D8F}"/>
              </a:ext>
            </a:extLst>
          </p:cNvPr>
          <p:cNvCxnSpPr>
            <a:cxnSpLocks noChangeShapeType="1"/>
            <a:stCxn id="504835" idx="5"/>
            <a:endCxn id="504846" idx="0"/>
          </p:cNvCxnSpPr>
          <p:nvPr/>
        </p:nvCxnSpPr>
        <p:spPr bwMode="auto">
          <a:xfrm>
            <a:off x="40592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50" name="Oval 18">
            <a:extLst>
              <a:ext uri="{FF2B5EF4-FFF2-40B4-BE49-F238E27FC236}">
                <a16:creationId xmlns:a16="http://schemas.microsoft.com/office/drawing/2014/main" id="{7FC0A52A-4691-407A-AE68-0CC424327F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4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4851" name="AutoShape 19">
            <a:extLst>
              <a:ext uri="{FF2B5EF4-FFF2-40B4-BE49-F238E27FC236}">
                <a16:creationId xmlns:a16="http://schemas.microsoft.com/office/drawing/2014/main" id="{6DF58D24-11E3-40E2-9FD7-B455154ADE0E}"/>
              </a:ext>
            </a:extLst>
          </p:cNvPr>
          <p:cNvCxnSpPr>
            <a:cxnSpLocks noChangeShapeType="1"/>
            <a:stCxn id="504837" idx="5"/>
            <a:endCxn id="504850" idx="0"/>
          </p:cNvCxnSpPr>
          <p:nvPr/>
        </p:nvCxnSpPr>
        <p:spPr bwMode="auto">
          <a:xfrm>
            <a:off x="8588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52" name="Oval 20">
            <a:extLst>
              <a:ext uri="{FF2B5EF4-FFF2-40B4-BE49-F238E27FC236}">
                <a16:creationId xmlns:a16="http://schemas.microsoft.com/office/drawing/2014/main" id="{AFFD6660-F4B7-4D08-81C2-5C3FDCA869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49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4853" name="AutoShape 21">
            <a:extLst>
              <a:ext uri="{FF2B5EF4-FFF2-40B4-BE49-F238E27FC236}">
                <a16:creationId xmlns:a16="http://schemas.microsoft.com/office/drawing/2014/main" id="{06A70DA3-463C-47A3-BE75-49F2544423FE}"/>
              </a:ext>
            </a:extLst>
          </p:cNvPr>
          <p:cNvCxnSpPr>
            <a:cxnSpLocks noChangeShapeType="1"/>
            <a:stCxn id="504838" idx="3"/>
            <a:endCxn id="504852" idx="0"/>
          </p:cNvCxnSpPr>
          <p:nvPr/>
        </p:nvCxnSpPr>
        <p:spPr bwMode="auto">
          <a:xfrm flipH="1">
            <a:off x="28654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54" name="Oval 22">
            <a:extLst>
              <a:ext uri="{FF2B5EF4-FFF2-40B4-BE49-F238E27FC236}">
                <a16:creationId xmlns:a16="http://schemas.microsoft.com/office/drawing/2014/main" id="{4F5D68F5-F012-4FEB-BD17-739C972603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504855" name="AutoShape 23">
            <a:extLst>
              <a:ext uri="{FF2B5EF4-FFF2-40B4-BE49-F238E27FC236}">
                <a16:creationId xmlns:a16="http://schemas.microsoft.com/office/drawing/2014/main" id="{5EB2695E-4D0F-45C1-9511-EEE300873545}"/>
              </a:ext>
            </a:extLst>
          </p:cNvPr>
          <p:cNvCxnSpPr>
            <a:cxnSpLocks noChangeShapeType="1"/>
            <a:stCxn id="504846" idx="5"/>
            <a:endCxn id="504854" idx="0"/>
          </p:cNvCxnSpPr>
          <p:nvPr/>
        </p:nvCxnSpPr>
        <p:spPr bwMode="auto">
          <a:xfrm>
            <a:off x="4325938" y="5145088"/>
            <a:ext cx="555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4856" name="Group 24">
            <a:extLst>
              <a:ext uri="{FF2B5EF4-FFF2-40B4-BE49-F238E27FC236}">
                <a16:creationId xmlns:a16="http://schemas.microsoft.com/office/drawing/2014/main" id="{015F9536-6083-40B5-842D-18D89E571FD6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828800"/>
            <a:ext cx="4114800" cy="3079750"/>
            <a:chOff x="1632" y="1152"/>
            <a:chExt cx="2592" cy="1940"/>
          </a:xfrm>
        </p:grpSpPr>
        <p:sp>
          <p:nvSpPr>
            <p:cNvPr id="504857" name="Text Box 25">
              <a:extLst>
                <a:ext uri="{FF2B5EF4-FFF2-40B4-BE49-F238E27FC236}">
                  <a16:creationId xmlns:a16="http://schemas.microsoft.com/office/drawing/2014/main" id="{9E407830-B9FA-42A1-9C07-6E6CE0758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58" name="Text Box 26">
              <a:extLst>
                <a:ext uri="{FF2B5EF4-FFF2-40B4-BE49-F238E27FC236}">
                  <a16:creationId xmlns:a16="http://schemas.microsoft.com/office/drawing/2014/main" id="{B5FD39C3-8E8A-4A60-AC0F-3158325B5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4859" name="Text Box 27">
              <a:extLst>
                <a:ext uri="{FF2B5EF4-FFF2-40B4-BE49-F238E27FC236}">
                  <a16:creationId xmlns:a16="http://schemas.microsoft.com/office/drawing/2014/main" id="{F5F78EAE-99C4-440B-9F55-3202C0B1B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60" name="Text Box 28">
              <a:extLst>
                <a:ext uri="{FF2B5EF4-FFF2-40B4-BE49-F238E27FC236}">
                  <a16:creationId xmlns:a16="http://schemas.microsoft.com/office/drawing/2014/main" id="{47400F2F-577A-4EB1-8683-23B1A8070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61" name="Text Box 29">
              <a:extLst>
                <a:ext uri="{FF2B5EF4-FFF2-40B4-BE49-F238E27FC236}">
                  <a16:creationId xmlns:a16="http://schemas.microsoft.com/office/drawing/2014/main" id="{C54140ED-F216-4C5C-BB96-A584470FF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62" name="Text Box 30">
              <a:extLst>
                <a:ext uri="{FF2B5EF4-FFF2-40B4-BE49-F238E27FC236}">
                  <a16:creationId xmlns:a16="http://schemas.microsoft.com/office/drawing/2014/main" id="{DD78522E-C1E1-42C7-A507-F84C87252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63" name="Text Box 31">
              <a:extLst>
                <a:ext uri="{FF2B5EF4-FFF2-40B4-BE49-F238E27FC236}">
                  <a16:creationId xmlns:a16="http://schemas.microsoft.com/office/drawing/2014/main" id="{B9C13B7D-B550-46A4-AB19-6870D3B27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64" name="Text Box 32">
              <a:extLst>
                <a:ext uri="{FF2B5EF4-FFF2-40B4-BE49-F238E27FC236}">
                  <a16:creationId xmlns:a16="http://schemas.microsoft.com/office/drawing/2014/main" id="{01AFB176-FD86-434D-AA60-9C5711C7E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4865" name="Text Box 33">
              <a:extLst>
                <a:ext uri="{FF2B5EF4-FFF2-40B4-BE49-F238E27FC236}">
                  <a16:creationId xmlns:a16="http://schemas.microsoft.com/office/drawing/2014/main" id="{A764DFF5-DF03-47A9-A0D8-7DA7F880B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4866" name="Text Box 34">
              <a:extLst>
                <a:ext uri="{FF2B5EF4-FFF2-40B4-BE49-F238E27FC236}">
                  <a16:creationId xmlns:a16="http://schemas.microsoft.com/office/drawing/2014/main" id="{7EA2AC13-775E-478C-8E7F-12DCBB788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67" name="Text Box 35">
              <a:extLst>
                <a:ext uri="{FF2B5EF4-FFF2-40B4-BE49-F238E27FC236}">
                  <a16:creationId xmlns:a16="http://schemas.microsoft.com/office/drawing/2014/main" id="{E833CB46-C7F8-4306-9E9D-1434BBC3D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4868" name="Text Box 36">
            <a:extLst>
              <a:ext uri="{FF2B5EF4-FFF2-40B4-BE49-F238E27FC236}">
                <a16:creationId xmlns:a16="http://schemas.microsoft.com/office/drawing/2014/main" id="{07B06090-D729-42E5-BF7A-C209C2ABE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4869" name="AutoShape 37">
            <a:extLst>
              <a:ext uri="{FF2B5EF4-FFF2-40B4-BE49-F238E27FC236}">
                <a16:creationId xmlns:a16="http://schemas.microsoft.com/office/drawing/2014/main" id="{49FC37BB-8FB8-47A5-AE15-D1E6FD7194A3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581400" y="26670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4870" name="AutoShape 38">
            <a:extLst>
              <a:ext uri="{FF2B5EF4-FFF2-40B4-BE49-F238E27FC236}">
                <a16:creationId xmlns:a16="http://schemas.microsoft.com/office/drawing/2014/main" id="{39038A5C-9122-4216-8B0C-219170E7B7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2362200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4871" name="Oval 39">
            <a:extLst>
              <a:ext uri="{FF2B5EF4-FFF2-40B4-BE49-F238E27FC236}">
                <a16:creationId xmlns:a16="http://schemas.microsoft.com/office/drawing/2014/main" id="{5415B5AE-C59C-46D0-83E8-C730F6745D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08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4872" name="Oval 40">
            <a:extLst>
              <a:ext uri="{FF2B5EF4-FFF2-40B4-BE49-F238E27FC236}">
                <a16:creationId xmlns:a16="http://schemas.microsoft.com/office/drawing/2014/main" id="{AF140973-F9A8-4485-9A64-B6D6251654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72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4873" name="Oval 41">
            <a:extLst>
              <a:ext uri="{FF2B5EF4-FFF2-40B4-BE49-F238E27FC236}">
                <a16:creationId xmlns:a16="http://schemas.microsoft.com/office/drawing/2014/main" id="{A8030056-E1B0-4A3F-8828-7583A5957F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4874" name="Oval 42">
            <a:extLst>
              <a:ext uri="{FF2B5EF4-FFF2-40B4-BE49-F238E27FC236}">
                <a16:creationId xmlns:a16="http://schemas.microsoft.com/office/drawing/2014/main" id="{E17C24BA-CB99-4D11-9A31-DB33EF01FC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3745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4875" name="Oval 43">
            <a:extLst>
              <a:ext uri="{FF2B5EF4-FFF2-40B4-BE49-F238E27FC236}">
                <a16:creationId xmlns:a16="http://schemas.microsoft.com/office/drawing/2014/main" id="{153CC069-4BD2-4D71-A59B-9465B8A6D6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0385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4876" name="Oval 44">
            <a:extLst>
              <a:ext uri="{FF2B5EF4-FFF2-40B4-BE49-F238E27FC236}">
                <a16:creationId xmlns:a16="http://schemas.microsoft.com/office/drawing/2014/main" id="{795D61D5-E0A8-4B68-918E-D543FA9DE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065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4877" name="AutoShape 45">
            <a:extLst>
              <a:ext uri="{FF2B5EF4-FFF2-40B4-BE49-F238E27FC236}">
                <a16:creationId xmlns:a16="http://schemas.microsoft.com/office/drawing/2014/main" id="{1CE0DBA8-7FA4-41DA-91BF-BADBF5E5FD92}"/>
              </a:ext>
            </a:extLst>
          </p:cNvPr>
          <p:cNvCxnSpPr>
            <a:cxnSpLocks noChangeShapeType="1"/>
            <a:stCxn id="504876" idx="3"/>
            <a:endCxn id="504875" idx="0"/>
          </p:cNvCxnSpPr>
          <p:nvPr/>
        </p:nvCxnSpPr>
        <p:spPr bwMode="auto">
          <a:xfrm flipH="1">
            <a:off x="559435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78" name="AutoShape 46">
            <a:extLst>
              <a:ext uri="{FF2B5EF4-FFF2-40B4-BE49-F238E27FC236}">
                <a16:creationId xmlns:a16="http://schemas.microsoft.com/office/drawing/2014/main" id="{8F33525E-2871-40F2-B04C-55152F4472B8}"/>
              </a:ext>
            </a:extLst>
          </p:cNvPr>
          <p:cNvCxnSpPr>
            <a:cxnSpLocks noChangeShapeType="1"/>
            <a:stCxn id="504876" idx="5"/>
            <a:endCxn id="504874" idx="0"/>
          </p:cNvCxnSpPr>
          <p:nvPr/>
        </p:nvCxnSpPr>
        <p:spPr bwMode="auto">
          <a:xfrm>
            <a:off x="679608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79" name="AutoShape 47">
            <a:extLst>
              <a:ext uri="{FF2B5EF4-FFF2-40B4-BE49-F238E27FC236}">
                <a16:creationId xmlns:a16="http://schemas.microsoft.com/office/drawing/2014/main" id="{3329C618-EFBB-4E90-8ED1-B652497CF0D6}"/>
              </a:ext>
            </a:extLst>
          </p:cNvPr>
          <p:cNvCxnSpPr>
            <a:cxnSpLocks noChangeShapeType="1"/>
            <a:stCxn id="504874" idx="5"/>
            <a:endCxn id="504871" idx="0"/>
          </p:cNvCxnSpPr>
          <p:nvPr/>
        </p:nvCxnSpPr>
        <p:spPr bwMode="auto">
          <a:xfrm>
            <a:off x="78628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80" name="AutoShape 48">
            <a:extLst>
              <a:ext uri="{FF2B5EF4-FFF2-40B4-BE49-F238E27FC236}">
                <a16:creationId xmlns:a16="http://schemas.microsoft.com/office/drawing/2014/main" id="{03F041DE-932E-45E0-9453-19F83A283382}"/>
              </a:ext>
            </a:extLst>
          </p:cNvPr>
          <p:cNvCxnSpPr>
            <a:cxnSpLocks noChangeShapeType="1"/>
            <a:stCxn id="504875" idx="3"/>
            <a:endCxn id="504873" idx="0"/>
          </p:cNvCxnSpPr>
          <p:nvPr/>
        </p:nvCxnSpPr>
        <p:spPr bwMode="auto">
          <a:xfrm flipH="1">
            <a:off x="506095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81" name="AutoShape 49">
            <a:extLst>
              <a:ext uri="{FF2B5EF4-FFF2-40B4-BE49-F238E27FC236}">
                <a16:creationId xmlns:a16="http://schemas.microsoft.com/office/drawing/2014/main" id="{8B148B60-5A8A-4932-9541-99B89B00AC79}"/>
              </a:ext>
            </a:extLst>
          </p:cNvPr>
          <p:cNvCxnSpPr>
            <a:cxnSpLocks noChangeShapeType="1"/>
            <a:stCxn id="504875" idx="5"/>
            <a:endCxn id="504872" idx="0"/>
          </p:cNvCxnSpPr>
          <p:nvPr/>
        </p:nvCxnSpPr>
        <p:spPr bwMode="auto">
          <a:xfrm>
            <a:off x="57292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82" name="Oval 50">
            <a:extLst>
              <a:ext uri="{FF2B5EF4-FFF2-40B4-BE49-F238E27FC236}">
                <a16:creationId xmlns:a16="http://schemas.microsoft.com/office/drawing/2014/main" id="{6DC197EA-3BFC-4656-8D63-541ADDC6A4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3755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504883" name="AutoShape 51">
            <a:extLst>
              <a:ext uri="{FF2B5EF4-FFF2-40B4-BE49-F238E27FC236}">
                <a16:creationId xmlns:a16="http://schemas.microsoft.com/office/drawing/2014/main" id="{6633E809-E7F6-4829-B1F0-DCF8F12798C1}"/>
              </a:ext>
            </a:extLst>
          </p:cNvPr>
          <p:cNvCxnSpPr>
            <a:cxnSpLocks noChangeShapeType="1"/>
            <a:stCxn id="504871" idx="5"/>
            <a:endCxn id="504882" idx="0"/>
          </p:cNvCxnSpPr>
          <p:nvPr/>
        </p:nvCxnSpPr>
        <p:spPr bwMode="auto">
          <a:xfrm>
            <a:off x="839628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84" name="Oval 52">
            <a:extLst>
              <a:ext uri="{FF2B5EF4-FFF2-40B4-BE49-F238E27FC236}">
                <a16:creationId xmlns:a16="http://schemas.microsoft.com/office/drawing/2014/main" id="{F0AC0CC6-FC04-4031-B44A-8B79EC35AD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445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4885" name="AutoShape 53">
            <a:extLst>
              <a:ext uri="{FF2B5EF4-FFF2-40B4-BE49-F238E27FC236}">
                <a16:creationId xmlns:a16="http://schemas.microsoft.com/office/drawing/2014/main" id="{52C43D97-612B-495B-B619-A8F0D5E859C5}"/>
              </a:ext>
            </a:extLst>
          </p:cNvPr>
          <p:cNvCxnSpPr>
            <a:cxnSpLocks noChangeShapeType="1"/>
            <a:stCxn id="504873" idx="5"/>
            <a:endCxn id="504884" idx="0"/>
          </p:cNvCxnSpPr>
          <p:nvPr/>
        </p:nvCxnSpPr>
        <p:spPr bwMode="auto">
          <a:xfrm>
            <a:off x="519588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86" name="Oval 54">
            <a:extLst>
              <a:ext uri="{FF2B5EF4-FFF2-40B4-BE49-F238E27FC236}">
                <a16:creationId xmlns:a16="http://schemas.microsoft.com/office/drawing/2014/main" id="{DBB367B7-800A-4164-9D2E-82F0C58BBD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198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504887" name="AutoShape 55">
            <a:extLst>
              <a:ext uri="{FF2B5EF4-FFF2-40B4-BE49-F238E27FC236}">
                <a16:creationId xmlns:a16="http://schemas.microsoft.com/office/drawing/2014/main" id="{105E205E-F668-4B2A-B9FA-10269207B8E6}"/>
              </a:ext>
            </a:extLst>
          </p:cNvPr>
          <p:cNvCxnSpPr>
            <a:cxnSpLocks noChangeShapeType="1"/>
            <a:stCxn id="504874" idx="3"/>
            <a:endCxn id="504886" idx="0"/>
          </p:cNvCxnSpPr>
          <p:nvPr/>
        </p:nvCxnSpPr>
        <p:spPr bwMode="auto">
          <a:xfrm flipH="1">
            <a:off x="720248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4888" name="Group 56">
            <a:extLst>
              <a:ext uri="{FF2B5EF4-FFF2-40B4-BE49-F238E27FC236}">
                <a16:creationId xmlns:a16="http://schemas.microsoft.com/office/drawing/2014/main" id="{EE230EDD-57F7-445A-8E54-FEA09109B5E0}"/>
              </a:ext>
            </a:extLst>
          </p:cNvPr>
          <p:cNvGrpSpPr>
            <a:grpSpLocks/>
          </p:cNvGrpSpPr>
          <p:nvPr/>
        </p:nvGrpSpPr>
        <p:grpSpPr bwMode="auto">
          <a:xfrm>
            <a:off x="4718050" y="1828800"/>
            <a:ext cx="4114800" cy="3079750"/>
            <a:chOff x="1632" y="1152"/>
            <a:chExt cx="2592" cy="1940"/>
          </a:xfrm>
        </p:grpSpPr>
        <p:sp>
          <p:nvSpPr>
            <p:cNvPr id="504889" name="Text Box 57">
              <a:extLst>
                <a:ext uri="{FF2B5EF4-FFF2-40B4-BE49-F238E27FC236}">
                  <a16:creationId xmlns:a16="http://schemas.microsoft.com/office/drawing/2014/main" id="{DD27A2DF-2AA0-47F1-A245-0489047B4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90" name="Text Box 58">
              <a:extLst>
                <a:ext uri="{FF2B5EF4-FFF2-40B4-BE49-F238E27FC236}">
                  <a16:creationId xmlns:a16="http://schemas.microsoft.com/office/drawing/2014/main" id="{B34F34B3-B300-46AE-9CB2-C5FD2870C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4891" name="Text Box 59">
              <a:extLst>
                <a:ext uri="{FF2B5EF4-FFF2-40B4-BE49-F238E27FC236}">
                  <a16:creationId xmlns:a16="http://schemas.microsoft.com/office/drawing/2014/main" id="{5302E6F2-E9B9-406C-BEC8-81F04DEFF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92" name="Text Box 60">
              <a:extLst>
                <a:ext uri="{FF2B5EF4-FFF2-40B4-BE49-F238E27FC236}">
                  <a16:creationId xmlns:a16="http://schemas.microsoft.com/office/drawing/2014/main" id="{DC9EB87E-CD7A-48C4-A892-8A39BF1DE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93" name="Text Box 61">
              <a:extLst>
                <a:ext uri="{FF2B5EF4-FFF2-40B4-BE49-F238E27FC236}">
                  <a16:creationId xmlns:a16="http://schemas.microsoft.com/office/drawing/2014/main" id="{C974C427-7D38-4DB8-AF9E-6E1A35616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4894" name="Text Box 62">
              <a:extLst>
                <a:ext uri="{FF2B5EF4-FFF2-40B4-BE49-F238E27FC236}">
                  <a16:creationId xmlns:a16="http://schemas.microsoft.com/office/drawing/2014/main" id="{A2C2E238-4506-464C-A1A8-DDF3D37B0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95" name="Text Box 63">
              <a:extLst>
                <a:ext uri="{FF2B5EF4-FFF2-40B4-BE49-F238E27FC236}">
                  <a16:creationId xmlns:a16="http://schemas.microsoft.com/office/drawing/2014/main" id="{61C6B1F9-DA7B-4BC3-803B-06AA91D4A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96" name="Text Box 64">
              <a:extLst>
                <a:ext uri="{FF2B5EF4-FFF2-40B4-BE49-F238E27FC236}">
                  <a16:creationId xmlns:a16="http://schemas.microsoft.com/office/drawing/2014/main" id="{C3F919F6-10DB-442D-B009-73156CB0B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97" name="Text Box 65">
              <a:extLst>
                <a:ext uri="{FF2B5EF4-FFF2-40B4-BE49-F238E27FC236}">
                  <a16:creationId xmlns:a16="http://schemas.microsoft.com/office/drawing/2014/main" id="{8DB2BEB3-C3C6-4F74-8D79-D33D03F77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4898" name="Text Box 66">
              <a:extLst>
                <a:ext uri="{FF2B5EF4-FFF2-40B4-BE49-F238E27FC236}">
                  <a16:creationId xmlns:a16="http://schemas.microsoft.com/office/drawing/2014/main" id="{B3FD91C6-405E-4EE9-A255-7DBD86A5C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99" name="Text Box 67">
              <a:extLst>
                <a:ext uri="{FF2B5EF4-FFF2-40B4-BE49-F238E27FC236}">
                  <a16:creationId xmlns:a16="http://schemas.microsoft.com/office/drawing/2014/main" id="{A93A291E-1B11-43C9-817C-98292F487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4900" name="Oval 68">
            <a:extLst>
              <a:ext uri="{FF2B5EF4-FFF2-40B4-BE49-F238E27FC236}">
                <a16:creationId xmlns:a16="http://schemas.microsoft.com/office/drawing/2014/main" id="{755E4FCD-4D5F-4434-9F99-F5654FAC50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71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04901" name="Oval 69">
            <a:extLst>
              <a:ext uri="{FF2B5EF4-FFF2-40B4-BE49-F238E27FC236}">
                <a16:creationId xmlns:a16="http://schemas.microsoft.com/office/drawing/2014/main" id="{B099D61F-814E-4AE5-AE60-2D8A8D4704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75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4902" name="AutoShape 70">
            <a:extLst>
              <a:ext uri="{FF2B5EF4-FFF2-40B4-BE49-F238E27FC236}">
                <a16:creationId xmlns:a16="http://schemas.microsoft.com/office/drawing/2014/main" id="{D7979F11-5BF3-4B5F-B382-98045245E500}"/>
              </a:ext>
            </a:extLst>
          </p:cNvPr>
          <p:cNvCxnSpPr>
            <a:cxnSpLocks noChangeShapeType="1"/>
            <a:stCxn id="504886" idx="3"/>
            <a:endCxn id="504901" idx="0"/>
          </p:cNvCxnSpPr>
          <p:nvPr/>
        </p:nvCxnSpPr>
        <p:spPr bwMode="auto">
          <a:xfrm flipH="1">
            <a:off x="6858000" y="4254500"/>
            <a:ext cx="20955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903" name="AutoShape 71">
            <a:extLst>
              <a:ext uri="{FF2B5EF4-FFF2-40B4-BE49-F238E27FC236}">
                <a16:creationId xmlns:a16="http://schemas.microsoft.com/office/drawing/2014/main" id="{639923AC-BE97-48DF-907B-84D4CE69F37F}"/>
              </a:ext>
            </a:extLst>
          </p:cNvPr>
          <p:cNvCxnSpPr>
            <a:cxnSpLocks noChangeShapeType="1"/>
            <a:stCxn id="504886" idx="5"/>
            <a:endCxn id="504900" idx="0"/>
          </p:cNvCxnSpPr>
          <p:nvPr/>
        </p:nvCxnSpPr>
        <p:spPr bwMode="auto">
          <a:xfrm>
            <a:off x="7337425" y="4254500"/>
            <a:ext cx="130175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904" name="Text Box 72">
            <a:extLst>
              <a:ext uri="{FF2B5EF4-FFF2-40B4-BE49-F238E27FC236}">
                <a16:creationId xmlns:a16="http://schemas.microsoft.com/office/drawing/2014/main" id="{AE330738-8686-42E3-A4AD-2886BA3C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48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48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48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48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48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48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48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48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4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4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48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48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48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48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4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4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48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48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4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4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48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48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48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48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48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48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4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4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048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048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048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048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048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048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048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04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04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048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0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0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048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04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04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04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4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04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04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04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04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048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04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04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5048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04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04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048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04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0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5048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04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04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504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04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04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04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04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04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504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04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04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504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04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504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504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04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04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048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04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504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5048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04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04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04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04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04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504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04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504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504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04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504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504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04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04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5049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04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04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4" grpId="0"/>
      <p:bldP spid="504835" grpId="0" animBg="1"/>
      <p:bldP spid="504836" grpId="0" animBg="1"/>
      <p:bldP spid="504837" grpId="0" animBg="1"/>
      <p:bldP spid="504838" grpId="0" animBg="1"/>
      <p:bldP spid="504839" grpId="0" animBg="1"/>
      <p:bldP spid="504840" grpId="0" animBg="1"/>
      <p:bldP spid="504846" grpId="0" animBg="1"/>
      <p:bldP spid="504847" grpId="0" animBg="1"/>
      <p:bldP spid="504850" grpId="0" animBg="1"/>
      <p:bldP spid="504852" grpId="0" animBg="1"/>
      <p:bldP spid="504854" grpId="0" animBg="1"/>
      <p:bldP spid="504868" grpId="0"/>
      <p:bldP spid="504869" grpId="0" animBg="1"/>
      <p:bldP spid="504870" grpId="0" animBg="1"/>
      <p:bldP spid="504871" grpId="0" animBg="1"/>
      <p:bldP spid="504872" grpId="0" animBg="1"/>
      <p:bldP spid="504873" grpId="0" animBg="1"/>
      <p:bldP spid="504874" grpId="0" animBg="1"/>
      <p:bldP spid="504875" grpId="0" animBg="1"/>
      <p:bldP spid="504876" grpId="0" animBg="1"/>
      <p:bldP spid="504882" grpId="0" animBg="1"/>
      <p:bldP spid="504884" grpId="0" animBg="1"/>
      <p:bldP spid="504886" grpId="0" animBg="1"/>
      <p:bldP spid="504900" grpId="0" animBg="1"/>
      <p:bldP spid="504901" grpId="0" animBg="1"/>
      <p:bldP spid="5049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>
            <a:extLst>
              <a:ext uri="{FF2B5EF4-FFF2-40B4-BE49-F238E27FC236}">
                <a16:creationId xmlns:a16="http://schemas.microsoft.com/office/drawing/2014/main" id="{3DB04B52-A80D-4B16-A978-862A9A0BE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Hard Insert (Bad Case #2)</a:t>
            </a:r>
          </a:p>
        </p:txBody>
      </p:sp>
      <p:sp>
        <p:nvSpPr>
          <p:cNvPr id="506883" name="Text Box 3">
            <a:extLst>
              <a:ext uri="{FF2B5EF4-FFF2-40B4-BE49-F238E27FC236}">
                <a16:creationId xmlns:a16="http://schemas.microsoft.com/office/drawing/2014/main" id="{CFF9126C-1040-45F2-BA7C-51C6768DB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133600"/>
            <a:ext cx="1385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Insert(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06884" name="Oval 4">
            <a:extLst>
              <a:ext uri="{FF2B5EF4-FFF2-40B4-BE49-F238E27FC236}">
                <a16:creationId xmlns:a16="http://schemas.microsoft.com/office/drawing/2014/main" id="{740FF431-3CC9-4AB2-9F08-0CEE80DC83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6885" name="Oval 5">
            <a:extLst>
              <a:ext uri="{FF2B5EF4-FFF2-40B4-BE49-F238E27FC236}">
                <a16:creationId xmlns:a16="http://schemas.microsoft.com/office/drawing/2014/main" id="{99E71D29-7B88-4A03-BF58-F773F649C9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6886" name="Oval 6">
            <a:extLst>
              <a:ext uri="{FF2B5EF4-FFF2-40B4-BE49-F238E27FC236}">
                <a16:creationId xmlns:a16="http://schemas.microsoft.com/office/drawing/2014/main" id="{D3073FB7-61D9-4DE5-A156-E88BFC64D0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6887" name="Oval 7">
            <a:extLst>
              <a:ext uri="{FF2B5EF4-FFF2-40B4-BE49-F238E27FC236}">
                <a16:creationId xmlns:a16="http://schemas.microsoft.com/office/drawing/2014/main" id="{D8E7381D-432E-4B30-8070-D19715CD62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6888" name="Oval 8">
            <a:extLst>
              <a:ext uri="{FF2B5EF4-FFF2-40B4-BE49-F238E27FC236}">
                <a16:creationId xmlns:a16="http://schemas.microsoft.com/office/drawing/2014/main" id="{93BFF0D4-4CA1-46A2-AFCA-858100D6D3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6889" name="Oval 9">
            <a:extLst>
              <a:ext uri="{FF2B5EF4-FFF2-40B4-BE49-F238E27FC236}">
                <a16:creationId xmlns:a16="http://schemas.microsoft.com/office/drawing/2014/main" id="{5419C3DA-69D4-4ED4-B21E-A6A86E4C38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6890" name="AutoShape 10">
            <a:extLst>
              <a:ext uri="{FF2B5EF4-FFF2-40B4-BE49-F238E27FC236}">
                <a16:creationId xmlns:a16="http://schemas.microsoft.com/office/drawing/2014/main" id="{43122E7F-5A59-4BF3-A4E1-B5C4F6E4D76B}"/>
              </a:ext>
            </a:extLst>
          </p:cNvPr>
          <p:cNvCxnSpPr>
            <a:cxnSpLocks noChangeShapeType="1"/>
            <a:stCxn id="506889" idx="3"/>
            <a:endCxn id="506888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1" name="AutoShape 11">
            <a:extLst>
              <a:ext uri="{FF2B5EF4-FFF2-40B4-BE49-F238E27FC236}">
                <a16:creationId xmlns:a16="http://schemas.microsoft.com/office/drawing/2014/main" id="{303FDB4C-AEE2-44DA-A35D-783783CDF546}"/>
              </a:ext>
            </a:extLst>
          </p:cNvPr>
          <p:cNvCxnSpPr>
            <a:cxnSpLocks noChangeShapeType="1"/>
            <a:stCxn id="506889" idx="5"/>
            <a:endCxn id="506887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2" name="AutoShape 12">
            <a:extLst>
              <a:ext uri="{FF2B5EF4-FFF2-40B4-BE49-F238E27FC236}">
                <a16:creationId xmlns:a16="http://schemas.microsoft.com/office/drawing/2014/main" id="{A392D9DA-1DB1-4F4F-B47F-83377F631FE5}"/>
              </a:ext>
            </a:extLst>
          </p:cNvPr>
          <p:cNvCxnSpPr>
            <a:cxnSpLocks noChangeShapeType="1"/>
            <a:stCxn id="506887" idx="5"/>
            <a:endCxn id="506884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3" name="AutoShape 13">
            <a:extLst>
              <a:ext uri="{FF2B5EF4-FFF2-40B4-BE49-F238E27FC236}">
                <a16:creationId xmlns:a16="http://schemas.microsoft.com/office/drawing/2014/main" id="{746DB33F-C9BF-43C6-AB37-B3CFD4C479B3}"/>
              </a:ext>
            </a:extLst>
          </p:cNvPr>
          <p:cNvCxnSpPr>
            <a:cxnSpLocks noChangeShapeType="1"/>
            <a:stCxn id="506888" idx="3"/>
            <a:endCxn id="506886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4" name="AutoShape 14">
            <a:extLst>
              <a:ext uri="{FF2B5EF4-FFF2-40B4-BE49-F238E27FC236}">
                <a16:creationId xmlns:a16="http://schemas.microsoft.com/office/drawing/2014/main" id="{905D23B6-4A0A-4456-913F-20D7B6046EE8}"/>
              </a:ext>
            </a:extLst>
          </p:cNvPr>
          <p:cNvCxnSpPr>
            <a:cxnSpLocks noChangeShapeType="1"/>
            <a:stCxn id="506888" idx="5"/>
            <a:endCxn id="506885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895" name="Oval 15">
            <a:extLst>
              <a:ext uri="{FF2B5EF4-FFF2-40B4-BE49-F238E27FC236}">
                <a16:creationId xmlns:a16="http://schemas.microsoft.com/office/drawing/2014/main" id="{F2C9953E-DE7F-459F-AD27-B6B221C0F3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6896" name="Oval 16">
            <a:extLst>
              <a:ext uri="{FF2B5EF4-FFF2-40B4-BE49-F238E27FC236}">
                <a16:creationId xmlns:a16="http://schemas.microsoft.com/office/drawing/2014/main" id="{763BC978-BFAE-42A5-82BF-5985F7F0C0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6897" name="AutoShape 17">
            <a:extLst>
              <a:ext uri="{FF2B5EF4-FFF2-40B4-BE49-F238E27FC236}">
                <a16:creationId xmlns:a16="http://schemas.microsoft.com/office/drawing/2014/main" id="{5AB35A35-9252-4633-B5FA-EA59718E1E66}"/>
              </a:ext>
            </a:extLst>
          </p:cNvPr>
          <p:cNvCxnSpPr>
            <a:cxnSpLocks noChangeShapeType="1"/>
            <a:stCxn id="506884" idx="3"/>
            <a:endCxn id="506896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8" name="AutoShape 18">
            <a:extLst>
              <a:ext uri="{FF2B5EF4-FFF2-40B4-BE49-F238E27FC236}">
                <a16:creationId xmlns:a16="http://schemas.microsoft.com/office/drawing/2014/main" id="{070A62CA-DE39-400D-9FBA-CEB8C007EF46}"/>
              </a:ext>
            </a:extLst>
          </p:cNvPr>
          <p:cNvCxnSpPr>
            <a:cxnSpLocks noChangeShapeType="1"/>
            <a:stCxn id="506884" idx="5"/>
            <a:endCxn id="506895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899" name="Oval 19">
            <a:extLst>
              <a:ext uri="{FF2B5EF4-FFF2-40B4-BE49-F238E27FC236}">
                <a16:creationId xmlns:a16="http://schemas.microsoft.com/office/drawing/2014/main" id="{3F18E247-7236-49BE-B74A-376B2100E3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6900" name="AutoShape 20">
            <a:extLst>
              <a:ext uri="{FF2B5EF4-FFF2-40B4-BE49-F238E27FC236}">
                <a16:creationId xmlns:a16="http://schemas.microsoft.com/office/drawing/2014/main" id="{1EB44197-B62A-475C-B9C2-B1E6E1222151}"/>
              </a:ext>
            </a:extLst>
          </p:cNvPr>
          <p:cNvCxnSpPr>
            <a:cxnSpLocks noChangeShapeType="1"/>
            <a:stCxn id="506886" idx="5"/>
            <a:endCxn id="506899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901" name="Oval 21">
            <a:extLst>
              <a:ext uri="{FF2B5EF4-FFF2-40B4-BE49-F238E27FC236}">
                <a16:creationId xmlns:a16="http://schemas.microsoft.com/office/drawing/2014/main" id="{F93C8255-5547-496E-9ADF-3E37BA0DF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6902" name="AutoShape 22">
            <a:extLst>
              <a:ext uri="{FF2B5EF4-FFF2-40B4-BE49-F238E27FC236}">
                <a16:creationId xmlns:a16="http://schemas.microsoft.com/office/drawing/2014/main" id="{69332C24-F5CE-4453-8370-85D9FFE70FEA}"/>
              </a:ext>
            </a:extLst>
          </p:cNvPr>
          <p:cNvCxnSpPr>
            <a:cxnSpLocks noChangeShapeType="1"/>
            <a:stCxn id="506887" idx="3"/>
            <a:endCxn id="506901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6903" name="Group 23">
            <a:extLst>
              <a:ext uri="{FF2B5EF4-FFF2-40B4-BE49-F238E27FC236}">
                <a16:creationId xmlns:a16="http://schemas.microsoft.com/office/drawing/2014/main" id="{A2909F58-0016-40EE-B416-239EDB83FC5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506904" name="Text Box 24">
              <a:extLst>
                <a:ext uri="{FF2B5EF4-FFF2-40B4-BE49-F238E27FC236}">
                  <a16:creationId xmlns:a16="http://schemas.microsoft.com/office/drawing/2014/main" id="{32373D0C-53F2-4998-9552-59458F48B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6905" name="Text Box 25">
              <a:extLst>
                <a:ext uri="{FF2B5EF4-FFF2-40B4-BE49-F238E27FC236}">
                  <a16:creationId xmlns:a16="http://schemas.microsoft.com/office/drawing/2014/main" id="{6B4F7F54-E42B-4692-B4CF-1CE0EBB10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6906" name="Text Box 26">
              <a:extLst>
                <a:ext uri="{FF2B5EF4-FFF2-40B4-BE49-F238E27FC236}">
                  <a16:creationId xmlns:a16="http://schemas.microsoft.com/office/drawing/2014/main" id="{3A18EA01-18CE-45E1-B89B-59EF24730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07" name="Text Box 27">
              <a:extLst>
                <a:ext uri="{FF2B5EF4-FFF2-40B4-BE49-F238E27FC236}">
                  <a16:creationId xmlns:a16="http://schemas.microsoft.com/office/drawing/2014/main" id="{55032DB0-1C52-47DA-B61F-0C07E8655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6908" name="Text Box 28">
              <a:extLst>
                <a:ext uri="{FF2B5EF4-FFF2-40B4-BE49-F238E27FC236}">
                  <a16:creationId xmlns:a16="http://schemas.microsoft.com/office/drawing/2014/main" id="{F153ED99-E89F-4A7D-8713-29D0A17BA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09" name="Text Box 29">
              <a:extLst>
                <a:ext uri="{FF2B5EF4-FFF2-40B4-BE49-F238E27FC236}">
                  <a16:creationId xmlns:a16="http://schemas.microsoft.com/office/drawing/2014/main" id="{299504B4-76BC-4099-96BE-1838C67DE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10" name="Text Box 30">
              <a:extLst>
                <a:ext uri="{FF2B5EF4-FFF2-40B4-BE49-F238E27FC236}">
                  <a16:creationId xmlns:a16="http://schemas.microsoft.com/office/drawing/2014/main" id="{22F90F65-CB4A-44B8-BD03-155D1104F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6911" name="Text Box 31">
              <a:extLst>
                <a:ext uri="{FF2B5EF4-FFF2-40B4-BE49-F238E27FC236}">
                  <a16:creationId xmlns:a16="http://schemas.microsoft.com/office/drawing/2014/main" id="{7E74A69D-7598-4F46-9780-6786407C7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6912" name="Text Box 32">
              <a:extLst>
                <a:ext uri="{FF2B5EF4-FFF2-40B4-BE49-F238E27FC236}">
                  <a16:creationId xmlns:a16="http://schemas.microsoft.com/office/drawing/2014/main" id="{FC60D559-E700-493C-9449-5A42882E1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6913" name="Text Box 33">
              <a:extLst>
                <a:ext uri="{FF2B5EF4-FFF2-40B4-BE49-F238E27FC236}">
                  <a16:creationId xmlns:a16="http://schemas.microsoft.com/office/drawing/2014/main" id="{6461F4B1-1E29-4AB9-8878-6252C1BE7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14" name="Text Box 34">
              <a:extLst>
                <a:ext uri="{FF2B5EF4-FFF2-40B4-BE49-F238E27FC236}">
                  <a16:creationId xmlns:a16="http://schemas.microsoft.com/office/drawing/2014/main" id="{D56F1513-FAA4-4A1E-B63C-244D4046B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6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6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6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68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68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68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6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6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6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68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6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6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68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68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6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68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6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6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6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6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2" grpId="0"/>
      <p:bldP spid="506883" grpId="0"/>
      <p:bldP spid="506884" grpId="0" animBg="1"/>
      <p:bldP spid="506885" grpId="0" animBg="1"/>
      <p:bldP spid="506886" grpId="0" animBg="1"/>
      <p:bldP spid="506887" grpId="0" animBg="1"/>
      <p:bldP spid="506888" grpId="0" animBg="1"/>
      <p:bldP spid="506889" grpId="0" animBg="1"/>
      <p:bldP spid="506895" grpId="0" animBg="1"/>
      <p:bldP spid="506896" grpId="0" animBg="1"/>
      <p:bldP spid="506899" grpId="0" animBg="1"/>
      <p:bldP spid="50690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>
            <a:extLst>
              <a:ext uri="{FF2B5EF4-FFF2-40B4-BE49-F238E27FC236}">
                <a16:creationId xmlns:a16="http://schemas.microsoft.com/office/drawing/2014/main" id="{EECDF49D-EA42-4A29-A6DE-BDC533E3B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54696"/>
            <a:ext cx="7772400" cy="1143000"/>
          </a:xfrm>
        </p:spPr>
        <p:txBody>
          <a:bodyPr/>
          <a:lstStyle/>
          <a:p>
            <a:r>
              <a:rPr lang="en-US" altLang="en-US" dirty="0"/>
              <a:t>Single Rotation (oops!)</a:t>
            </a:r>
          </a:p>
        </p:txBody>
      </p:sp>
      <p:sp>
        <p:nvSpPr>
          <p:cNvPr id="508931" name="Oval 3">
            <a:extLst>
              <a:ext uri="{FF2B5EF4-FFF2-40B4-BE49-F238E27FC236}">
                <a16:creationId xmlns:a16="http://schemas.microsoft.com/office/drawing/2014/main" id="{F5E00853-013E-4B21-BDD7-B3F0055EB4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8932" name="Oval 4">
            <a:extLst>
              <a:ext uri="{FF2B5EF4-FFF2-40B4-BE49-F238E27FC236}">
                <a16:creationId xmlns:a16="http://schemas.microsoft.com/office/drawing/2014/main" id="{B380A691-92D5-4788-893F-8D8ED8C7D0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8933" name="Oval 5">
            <a:extLst>
              <a:ext uri="{FF2B5EF4-FFF2-40B4-BE49-F238E27FC236}">
                <a16:creationId xmlns:a16="http://schemas.microsoft.com/office/drawing/2014/main" id="{20F3BC0D-1F23-440E-9D5C-D94757BCF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8934" name="Oval 6">
            <a:extLst>
              <a:ext uri="{FF2B5EF4-FFF2-40B4-BE49-F238E27FC236}">
                <a16:creationId xmlns:a16="http://schemas.microsoft.com/office/drawing/2014/main" id="{74A57504-869E-467E-985E-B1F06A8D9D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8935" name="Oval 7">
            <a:extLst>
              <a:ext uri="{FF2B5EF4-FFF2-40B4-BE49-F238E27FC236}">
                <a16:creationId xmlns:a16="http://schemas.microsoft.com/office/drawing/2014/main" id="{65207ED8-3F7A-4D7C-9526-652024AC77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68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8936" name="Oval 8">
            <a:extLst>
              <a:ext uri="{FF2B5EF4-FFF2-40B4-BE49-F238E27FC236}">
                <a16:creationId xmlns:a16="http://schemas.microsoft.com/office/drawing/2014/main" id="{1645E52C-D90E-4B8D-8C33-030A3E93E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8937" name="AutoShape 9">
            <a:extLst>
              <a:ext uri="{FF2B5EF4-FFF2-40B4-BE49-F238E27FC236}">
                <a16:creationId xmlns:a16="http://schemas.microsoft.com/office/drawing/2014/main" id="{5C97F3B1-107E-484B-89E2-024D87C7B685}"/>
              </a:ext>
            </a:extLst>
          </p:cNvPr>
          <p:cNvCxnSpPr>
            <a:cxnSpLocks noChangeShapeType="1"/>
            <a:stCxn id="508936" idx="3"/>
            <a:endCxn id="508935" idx="0"/>
          </p:cNvCxnSpPr>
          <p:nvPr/>
        </p:nvCxnSpPr>
        <p:spPr bwMode="auto">
          <a:xfrm flipH="1">
            <a:off x="12573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38" name="AutoShape 10">
            <a:extLst>
              <a:ext uri="{FF2B5EF4-FFF2-40B4-BE49-F238E27FC236}">
                <a16:creationId xmlns:a16="http://schemas.microsoft.com/office/drawing/2014/main" id="{985E2B60-7828-4B0A-8685-5ECABF1CFDC3}"/>
              </a:ext>
            </a:extLst>
          </p:cNvPr>
          <p:cNvCxnSpPr>
            <a:cxnSpLocks noChangeShapeType="1"/>
            <a:stCxn id="508936" idx="5"/>
            <a:endCxn id="508934" idx="0"/>
          </p:cNvCxnSpPr>
          <p:nvPr/>
        </p:nvCxnSpPr>
        <p:spPr bwMode="auto">
          <a:xfrm>
            <a:off x="24590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39" name="AutoShape 11">
            <a:extLst>
              <a:ext uri="{FF2B5EF4-FFF2-40B4-BE49-F238E27FC236}">
                <a16:creationId xmlns:a16="http://schemas.microsoft.com/office/drawing/2014/main" id="{86BA04AF-04E1-4EB1-8A38-0048CC7A8981}"/>
              </a:ext>
            </a:extLst>
          </p:cNvPr>
          <p:cNvCxnSpPr>
            <a:cxnSpLocks noChangeShapeType="1"/>
            <a:stCxn id="508934" idx="5"/>
            <a:endCxn id="508931" idx="0"/>
          </p:cNvCxnSpPr>
          <p:nvPr/>
        </p:nvCxnSpPr>
        <p:spPr bwMode="auto">
          <a:xfrm>
            <a:off x="35258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40" name="AutoShape 12">
            <a:extLst>
              <a:ext uri="{FF2B5EF4-FFF2-40B4-BE49-F238E27FC236}">
                <a16:creationId xmlns:a16="http://schemas.microsoft.com/office/drawing/2014/main" id="{E6CC36DB-7448-42BA-8867-172FE4DEB162}"/>
              </a:ext>
            </a:extLst>
          </p:cNvPr>
          <p:cNvCxnSpPr>
            <a:cxnSpLocks noChangeShapeType="1"/>
            <a:stCxn id="508935" idx="3"/>
            <a:endCxn id="508933" idx="0"/>
          </p:cNvCxnSpPr>
          <p:nvPr/>
        </p:nvCxnSpPr>
        <p:spPr bwMode="auto">
          <a:xfrm flipH="1">
            <a:off x="7239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41" name="AutoShape 13">
            <a:extLst>
              <a:ext uri="{FF2B5EF4-FFF2-40B4-BE49-F238E27FC236}">
                <a16:creationId xmlns:a16="http://schemas.microsoft.com/office/drawing/2014/main" id="{FBDD00D2-590A-4008-9971-91338299B3FF}"/>
              </a:ext>
            </a:extLst>
          </p:cNvPr>
          <p:cNvCxnSpPr>
            <a:cxnSpLocks noChangeShapeType="1"/>
            <a:stCxn id="508935" idx="5"/>
            <a:endCxn id="508932" idx="0"/>
          </p:cNvCxnSpPr>
          <p:nvPr/>
        </p:nvCxnSpPr>
        <p:spPr bwMode="auto">
          <a:xfrm>
            <a:off x="13922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42" name="Oval 14">
            <a:extLst>
              <a:ext uri="{FF2B5EF4-FFF2-40B4-BE49-F238E27FC236}">
                <a16:creationId xmlns:a16="http://schemas.microsoft.com/office/drawing/2014/main" id="{944BCD14-6B3C-4333-8034-421DCC5B6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05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8943" name="Oval 15">
            <a:extLst>
              <a:ext uri="{FF2B5EF4-FFF2-40B4-BE49-F238E27FC236}">
                <a16:creationId xmlns:a16="http://schemas.microsoft.com/office/drawing/2014/main" id="{E8ADC282-6361-40AA-A4B9-9EF005E948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8944" name="AutoShape 16">
            <a:extLst>
              <a:ext uri="{FF2B5EF4-FFF2-40B4-BE49-F238E27FC236}">
                <a16:creationId xmlns:a16="http://schemas.microsoft.com/office/drawing/2014/main" id="{9585C180-B936-4CE5-B668-0835D1754B37}"/>
              </a:ext>
            </a:extLst>
          </p:cNvPr>
          <p:cNvCxnSpPr>
            <a:cxnSpLocks noChangeShapeType="1"/>
            <a:stCxn id="508931" idx="3"/>
            <a:endCxn id="508943" idx="0"/>
          </p:cNvCxnSpPr>
          <p:nvPr/>
        </p:nvCxnSpPr>
        <p:spPr bwMode="auto">
          <a:xfrm flipH="1">
            <a:off x="35814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45" name="AutoShape 17">
            <a:extLst>
              <a:ext uri="{FF2B5EF4-FFF2-40B4-BE49-F238E27FC236}">
                <a16:creationId xmlns:a16="http://schemas.microsoft.com/office/drawing/2014/main" id="{1CE697B4-6181-4C82-8677-D69E771767F3}"/>
              </a:ext>
            </a:extLst>
          </p:cNvPr>
          <p:cNvCxnSpPr>
            <a:cxnSpLocks noChangeShapeType="1"/>
            <a:stCxn id="508931" idx="5"/>
            <a:endCxn id="508942" idx="0"/>
          </p:cNvCxnSpPr>
          <p:nvPr/>
        </p:nvCxnSpPr>
        <p:spPr bwMode="auto">
          <a:xfrm>
            <a:off x="40592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46" name="Oval 18">
            <a:extLst>
              <a:ext uri="{FF2B5EF4-FFF2-40B4-BE49-F238E27FC236}">
                <a16:creationId xmlns:a16="http://schemas.microsoft.com/office/drawing/2014/main" id="{DEDAAB91-DE52-4330-832F-7728B34064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4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8947" name="AutoShape 19">
            <a:extLst>
              <a:ext uri="{FF2B5EF4-FFF2-40B4-BE49-F238E27FC236}">
                <a16:creationId xmlns:a16="http://schemas.microsoft.com/office/drawing/2014/main" id="{961C27BA-F55F-426B-8168-272B094BC1D1}"/>
              </a:ext>
            </a:extLst>
          </p:cNvPr>
          <p:cNvCxnSpPr>
            <a:cxnSpLocks noChangeShapeType="1"/>
            <a:stCxn id="508933" idx="5"/>
            <a:endCxn id="508946" idx="0"/>
          </p:cNvCxnSpPr>
          <p:nvPr/>
        </p:nvCxnSpPr>
        <p:spPr bwMode="auto">
          <a:xfrm>
            <a:off x="8588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48" name="Oval 20">
            <a:extLst>
              <a:ext uri="{FF2B5EF4-FFF2-40B4-BE49-F238E27FC236}">
                <a16:creationId xmlns:a16="http://schemas.microsoft.com/office/drawing/2014/main" id="{89150D63-0A7C-4121-BE5E-14D2751B1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49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8949" name="AutoShape 21">
            <a:extLst>
              <a:ext uri="{FF2B5EF4-FFF2-40B4-BE49-F238E27FC236}">
                <a16:creationId xmlns:a16="http://schemas.microsoft.com/office/drawing/2014/main" id="{10BB1370-9150-480F-83C6-566DA276471F}"/>
              </a:ext>
            </a:extLst>
          </p:cNvPr>
          <p:cNvCxnSpPr>
            <a:cxnSpLocks noChangeShapeType="1"/>
            <a:stCxn id="508934" idx="3"/>
            <a:endCxn id="508948" idx="0"/>
          </p:cNvCxnSpPr>
          <p:nvPr/>
        </p:nvCxnSpPr>
        <p:spPr bwMode="auto">
          <a:xfrm flipH="1">
            <a:off x="28654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8950" name="Group 22">
            <a:extLst>
              <a:ext uri="{FF2B5EF4-FFF2-40B4-BE49-F238E27FC236}">
                <a16:creationId xmlns:a16="http://schemas.microsoft.com/office/drawing/2014/main" id="{8E5376C5-DE25-4500-8121-1495270D664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828800"/>
            <a:ext cx="4114800" cy="3079750"/>
            <a:chOff x="1632" y="1152"/>
            <a:chExt cx="2592" cy="1940"/>
          </a:xfrm>
        </p:grpSpPr>
        <p:sp>
          <p:nvSpPr>
            <p:cNvPr id="508951" name="Text Box 23">
              <a:extLst>
                <a:ext uri="{FF2B5EF4-FFF2-40B4-BE49-F238E27FC236}">
                  <a16:creationId xmlns:a16="http://schemas.microsoft.com/office/drawing/2014/main" id="{3E8C1133-69FD-46C1-8489-20AD436AA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52" name="Text Box 24">
              <a:extLst>
                <a:ext uri="{FF2B5EF4-FFF2-40B4-BE49-F238E27FC236}">
                  <a16:creationId xmlns:a16="http://schemas.microsoft.com/office/drawing/2014/main" id="{77021711-1713-4771-ABA0-E25F10B8F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8953" name="Text Box 25">
              <a:extLst>
                <a:ext uri="{FF2B5EF4-FFF2-40B4-BE49-F238E27FC236}">
                  <a16:creationId xmlns:a16="http://schemas.microsoft.com/office/drawing/2014/main" id="{E4C7665A-C443-443D-9048-6EBF76BE9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54" name="Text Box 26">
              <a:extLst>
                <a:ext uri="{FF2B5EF4-FFF2-40B4-BE49-F238E27FC236}">
                  <a16:creationId xmlns:a16="http://schemas.microsoft.com/office/drawing/2014/main" id="{597333AB-F4F7-4DE8-8C4D-E506B0FBA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55" name="Text Box 27">
              <a:extLst>
                <a:ext uri="{FF2B5EF4-FFF2-40B4-BE49-F238E27FC236}">
                  <a16:creationId xmlns:a16="http://schemas.microsoft.com/office/drawing/2014/main" id="{B94A44F2-A5FF-47D8-B573-E418EC2DF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56" name="Text Box 28">
              <a:extLst>
                <a:ext uri="{FF2B5EF4-FFF2-40B4-BE49-F238E27FC236}">
                  <a16:creationId xmlns:a16="http://schemas.microsoft.com/office/drawing/2014/main" id="{B24D1387-ADE8-489D-B924-C0785BA1A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57" name="Text Box 29">
              <a:extLst>
                <a:ext uri="{FF2B5EF4-FFF2-40B4-BE49-F238E27FC236}">
                  <a16:creationId xmlns:a16="http://schemas.microsoft.com/office/drawing/2014/main" id="{E31A8831-B6ED-4912-8CF6-8E3CC1809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58" name="Text Box 30">
              <a:extLst>
                <a:ext uri="{FF2B5EF4-FFF2-40B4-BE49-F238E27FC236}">
                  <a16:creationId xmlns:a16="http://schemas.microsoft.com/office/drawing/2014/main" id="{0C4B6A35-4AE7-4F6B-8464-DC2590EE5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59" name="Text Box 31">
              <a:extLst>
                <a:ext uri="{FF2B5EF4-FFF2-40B4-BE49-F238E27FC236}">
                  <a16:creationId xmlns:a16="http://schemas.microsoft.com/office/drawing/2014/main" id="{9D4BAEB6-B0BD-4E3D-AB7A-228EE4C9C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60" name="Text Box 32">
              <a:extLst>
                <a:ext uri="{FF2B5EF4-FFF2-40B4-BE49-F238E27FC236}">
                  <a16:creationId xmlns:a16="http://schemas.microsoft.com/office/drawing/2014/main" id="{542CCD1F-D769-4A46-8992-ACBE7E63A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61" name="Text Box 33">
              <a:extLst>
                <a:ext uri="{FF2B5EF4-FFF2-40B4-BE49-F238E27FC236}">
                  <a16:creationId xmlns:a16="http://schemas.microsoft.com/office/drawing/2014/main" id="{7DDF4033-C955-4224-9649-F0883AE64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8962" name="AutoShape 34">
            <a:extLst>
              <a:ext uri="{FF2B5EF4-FFF2-40B4-BE49-F238E27FC236}">
                <a16:creationId xmlns:a16="http://schemas.microsoft.com/office/drawing/2014/main" id="{B67357BF-50B9-49A7-96BD-39D68AEC235B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581400" y="26670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8963" name="AutoShape 35">
            <a:extLst>
              <a:ext uri="{FF2B5EF4-FFF2-40B4-BE49-F238E27FC236}">
                <a16:creationId xmlns:a16="http://schemas.microsoft.com/office/drawing/2014/main" id="{74AE24DC-DCBC-40D9-82F5-078E07E545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2362200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8964" name="Oval 36">
            <a:extLst>
              <a:ext uri="{FF2B5EF4-FFF2-40B4-BE49-F238E27FC236}">
                <a16:creationId xmlns:a16="http://schemas.microsoft.com/office/drawing/2014/main" id="{409A65E9-780D-4488-BA0D-BB9B61C345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08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8965" name="Oval 37">
            <a:extLst>
              <a:ext uri="{FF2B5EF4-FFF2-40B4-BE49-F238E27FC236}">
                <a16:creationId xmlns:a16="http://schemas.microsoft.com/office/drawing/2014/main" id="{8383F115-9DBD-4003-A328-FFEA7ECEB2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72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8966" name="Oval 38">
            <a:extLst>
              <a:ext uri="{FF2B5EF4-FFF2-40B4-BE49-F238E27FC236}">
                <a16:creationId xmlns:a16="http://schemas.microsoft.com/office/drawing/2014/main" id="{216BFA06-77AE-47E0-BA2D-CDED2E05D8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8967" name="Oval 39">
            <a:extLst>
              <a:ext uri="{FF2B5EF4-FFF2-40B4-BE49-F238E27FC236}">
                <a16:creationId xmlns:a16="http://schemas.microsoft.com/office/drawing/2014/main" id="{123B36D7-6CFB-48FB-8FBF-BDA661E8AB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3745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8968" name="Oval 40">
            <a:extLst>
              <a:ext uri="{FF2B5EF4-FFF2-40B4-BE49-F238E27FC236}">
                <a16:creationId xmlns:a16="http://schemas.microsoft.com/office/drawing/2014/main" id="{96736413-217D-4EDE-A421-14E69F8FD4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0385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8969" name="Oval 41">
            <a:extLst>
              <a:ext uri="{FF2B5EF4-FFF2-40B4-BE49-F238E27FC236}">
                <a16:creationId xmlns:a16="http://schemas.microsoft.com/office/drawing/2014/main" id="{76B43B76-1D7E-43E6-9425-8D4C86A0D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065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8970" name="AutoShape 42">
            <a:extLst>
              <a:ext uri="{FF2B5EF4-FFF2-40B4-BE49-F238E27FC236}">
                <a16:creationId xmlns:a16="http://schemas.microsoft.com/office/drawing/2014/main" id="{8190A170-283A-41C2-9D03-CEB068310438}"/>
              </a:ext>
            </a:extLst>
          </p:cNvPr>
          <p:cNvCxnSpPr>
            <a:cxnSpLocks noChangeShapeType="1"/>
            <a:stCxn id="508969" idx="3"/>
            <a:endCxn id="508968" idx="0"/>
          </p:cNvCxnSpPr>
          <p:nvPr/>
        </p:nvCxnSpPr>
        <p:spPr bwMode="auto">
          <a:xfrm flipH="1">
            <a:off x="559435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1" name="AutoShape 43">
            <a:extLst>
              <a:ext uri="{FF2B5EF4-FFF2-40B4-BE49-F238E27FC236}">
                <a16:creationId xmlns:a16="http://schemas.microsoft.com/office/drawing/2014/main" id="{F9DB67E8-A245-45DF-949D-300C95782777}"/>
              </a:ext>
            </a:extLst>
          </p:cNvPr>
          <p:cNvCxnSpPr>
            <a:cxnSpLocks noChangeShapeType="1"/>
            <a:stCxn id="508969" idx="5"/>
            <a:endCxn id="508967" idx="0"/>
          </p:cNvCxnSpPr>
          <p:nvPr/>
        </p:nvCxnSpPr>
        <p:spPr bwMode="auto">
          <a:xfrm>
            <a:off x="679608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2" name="AutoShape 44">
            <a:extLst>
              <a:ext uri="{FF2B5EF4-FFF2-40B4-BE49-F238E27FC236}">
                <a16:creationId xmlns:a16="http://schemas.microsoft.com/office/drawing/2014/main" id="{7369988D-C30E-4570-8906-1AFB2BE92681}"/>
              </a:ext>
            </a:extLst>
          </p:cNvPr>
          <p:cNvCxnSpPr>
            <a:cxnSpLocks noChangeShapeType="1"/>
            <a:stCxn id="508967" idx="5"/>
            <a:endCxn id="508964" idx="0"/>
          </p:cNvCxnSpPr>
          <p:nvPr/>
        </p:nvCxnSpPr>
        <p:spPr bwMode="auto">
          <a:xfrm>
            <a:off x="78628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3" name="AutoShape 45">
            <a:extLst>
              <a:ext uri="{FF2B5EF4-FFF2-40B4-BE49-F238E27FC236}">
                <a16:creationId xmlns:a16="http://schemas.microsoft.com/office/drawing/2014/main" id="{B7F8A482-89F6-48E0-8CFF-B20A7C49D5CC}"/>
              </a:ext>
            </a:extLst>
          </p:cNvPr>
          <p:cNvCxnSpPr>
            <a:cxnSpLocks noChangeShapeType="1"/>
            <a:stCxn id="508968" idx="3"/>
            <a:endCxn id="508966" idx="0"/>
          </p:cNvCxnSpPr>
          <p:nvPr/>
        </p:nvCxnSpPr>
        <p:spPr bwMode="auto">
          <a:xfrm flipH="1">
            <a:off x="506095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4" name="AutoShape 46">
            <a:extLst>
              <a:ext uri="{FF2B5EF4-FFF2-40B4-BE49-F238E27FC236}">
                <a16:creationId xmlns:a16="http://schemas.microsoft.com/office/drawing/2014/main" id="{B347AED0-548A-46D5-88A3-D9DBED75EF30}"/>
              </a:ext>
            </a:extLst>
          </p:cNvPr>
          <p:cNvCxnSpPr>
            <a:cxnSpLocks noChangeShapeType="1"/>
            <a:stCxn id="508968" idx="5"/>
            <a:endCxn id="508965" idx="0"/>
          </p:cNvCxnSpPr>
          <p:nvPr/>
        </p:nvCxnSpPr>
        <p:spPr bwMode="auto">
          <a:xfrm>
            <a:off x="57292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75" name="Oval 47">
            <a:extLst>
              <a:ext uri="{FF2B5EF4-FFF2-40B4-BE49-F238E27FC236}">
                <a16:creationId xmlns:a16="http://schemas.microsoft.com/office/drawing/2014/main" id="{990ACF2F-FA59-4FDE-A0BF-9912DDB730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445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8976" name="AutoShape 48">
            <a:extLst>
              <a:ext uri="{FF2B5EF4-FFF2-40B4-BE49-F238E27FC236}">
                <a16:creationId xmlns:a16="http://schemas.microsoft.com/office/drawing/2014/main" id="{A22347D4-2BF8-480C-8CDA-64CC13FC9DC4}"/>
              </a:ext>
            </a:extLst>
          </p:cNvPr>
          <p:cNvCxnSpPr>
            <a:cxnSpLocks noChangeShapeType="1"/>
            <a:stCxn id="508966" idx="5"/>
            <a:endCxn id="508975" idx="0"/>
          </p:cNvCxnSpPr>
          <p:nvPr/>
        </p:nvCxnSpPr>
        <p:spPr bwMode="auto">
          <a:xfrm>
            <a:off x="519588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77" name="Oval 49">
            <a:extLst>
              <a:ext uri="{FF2B5EF4-FFF2-40B4-BE49-F238E27FC236}">
                <a16:creationId xmlns:a16="http://schemas.microsoft.com/office/drawing/2014/main" id="{01424A9B-DC00-4429-AB87-ABFE42E7C9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1988" y="3910013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508978" name="AutoShape 50">
            <a:extLst>
              <a:ext uri="{FF2B5EF4-FFF2-40B4-BE49-F238E27FC236}">
                <a16:creationId xmlns:a16="http://schemas.microsoft.com/office/drawing/2014/main" id="{42BEE204-6F1B-45AB-ADC4-FA9C328391E8}"/>
              </a:ext>
            </a:extLst>
          </p:cNvPr>
          <p:cNvCxnSpPr>
            <a:cxnSpLocks noChangeShapeType="1"/>
            <a:stCxn id="508967" idx="3"/>
            <a:endCxn id="508977" idx="0"/>
          </p:cNvCxnSpPr>
          <p:nvPr/>
        </p:nvCxnSpPr>
        <p:spPr bwMode="auto">
          <a:xfrm flipH="1">
            <a:off x="7202488" y="3367088"/>
            <a:ext cx="390525" cy="523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8979" name="Group 51">
            <a:extLst>
              <a:ext uri="{FF2B5EF4-FFF2-40B4-BE49-F238E27FC236}">
                <a16:creationId xmlns:a16="http://schemas.microsoft.com/office/drawing/2014/main" id="{CCBBE959-CBF8-4F6F-BB54-F0652A27D2CF}"/>
              </a:ext>
            </a:extLst>
          </p:cNvPr>
          <p:cNvGrpSpPr>
            <a:grpSpLocks/>
          </p:cNvGrpSpPr>
          <p:nvPr/>
        </p:nvGrpSpPr>
        <p:grpSpPr bwMode="auto">
          <a:xfrm>
            <a:off x="4718050" y="1828800"/>
            <a:ext cx="4114800" cy="3079750"/>
            <a:chOff x="1632" y="1152"/>
            <a:chExt cx="2592" cy="1940"/>
          </a:xfrm>
        </p:grpSpPr>
        <p:sp>
          <p:nvSpPr>
            <p:cNvPr id="508980" name="Text Box 52">
              <a:extLst>
                <a:ext uri="{FF2B5EF4-FFF2-40B4-BE49-F238E27FC236}">
                  <a16:creationId xmlns:a16="http://schemas.microsoft.com/office/drawing/2014/main" id="{1C269FDC-6186-4ED0-9EF0-07D7DD533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81" name="Text Box 53">
              <a:extLst>
                <a:ext uri="{FF2B5EF4-FFF2-40B4-BE49-F238E27FC236}">
                  <a16:creationId xmlns:a16="http://schemas.microsoft.com/office/drawing/2014/main" id="{94F7B7EC-40FF-4715-A440-C01625747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8982" name="Text Box 54">
              <a:extLst>
                <a:ext uri="{FF2B5EF4-FFF2-40B4-BE49-F238E27FC236}">
                  <a16:creationId xmlns:a16="http://schemas.microsoft.com/office/drawing/2014/main" id="{59A5B32B-D05B-4B73-8CAC-D447955AC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83" name="Text Box 55">
              <a:extLst>
                <a:ext uri="{FF2B5EF4-FFF2-40B4-BE49-F238E27FC236}">
                  <a16:creationId xmlns:a16="http://schemas.microsoft.com/office/drawing/2014/main" id="{5C24A027-7B3C-4D5C-87C1-AF18EEEE2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84" name="Text Box 56">
              <a:extLst>
                <a:ext uri="{FF2B5EF4-FFF2-40B4-BE49-F238E27FC236}">
                  <a16:creationId xmlns:a16="http://schemas.microsoft.com/office/drawing/2014/main" id="{88D68D9B-5D64-4377-A7F0-A3D360DCF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85" name="Text Box 57">
              <a:extLst>
                <a:ext uri="{FF2B5EF4-FFF2-40B4-BE49-F238E27FC236}">
                  <a16:creationId xmlns:a16="http://schemas.microsoft.com/office/drawing/2014/main" id="{8FF0D58D-7200-4757-9A10-277EFF9A8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86" name="Text Box 58">
              <a:extLst>
                <a:ext uri="{FF2B5EF4-FFF2-40B4-BE49-F238E27FC236}">
                  <a16:creationId xmlns:a16="http://schemas.microsoft.com/office/drawing/2014/main" id="{9EAD77AD-5617-4120-9D4E-A8B5E19ED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87" name="Text Box 59">
              <a:extLst>
                <a:ext uri="{FF2B5EF4-FFF2-40B4-BE49-F238E27FC236}">
                  <a16:creationId xmlns:a16="http://schemas.microsoft.com/office/drawing/2014/main" id="{5B0F31A8-3F68-4DF1-8417-4D0369DD4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88" name="Text Box 60">
              <a:extLst>
                <a:ext uri="{FF2B5EF4-FFF2-40B4-BE49-F238E27FC236}">
                  <a16:creationId xmlns:a16="http://schemas.microsoft.com/office/drawing/2014/main" id="{56284B8D-B1C1-4E18-B062-DE30D2369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89" name="Text Box 61">
              <a:extLst>
                <a:ext uri="{FF2B5EF4-FFF2-40B4-BE49-F238E27FC236}">
                  <a16:creationId xmlns:a16="http://schemas.microsoft.com/office/drawing/2014/main" id="{356B7F4F-F6C6-4952-BF8F-14AF92B1B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8990" name="Text Box 62">
              <a:extLst>
                <a:ext uri="{FF2B5EF4-FFF2-40B4-BE49-F238E27FC236}">
                  <a16:creationId xmlns:a16="http://schemas.microsoft.com/office/drawing/2014/main" id="{22BA9481-0919-4FE3-9F05-93AC66651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8991" name="Oval 63">
            <a:extLst>
              <a:ext uri="{FF2B5EF4-FFF2-40B4-BE49-F238E27FC236}">
                <a16:creationId xmlns:a16="http://schemas.microsoft.com/office/drawing/2014/main" id="{51ABA8CF-839B-4A98-9C0C-26B3D3EBD8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71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08992" name="Oval 64">
            <a:extLst>
              <a:ext uri="{FF2B5EF4-FFF2-40B4-BE49-F238E27FC236}">
                <a16:creationId xmlns:a16="http://schemas.microsoft.com/office/drawing/2014/main" id="{92B26403-8061-41BD-BA5C-9676DFDA0E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75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8993" name="AutoShape 65">
            <a:extLst>
              <a:ext uri="{FF2B5EF4-FFF2-40B4-BE49-F238E27FC236}">
                <a16:creationId xmlns:a16="http://schemas.microsoft.com/office/drawing/2014/main" id="{297C5F21-DD22-4B19-B929-C04640D16720}"/>
              </a:ext>
            </a:extLst>
          </p:cNvPr>
          <p:cNvCxnSpPr>
            <a:cxnSpLocks noChangeShapeType="1"/>
            <a:stCxn id="508977" idx="3"/>
            <a:endCxn id="508992" idx="0"/>
          </p:cNvCxnSpPr>
          <p:nvPr/>
        </p:nvCxnSpPr>
        <p:spPr bwMode="auto">
          <a:xfrm flipH="1">
            <a:off x="6858000" y="4254500"/>
            <a:ext cx="20955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94" name="AutoShape 66">
            <a:extLst>
              <a:ext uri="{FF2B5EF4-FFF2-40B4-BE49-F238E27FC236}">
                <a16:creationId xmlns:a16="http://schemas.microsoft.com/office/drawing/2014/main" id="{BE7A4D03-8EC3-4D40-9A9E-A892C7E0B8B3}"/>
              </a:ext>
            </a:extLst>
          </p:cNvPr>
          <p:cNvCxnSpPr>
            <a:cxnSpLocks noChangeShapeType="1"/>
            <a:stCxn id="508977" idx="5"/>
            <a:endCxn id="508991" idx="0"/>
          </p:cNvCxnSpPr>
          <p:nvPr/>
        </p:nvCxnSpPr>
        <p:spPr bwMode="auto">
          <a:xfrm>
            <a:off x="7337425" y="4254500"/>
            <a:ext cx="130175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95" name="Text Box 67">
            <a:extLst>
              <a:ext uri="{FF2B5EF4-FFF2-40B4-BE49-F238E27FC236}">
                <a16:creationId xmlns:a16="http://schemas.microsoft.com/office/drawing/2014/main" id="{309DEC87-D46B-425A-8E23-7A04621A2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8996" name="Oval 68">
            <a:extLst>
              <a:ext uri="{FF2B5EF4-FFF2-40B4-BE49-F238E27FC236}">
                <a16:creationId xmlns:a16="http://schemas.microsoft.com/office/drawing/2014/main" id="{79A26368-E085-4B50-9118-52688E7E7B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125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08997" name="AutoShape 69">
            <a:extLst>
              <a:ext uri="{FF2B5EF4-FFF2-40B4-BE49-F238E27FC236}">
                <a16:creationId xmlns:a16="http://schemas.microsoft.com/office/drawing/2014/main" id="{920F4669-18EE-49B6-B6AD-030F7C98574D}"/>
              </a:ext>
            </a:extLst>
          </p:cNvPr>
          <p:cNvCxnSpPr>
            <a:cxnSpLocks noChangeShapeType="1"/>
            <a:stCxn id="508991" idx="4"/>
            <a:endCxn id="508996" idx="0"/>
          </p:cNvCxnSpPr>
          <p:nvPr/>
        </p:nvCxnSpPr>
        <p:spPr bwMode="auto">
          <a:xfrm>
            <a:off x="7467600" y="5199063"/>
            <a:ext cx="184150" cy="496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98" name="Text Box 70">
            <a:extLst>
              <a:ext uri="{FF2B5EF4-FFF2-40B4-BE49-F238E27FC236}">
                <a16:creationId xmlns:a16="http://schemas.microsoft.com/office/drawing/2014/main" id="{D002136A-ED24-4994-89F0-E8CE7378B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8999" name="Oval 71">
            <a:extLst>
              <a:ext uri="{FF2B5EF4-FFF2-40B4-BE49-F238E27FC236}">
                <a16:creationId xmlns:a16="http://schemas.microsoft.com/office/drawing/2014/main" id="{B76FE3D6-B165-4BF4-B3BA-A5F3331C7F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09000" name="AutoShape 72">
            <a:extLst>
              <a:ext uri="{FF2B5EF4-FFF2-40B4-BE49-F238E27FC236}">
                <a16:creationId xmlns:a16="http://schemas.microsoft.com/office/drawing/2014/main" id="{5DBE4DA1-F356-47A1-9482-39563ECBC241}"/>
              </a:ext>
            </a:extLst>
          </p:cNvPr>
          <p:cNvCxnSpPr>
            <a:cxnSpLocks noChangeShapeType="1"/>
            <a:stCxn id="508943" idx="4"/>
            <a:endCxn id="508999" idx="0"/>
          </p:cNvCxnSpPr>
          <p:nvPr/>
        </p:nvCxnSpPr>
        <p:spPr bwMode="auto">
          <a:xfrm>
            <a:off x="3581400" y="5200650"/>
            <a:ext cx="1905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9001" name="Text Box 73">
            <a:extLst>
              <a:ext uri="{FF2B5EF4-FFF2-40B4-BE49-F238E27FC236}">
                <a16:creationId xmlns:a16="http://schemas.microsoft.com/office/drawing/2014/main" id="{C9242DA2-61A6-4996-90BA-BB561BDEE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89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89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89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89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89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89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89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89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8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8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89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8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8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89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8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8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89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8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8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89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89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8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8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89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8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8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89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8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8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8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89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8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8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89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8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8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89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8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8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89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89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089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08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08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090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09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9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090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09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09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089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089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089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08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08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089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08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08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089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08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08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089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08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8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089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08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08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089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08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08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089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0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0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089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08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08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08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0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0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089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08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08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089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08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08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089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08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08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089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08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08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5089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08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08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089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0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0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08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08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08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08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08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08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08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08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08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08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08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08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089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08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08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089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08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08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508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0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0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089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08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08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0" grpId="0"/>
      <p:bldP spid="508931" grpId="0" animBg="1"/>
      <p:bldP spid="508932" grpId="0" animBg="1"/>
      <p:bldP spid="508933" grpId="0" animBg="1"/>
      <p:bldP spid="508934" grpId="0" animBg="1"/>
      <p:bldP spid="508935" grpId="0" animBg="1"/>
      <p:bldP spid="508936" grpId="0" animBg="1"/>
      <p:bldP spid="508942" grpId="0" animBg="1"/>
      <p:bldP spid="508943" grpId="0" animBg="1"/>
      <p:bldP spid="508946" grpId="0" animBg="1"/>
      <p:bldP spid="508948" grpId="0" animBg="1"/>
      <p:bldP spid="508962" grpId="0" animBg="1"/>
      <p:bldP spid="508963" grpId="0" animBg="1"/>
      <p:bldP spid="508964" grpId="0" animBg="1"/>
      <p:bldP spid="508965" grpId="0" animBg="1"/>
      <p:bldP spid="508966" grpId="0" animBg="1"/>
      <p:bldP spid="508967" grpId="0" animBg="1"/>
      <p:bldP spid="508968" grpId="0" animBg="1"/>
      <p:bldP spid="508969" grpId="0" animBg="1"/>
      <p:bldP spid="508975" grpId="0" animBg="1"/>
      <p:bldP spid="508977" grpId="0" animBg="1"/>
      <p:bldP spid="508991" grpId="0" animBg="1"/>
      <p:bldP spid="508992" grpId="0" animBg="1"/>
      <p:bldP spid="508995" grpId="0"/>
      <p:bldP spid="508996" grpId="0" animBg="1"/>
      <p:bldP spid="508998" grpId="0"/>
      <p:bldP spid="508999" grpId="0" animBg="1"/>
      <p:bldP spid="50900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>
            <a:extLst>
              <a:ext uri="{FF2B5EF4-FFF2-40B4-BE49-F238E27FC236}">
                <a16:creationId xmlns:a16="http://schemas.microsoft.com/office/drawing/2014/main" id="{66C7514D-CEE7-4849-8790-892A40E9D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(Step #1)</a:t>
            </a:r>
          </a:p>
        </p:txBody>
      </p:sp>
      <p:sp>
        <p:nvSpPr>
          <p:cNvPr id="510979" name="Oval 3">
            <a:extLst>
              <a:ext uri="{FF2B5EF4-FFF2-40B4-BE49-F238E27FC236}">
                <a16:creationId xmlns:a16="http://schemas.microsoft.com/office/drawing/2014/main" id="{BF404431-39DB-438D-9CED-32F5C0966A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10980" name="Oval 4">
            <a:extLst>
              <a:ext uri="{FF2B5EF4-FFF2-40B4-BE49-F238E27FC236}">
                <a16:creationId xmlns:a16="http://schemas.microsoft.com/office/drawing/2014/main" id="{689830A4-F8EB-4536-A0EF-87D501DF52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0981" name="Oval 5">
            <a:extLst>
              <a:ext uri="{FF2B5EF4-FFF2-40B4-BE49-F238E27FC236}">
                <a16:creationId xmlns:a16="http://schemas.microsoft.com/office/drawing/2014/main" id="{A9B8B371-F780-4CB1-A5B4-C1AFC42391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0982" name="Oval 6">
            <a:extLst>
              <a:ext uri="{FF2B5EF4-FFF2-40B4-BE49-F238E27FC236}">
                <a16:creationId xmlns:a16="http://schemas.microsoft.com/office/drawing/2014/main" id="{F0777417-430F-4AED-85F8-6500E02736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0983" name="Oval 7">
            <a:extLst>
              <a:ext uri="{FF2B5EF4-FFF2-40B4-BE49-F238E27FC236}">
                <a16:creationId xmlns:a16="http://schemas.microsoft.com/office/drawing/2014/main" id="{5647A161-196C-4D7E-BD56-2AF14D88A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68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0984" name="Oval 8">
            <a:extLst>
              <a:ext uri="{FF2B5EF4-FFF2-40B4-BE49-F238E27FC236}">
                <a16:creationId xmlns:a16="http://schemas.microsoft.com/office/drawing/2014/main" id="{B7FA0C57-4207-4C29-8D7D-6979EF850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0985" name="AutoShape 9">
            <a:extLst>
              <a:ext uri="{FF2B5EF4-FFF2-40B4-BE49-F238E27FC236}">
                <a16:creationId xmlns:a16="http://schemas.microsoft.com/office/drawing/2014/main" id="{024B4DAE-7C14-4E20-A4F2-43113586BCAE}"/>
              </a:ext>
            </a:extLst>
          </p:cNvPr>
          <p:cNvCxnSpPr>
            <a:cxnSpLocks noChangeShapeType="1"/>
            <a:stCxn id="510984" idx="3"/>
            <a:endCxn id="510983" idx="0"/>
          </p:cNvCxnSpPr>
          <p:nvPr/>
        </p:nvCxnSpPr>
        <p:spPr bwMode="auto">
          <a:xfrm flipH="1">
            <a:off x="12573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6" name="AutoShape 10">
            <a:extLst>
              <a:ext uri="{FF2B5EF4-FFF2-40B4-BE49-F238E27FC236}">
                <a16:creationId xmlns:a16="http://schemas.microsoft.com/office/drawing/2014/main" id="{28FFF5BE-6C57-44F2-881F-E0ECAA1A3B76}"/>
              </a:ext>
            </a:extLst>
          </p:cNvPr>
          <p:cNvCxnSpPr>
            <a:cxnSpLocks noChangeShapeType="1"/>
            <a:stCxn id="510984" idx="5"/>
            <a:endCxn id="510982" idx="0"/>
          </p:cNvCxnSpPr>
          <p:nvPr/>
        </p:nvCxnSpPr>
        <p:spPr bwMode="auto">
          <a:xfrm>
            <a:off x="24590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7" name="AutoShape 11">
            <a:extLst>
              <a:ext uri="{FF2B5EF4-FFF2-40B4-BE49-F238E27FC236}">
                <a16:creationId xmlns:a16="http://schemas.microsoft.com/office/drawing/2014/main" id="{72FCDB56-5AE7-4644-81FA-43A2F5984880}"/>
              </a:ext>
            </a:extLst>
          </p:cNvPr>
          <p:cNvCxnSpPr>
            <a:cxnSpLocks noChangeShapeType="1"/>
            <a:stCxn id="510982" idx="5"/>
            <a:endCxn id="510979" idx="0"/>
          </p:cNvCxnSpPr>
          <p:nvPr/>
        </p:nvCxnSpPr>
        <p:spPr bwMode="auto">
          <a:xfrm>
            <a:off x="35258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8" name="AutoShape 12">
            <a:extLst>
              <a:ext uri="{FF2B5EF4-FFF2-40B4-BE49-F238E27FC236}">
                <a16:creationId xmlns:a16="http://schemas.microsoft.com/office/drawing/2014/main" id="{B24253D8-9630-4B90-8543-648A111777F1}"/>
              </a:ext>
            </a:extLst>
          </p:cNvPr>
          <p:cNvCxnSpPr>
            <a:cxnSpLocks noChangeShapeType="1"/>
            <a:stCxn id="510983" idx="3"/>
            <a:endCxn id="510981" idx="0"/>
          </p:cNvCxnSpPr>
          <p:nvPr/>
        </p:nvCxnSpPr>
        <p:spPr bwMode="auto">
          <a:xfrm flipH="1">
            <a:off x="7239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9" name="AutoShape 13">
            <a:extLst>
              <a:ext uri="{FF2B5EF4-FFF2-40B4-BE49-F238E27FC236}">
                <a16:creationId xmlns:a16="http://schemas.microsoft.com/office/drawing/2014/main" id="{04D3EEE1-FB2B-4C4C-9AE8-16C6A806C4F2}"/>
              </a:ext>
            </a:extLst>
          </p:cNvPr>
          <p:cNvCxnSpPr>
            <a:cxnSpLocks noChangeShapeType="1"/>
            <a:stCxn id="510983" idx="5"/>
            <a:endCxn id="510980" idx="0"/>
          </p:cNvCxnSpPr>
          <p:nvPr/>
        </p:nvCxnSpPr>
        <p:spPr bwMode="auto">
          <a:xfrm>
            <a:off x="13922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0990" name="Oval 14">
            <a:extLst>
              <a:ext uri="{FF2B5EF4-FFF2-40B4-BE49-F238E27FC236}">
                <a16:creationId xmlns:a16="http://schemas.microsoft.com/office/drawing/2014/main" id="{018B5EA9-60F2-4F35-9F05-FC3491C639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05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10991" name="Oval 15">
            <a:extLst>
              <a:ext uri="{FF2B5EF4-FFF2-40B4-BE49-F238E27FC236}">
                <a16:creationId xmlns:a16="http://schemas.microsoft.com/office/drawing/2014/main" id="{993CE34C-1F4B-4AB1-A3EB-6D09B2D2B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10992" name="AutoShape 16">
            <a:extLst>
              <a:ext uri="{FF2B5EF4-FFF2-40B4-BE49-F238E27FC236}">
                <a16:creationId xmlns:a16="http://schemas.microsoft.com/office/drawing/2014/main" id="{CD139FD6-2B60-4DDE-A0B9-01DDBD2717FE}"/>
              </a:ext>
            </a:extLst>
          </p:cNvPr>
          <p:cNvCxnSpPr>
            <a:cxnSpLocks noChangeShapeType="1"/>
            <a:stCxn id="510979" idx="3"/>
            <a:endCxn id="510991" idx="0"/>
          </p:cNvCxnSpPr>
          <p:nvPr/>
        </p:nvCxnSpPr>
        <p:spPr bwMode="auto">
          <a:xfrm flipH="1">
            <a:off x="35814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93" name="AutoShape 17">
            <a:extLst>
              <a:ext uri="{FF2B5EF4-FFF2-40B4-BE49-F238E27FC236}">
                <a16:creationId xmlns:a16="http://schemas.microsoft.com/office/drawing/2014/main" id="{A5230A7C-1853-48EE-A107-71961736AD9D}"/>
              </a:ext>
            </a:extLst>
          </p:cNvPr>
          <p:cNvCxnSpPr>
            <a:cxnSpLocks noChangeShapeType="1"/>
            <a:stCxn id="510979" idx="5"/>
            <a:endCxn id="510990" idx="0"/>
          </p:cNvCxnSpPr>
          <p:nvPr/>
        </p:nvCxnSpPr>
        <p:spPr bwMode="auto">
          <a:xfrm>
            <a:off x="40592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0994" name="Oval 18">
            <a:extLst>
              <a:ext uri="{FF2B5EF4-FFF2-40B4-BE49-F238E27FC236}">
                <a16:creationId xmlns:a16="http://schemas.microsoft.com/office/drawing/2014/main" id="{E01920FE-B8BA-44D3-85A4-049A4FA435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4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0995" name="AutoShape 19">
            <a:extLst>
              <a:ext uri="{FF2B5EF4-FFF2-40B4-BE49-F238E27FC236}">
                <a16:creationId xmlns:a16="http://schemas.microsoft.com/office/drawing/2014/main" id="{221C29C2-9731-47BB-A803-D8B06FFCF2FC}"/>
              </a:ext>
            </a:extLst>
          </p:cNvPr>
          <p:cNvCxnSpPr>
            <a:cxnSpLocks noChangeShapeType="1"/>
            <a:stCxn id="510981" idx="5"/>
            <a:endCxn id="510994" idx="0"/>
          </p:cNvCxnSpPr>
          <p:nvPr/>
        </p:nvCxnSpPr>
        <p:spPr bwMode="auto">
          <a:xfrm>
            <a:off x="8588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0996" name="Oval 20">
            <a:extLst>
              <a:ext uri="{FF2B5EF4-FFF2-40B4-BE49-F238E27FC236}">
                <a16:creationId xmlns:a16="http://schemas.microsoft.com/office/drawing/2014/main" id="{6065264B-2139-4B5B-92D8-36763E2598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49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0997" name="AutoShape 21">
            <a:extLst>
              <a:ext uri="{FF2B5EF4-FFF2-40B4-BE49-F238E27FC236}">
                <a16:creationId xmlns:a16="http://schemas.microsoft.com/office/drawing/2014/main" id="{8F2A1564-1E98-4CA6-9244-41A4E8A9638C}"/>
              </a:ext>
            </a:extLst>
          </p:cNvPr>
          <p:cNvCxnSpPr>
            <a:cxnSpLocks noChangeShapeType="1"/>
            <a:stCxn id="510982" idx="3"/>
            <a:endCxn id="510996" idx="0"/>
          </p:cNvCxnSpPr>
          <p:nvPr/>
        </p:nvCxnSpPr>
        <p:spPr bwMode="auto">
          <a:xfrm flipH="1">
            <a:off x="28654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0998" name="Group 22">
            <a:extLst>
              <a:ext uri="{FF2B5EF4-FFF2-40B4-BE49-F238E27FC236}">
                <a16:creationId xmlns:a16="http://schemas.microsoft.com/office/drawing/2014/main" id="{79A91EB9-BABC-4460-AC4A-BDDF08905F4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828800"/>
            <a:ext cx="4114800" cy="3079750"/>
            <a:chOff x="1632" y="1152"/>
            <a:chExt cx="2592" cy="1940"/>
          </a:xfrm>
        </p:grpSpPr>
        <p:sp>
          <p:nvSpPr>
            <p:cNvPr id="510999" name="Text Box 23">
              <a:extLst>
                <a:ext uri="{FF2B5EF4-FFF2-40B4-BE49-F238E27FC236}">
                  <a16:creationId xmlns:a16="http://schemas.microsoft.com/office/drawing/2014/main" id="{91503FC3-8E5E-4F5B-B8E3-7C5BDB00B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00" name="Text Box 24">
              <a:extLst>
                <a:ext uri="{FF2B5EF4-FFF2-40B4-BE49-F238E27FC236}">
                  <a16:creationId xmlns:a16="http://schemas.microsoft.com/office/drawing/2014/main" id="{BC9E0B9D-EC55-455F-8604-15851ECCF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1001" name="Text Box 25">
              <a:extLst>
                <a:ext uri="{FF2B5EF4-FFF2-40B4-BE49-F238E27FC236}">
                  <a16:creationId xmlns:a16="http://schemas.microsoft.com/office/drawing/2014/main" id="{FCA8C423-D093-4076-9EF5-7F69A4741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02" name="Text Box 26">
              <a:extLst>
                <a:ext uri="{FF2B5EF4-FFF2-40B4-BE49-F238E27FC236}">
                  <a16:creationId xmlns:a16="http://schemas.microsoft.com/office/drawing/2014/main" id="{1FD1B0DC-DBE5-4D23-9E78-BD5805E6B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03" name="Text Box 27">
              <a:extLst>
                <a:ext uri="{FF2B5EF4-FFF2-40B4-BE49-F238E27FC236}">
                  <a16:creationId xmlns:a16="http://schemas.microsoft.com/office/drawing/2014/main" id="{55C67B59-15D6-4594-9BC8-DC226F3F2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04" name="Text Box 28">
              <a:extLst>
                <a:ext uri="{FF2B5EF4-FFF2-40B4-BE49-F238E27FC236}">
                  <a16:creationId xmlns:a16="http://schemas.microsoft.com/office/drawing/2014/main" id="{8270C16F-91C0-48E6-BFB2-44BA40F08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05" name="Text Box 29">
              <a:extLst>
                <a:ext uri="{FF2B5EF4-FFF2-40B4-BE49-F238E27FC236}">
                  <a16:creationId xmlns:a16="http://schemas.microsoft.com/office/drawing/2014/main" id="{77DFC13B-B260-4FE4-A329-ADA2DD44A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06" name="Text Box 30">
              <a:extLst>
                <a:ext uri="{FF2B5EF4-FFF2-40B4-BE49-F238E27FC236}">
                  <a16:creationId xmlns:a16="http://schemas.microsoft.com/office/drawing/2014/main" id="{81B53E24-8EB0-4B9E-81F8-ED31288C7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07" name="Text Box 31">
              <a:extLst>
                <a:ext uri="{FF2B5EF4-FFF2-40B4-BE49-F238E27FC236}">
                  <a16:creationId xmlns:a16="http://schemas.microsoft.com/office/drawing/2014/main" id="{0463AE6A-F1AA-409B-90AC-2DCA446D3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08" name="Text Box 32">
              <a:extLst>
                <a:ext uri="{FF2B5EF4-FFF2-40B4-BE49-F238E27FC236}">
                  <a16:creationId xmlns:a16="http://schemas.microsoft.com/office/drawing/2014/main" id="{186B7491-C4E4-4B9E-9A2D-7114F1410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09" name="Text Box 33">
              <a:extLst>
                <a:ext uri="{FF2B5EF4-FFF2-40B4-BE49-F238E27FC236}">
                  <a16:creationId xmlns:a16="http://schemas.microsoft.com/office/drawing/2014/main" id="{F5E76BDC-C018-48C4-A69B-889E3F196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1010" name="AutoShape 34">
            <a:extLst>
              <a:ext uri="{FF2B5EF4-FFF2-40B4-BE49-F238E27FC236}">
                <a16:creationId xmlns:a16="http://schemas.microsoft.com/office/drawing/2014/main" id="{4CD42BEB-E03B-4580-9857-242C29D92D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35814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1011" name="AutoShape 35">
            <a:extLst>
              <a:ext uri="{FF2B5EF4-FFF2-40B4-BE49-F238E27FC236}">
                <a16:creationId xmlns:a16="http://schemas.microsoft.com/office/drawing/2014/main" id="{37BEDF74-01F5-4D5B-B004-ABA6423A4F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2324100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1012" name="Oval 36">
            <a:extLst>
              <a:ext uri="{FF2B5EF4-FFF2-40B4-BE49-F238E27FC236}">
                <a16:creationId xmlns:a16="http://schemas.microsoft.com/office/drawing/2014/main" id="{1FA67CD1-FFCF-4389-93B3-96343E89D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1013" name="AutoShape 37">
            <a:extLst>
              <a:ext uri="{FF2B5EF4-FFF2-40B4-BE49-F238E27FC236}">
                <a16:creationId xmlns:a16="http://schemas.microsoft.com/office/drawing/2014/main" id="{C2C1CCD7-0025-4593-B154-D6B123F08D79}"/>
              </a:ext>
            </a:extLst>
          </p:cNvPr>
          <p:cNvCxnSpPr>
            <a:cxnSpLocks noChangeShapeType="1"/>
            <a:stCxn id="510991" idx="5"/>
            <a:endCxn id="511012" idx="0"/>
          </p:cNvCxnSpPr>
          <p:nvPr/>
        </p:nvCxnSpPr>
        <p:spPr bwMode="auto">
          <a:xfrm>
            <a:off x="3716338" y="5145088"/>
            <a:ext cx="555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14" name="Text Box 38">
            <a:extLst>
              <a:ext uri="{FF2B5EF4-FFF2-40B4-BE49-F238E27FC236}">
                <a16:creationId xmlns:a16="http://schemas.microsoft.com/office/drawing/2014/main" id="{07317C88-158E-4B53-83BC-5B9C4EB00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1015" name="Oval 39">
            <a:extLst>
              <a:ext uri="{FF2B5EF4-FFF2-40B4-BE49-F238E27FC236}">
                <a16:creationId xmlns:a16="http://schemas.microsoft.com/office/drawing/2014/main" id="{2DC6C840-1229-4AFD-A54C-22DE8B9524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11016" name="Oval 40">
            <a:extLst>
              <a:ext uri="{FF2B5EF4-FFF2-40B4-BE49-F238E27FC236}">
                <a16:creationId xmlns:a16="http://schemas.microsoft.com/office/drawing/2014/main" id="{5AE7AED2-5831-4F67-BE6E-8F48932CA9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1017" name="Oval 41">
            <a:extLst>
              <a:ext uri="{FF2B5EF4-FFF2-40B4-BE49-F238E27FC236}">
                <a16:creationId xmlns:a16="http://schemas.microsoft.com/office/drawing/2014/main" id="{CA30BB09-7A7E-45C4-8407-03EE27B868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1018" name="Oval 42">
            <a:extLst>
              <a:ext uri="{FF2B5EF4-FFF2-40B4-BE49-F238E27FC236}">
                <a16:creationId xmlns:a16="http://schemas.microsoft.com/office/drawing/2014/main" id="{D8B6B60A-F37F-407A-A735-F7170D0BE3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1019" name="Oval 43">
            <a:extLst>
              <a:ext uri="{FF2B5EF4-FFF2-40B4-BE49-F238E27FC236}">
                <a16:creationId xmlns:a16="http://schemas.microsoft.com/office/drawing/2014/main" id="{F0A8DC8A-C8BE-4B37-84A4-EE3F28CBC0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1020" name="Oval 44">
            <a:extLst>
              <a:ext uri="{FF2B5EF4-FFF2-40B4-BE49-F238E27FC236}">
                <a16:creationId xmlns:a16="http://schemas.microsoft.com/office/drawing/2014/main" id="{C1EA46B4-A318-41AC-AFD0-72D3871E75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1021" name="AutoShape 45">
            <a:extLst>
              <a:ext uri="{FF2B5EF4-FFF2-40B4-BE49-F238E27FC236}">
                <a16:creationId xmlns:a16="http://schemas.microsoft.com/office/drawing/2014/main" id="{7223A0FD-4C0C-42DB-B18A-BA8E926F0F1E}"/>
              </a:ext>
            </a:extLst>
          </p:cNvPr>
          <p:cNvCxnSpPr>
            <a:cxnSpLocks noChangeShapeType="1"/>
            <a:stCxn id="511020" idx="3"/>
            <a:endCxn id="511019" idx="0"/>
          </p:cNvCxnSpPr>
          <p:nvPr/>
        </p:nvCxnSpPr>
        <p:spPr bwMode="auto">
          <a:xfrm flipH="1">
            <a:off x="56007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2" name="AutoShape 46">
            <a:extLst>
              <a:ext uri="{FF2B5EF4-FFF2-40B4-BE49-F238E27FC236}">
                <a16:creationId xmlns:a16="http://schemas.microsoft.com/office/drawing/2014/main" id="{DCF09FC0-F6D3-43CF-AA39-16A8E4748D54}"/>
              </a:ext>
            </a:extLst>
          </p:cNvPr>
          <p:cNvCxnSpPr>
            <a:cxnSpLocks noChangeShapeType="1"/>
            <a:stCxn id="511020" idx="5"/>
            <a:endCxn id="511018" idx="0"/>
          </p:cNvCxnSpPr>
          <p:nvPr/>
        </p:nvCxnSpPr>
        <p:spPr bwMode="auto">
          <a:xfrm>
            <a:off x="68024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3" name="AutoShape 47">
            <a:extLst>
              <a:ext uri="{FF2B5EF4-FFF2-40B4-BE49-F238E27FC236}">
                <a16:creationId xmlns:a16="http://schemas.microsoft.com/office/drawing/2014/main" id="{945C4BB2-E636-4E89-AE0A-65BADDEFBAB0}"/>
              </a:ext>
            </a:extLst>
          </p:cNvPr>
          <p:cNvCxnSpPr>
            <a:cxnSpLocks noChangeShapeType="1"/>
            <a:stCxn id="511018" idx="5"/>
            <a:endCxn id="511015" idx="0"/>
          </p:cNvCxnSpPr>
          <p:nvPr/>
        </p:nvCxnSpPr>
        <p:spPr bwMode="auto">
          <a:xfrm>
            <a:off x="78692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4" name="AutoShape 48">
            <a:extLst>
              <a:ext uri="{FF2B5EF4-FFF2-40B4-BE49-F238E27FC236}">
                <a16:creationId xmlns:a16="http://schemas.microsoft.com/office/drawing/2014/main" id="{CBB2A51A-EA9E-4BC3-889D-A5C92DBF19D2}"/>
              </a:ext>
            </a:extLst>
          </p:cNvPr>
          <p:cNvCxnSpPr>
            <a:cxnSpLocks noChangeShapeType="1"/>
            <a:stCxn id="511019" idx="3"/>
            <a:endCxn id="511017" idx="0"/>
          </p:cNvCxnSpPr>
          <p:nvPr/>
        </p:nvCxnSpPr>
        <p:spPr bwMode="auto">
          <a:xfrm flipH="1">
            <a:off x="50673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5" name="AutoShape 49">
            <a:extLst>
              <a:ext uri="{FF2B5EF4-FFF2-40B4-BE49-F238E27FC236}">
                <a16:creationId xmlns:a16="http://schemas.microsoft.com/office/drawing/2014/main" id="{E26564DF-AB8F-4CC3-89BD-729DD12711A7}"/>
              </a:ext>
            </a:extLst>
          </p:cNvPr>
          <p:cNvCxnSpPr>
            <a:cxnSpLocks noChangeShapeType="1"/>
            <a:stCxn id="511019" idx="5"/>
            <a:endCxn id="511016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26" name="Oval 50">
            <a:extLst>
              <a:ext uri="{FF2B5EF4-FFF2-40B4-BE49-F238E27FC236}">
                <a16:creationId xmlns:a16="http://schemas.microsoft.com/office/drawing/2014/main" id="{0EB93E98-EFF2-4597-9EBA-4B62FDF5B4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3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511027" name="AutoShape 51">
            <a:extLst>
              <a:ext uri="{FF2B5EF4-FFF2-40B4-BE49-F238E27FC236}">
                <a16:creationId xmlns:a16="http://schemas.microsoft.com/office/drawing/2014/main" id="{1AFCAF86-BA43-49BB-ACF4-E28772D2CD8E}"/>
              </a:ext>
            </a:extLst>
          </p:cNvPr>
          <p:cNvCxnSpPr>
            <a:cxnSpLocks noChangeShapeType="1"/>
            <a:stCxn id="511015" idx="5"/>
            <a:endCxn id="511026" idx="0"/>
          </p:cNvCxnSpPr>
          <p:nvPr/>
        </p:nvCxnSpPr>
        <p:spPr bwMode="auto">
          <a:xfrm>
            <a:off x="84026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28" name="Oval 52">
            <a:extLst>
              <a:ext uri="{FF2B5EF4-FFF2-40B4-BE49-F238E27FC236}">
                <a16:creationId xmlns:a16="http://schemas.microsoft.com/office/drawing/2014/main" id="{B90375C3-43FD-4264-A4D8-35000741F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08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1029" name="AutoShape 53">
            <a:extLst>
              <a:ext uri="{FF2B5EF4-FFF2-40B4-BE49-F238E27FC236}">
                <a16:creationId xmlns:a16="http://schemas.microsoft.com/office/drawing/2014/main" id="{CDFA537C-1F36-4C20-998E-1F90B1B45679}"/>
              </a:ext>
            </a:extLst>
          </p:cNvPr>
          <p:cNvCxnSpPr>
            <a:cxnSpLocks noChangeShapeType="1"/>
            <a:stCxn id="511017" idx="5"/>
            <a:endCxn id="511028" idx="0"/>
          </p:cNvCxnSpPr>
          <p:nvPr/>
        </p:nvCxnSpPr>
        <p:spPr bwMode="auto">
          <a:xfrm>
            <a:off x="52022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30" name="Oval 54">
            <a:extLst>
              <a:ext uri="{FF2B5EF4-FFF2-40B4-BE49-F238E27FC236}">
                <a16:creationId xmlns:a16="http://schemas.microsoft.com/office/drawing/2014/main" id="{9B92DDED-429F-44D8-B4F8-F207457D1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83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1031" name="AutoShape 55">
            <a:extLst>
              <a:ext uri="{FF2B5EF4-FFF2-40B4-BE49-F238E27FC236}">
                <a16:creationId xmlns:a16="http://schemas.microsoft.com/office/drawing/2014/main" id="{779DEC5B-0EB8-4A9C-A73F-D86EA5217B36}"/>
              </a:ext>
            </a:extLst>
          </p:cNvPr>
          <p:cNvCxnSpPr>
            <a:cxnSpLocks noChangeShapeType="1"/>
            <a:stCxn id="511018" idx="3"/>
            <a:endCxn id="511030" idx="0"/>
          </p:cNvCxnSpPr>
          <p:nvPr/>
        </p:nvCxnSpPr>
        <p:spPr bwMode="auto">
          <a:xfrm flipH="1">
            <a:off x="72088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1032" name="Group 56">
            <a:extLst>
              <a:ext uri="{FF2B5EF4-FFF2-40B4-BE49-F238E27FC236}">
                <a16:creationId xmlns:a16="http://schemas.microsoft.com/office/drawing/2014/main" id="{AF2C76A4-C558-4121-B7C4-1F41FCE0D9DE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828800"/>
            <a:ext cx="4114800" cy="3079750"/>
            <a:chOff x="1632" y="1152"/>
            <a:chExt cx="2592" cy="1940"/>
          </a:xfrm>
        </p:grpSpPr>
        <p:sp>
          <p:nvSpPr>
            <p:cNvPr id="511033" name="Text Box 57">
              <a:extLst>
                <a:ext uri="{FF2B5EF4-FFF2-40B4-BE49-F238E27FC236}">
                  <a16:creationId xmlns:a16="http://schemas.microsoft.com/office/drawing/2014/main" id="{02DA39F1-F3CD-42E4-947A-756BFD5F8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34" name="Text Box 58">
              <a:extLst>
                <a:ext uri="{FF2B5EF4-FFF2-40B4-BE49-F238E27FC236}">
                  <a16:creationId xmlns:a16="http://schemas.microsoft.com/office/drawing/2014/main" id="{2074DA9C-A9ED-4A4A-A49F-897352CFF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1035" name="Text Box 59">
              <a:extLst>
                <a:ext uri="{FF2B5EF4-FFF2-40B4-BE49-F238E27FC236}">
                  <a16:creationId xmlns:a16="http://schemas.microsoft.com/office/drawing/2014/main" id="{4AD796D0-44AB-4B18-B8F1-FAA56170B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1036" name="Text Box 60">
              <a:extLst>
                <a:ext uri="{FF2B5EF4-FFF2-40B4-BE49-F238E27FC236}">
                  <a16:creationId xmlns:a16="http://schemas.microsoft.com/office/drawing/2014/main" id="{ADD636EE-CB69-4985-9907-09CE59259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37" name="Text Box 61">
              <a:extLst>
                <a:ext uri="{FF2B5EF4-FFF2-40B4-BE49-F238E27FC236}">
                  <a16:creationId xmlns:a16="http://schemas.microsoft.com/office/drawing/2014/main" id="{9ED0C0F3-6C92-43A3-AF65-260E9E040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38" name="Text Box 62">
              <a:extLst>
                <a:ext uri="{FF2B5EF4-FFF2-40B4-BE49-F238E27FC236}">
                  <a16:creationId xmlns:a16="http://schemas.microsoft.com/office/drawing/2014/main" id="{20284C26-7A4E-4CCA-8616-69CB19B60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39" name="Text Box 63">
              <a:extLst>
                <a:ext uri="{FF2B5EF4-FFF2-40B4-BE49-F238E27FC236}">
                  <a16:creationId xmlns:a16="http://schemas.microsoft.com/office/drawing/2014/main" id="{099540CD-2567-4267-8E88-02D44C225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40" name="Text Box 64">
              <a:extLst>
                <a:ext uri="{FF2B5EF4-FFF2-40B4-BE49-F238E27FC236}">
                  <a16:creationId xmlns:a16="http://schemas.microsoft.com/office/drawing/2014/main" id="{7076AC95-4064-48DB-8049-B350690B6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41" name="Text Box 65">
              <a:extLst>
                <a:ext uri="{FF2B5EF4-FFF2-40B4-BE49-F238E27FC236}">
                  <a16:creationId xmlns:a16="http://schemas.microsoft.com/office/drawing/2014/main" id="{DD7A85BF-AC72-4834-9434-076F94F27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42" name="Text Box 66">
              <a:extLst>
                <a:ext uri="{FF2B5EF4-FFF2-40B4-BE49-F238E27FC236}">
                  <a16:creationId xmlns:a16="http://schemas.microsoft.com/office/drawing/2014/main" id="{483A27BC-F13A-44EE-A79A-0B6AB3ADE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43" name="Text Box 67">
              <a:extLst>
                <a:ext uri="{FF2B5EF4-FFF2-40B4-BE49-F238E27FC236}">
                  <a16:creationId xmlns:a16="http://schemas.microsoft.com/office/drawing/2014/main" id="{5E2C4E21-71B2-4DC9-9E3F-A07890CF2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1044" name="Oval 68">
            <a:extLst>
              <a:ext uri="{FF2B5EF4-FFF2-40B4-BE49-F238E27FC236}">
                <a16:creationId xmlns:a16="http://schemas.microsoft.com/office/drawing/2014/main" id="{94E0E209-27B0-45DA-8DA2-520B6A9419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06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511045" name="AutoShape 69">
            <a:extLst>
              <a:ext uri="{FF2B5EF4-FFF2-40B4-BE49-F238E27FC236}">
                <a16:creationId xmlns:a16="http://schemas.microsoft.com/office/drawing/2014/main" id="{7D3E1D51-14DB-4DB5-A7AB-00952AAFA91D}"/>
              </a:ext>
            </a:extLst>
          </p:cNvPr>
          <p:cNvCxnSpPr>
            <a:cxnSpLocks noChangeShapeType="1"/>
            <a:stCxn id="511026" idx="5"/>
            <a:endCxn id="511044" idx="0"/>
          </p:cNvCxnSpPr>
          <p:nvPr/>
        </p:nvCxnSpPr>
        <p:spPr bwMode="auto">
          <a:xfrm>
            <a:off x="8669338" y="5145088"/>
            <a:ext cx="1317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46" name="Text Box 70">
            <a:extLst>
              <a:ext uri="{FF2B5EF4-FFF2-40B4-BE49-F238E27FC236}">
                <a16:creationId xmlns:a16="http://schemas.microsoft.com/office/drawing/2014/main" id="{28353284-F0F3-410A-ACC0-9BAE8C4F0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1047" name="Text Box 71">
            <a:extLst>
              <a:ext uri="{FF2B5EF4-FFF2-40B4-BE49-F238E27FC236}">
                <a16:creationId xmlns:a16="http://schemas.microsoft.com/office/drawing/2014/main" id="{9AFA6A74-F19E-4882-A0CC-0DED5C40C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715000"/>
            <a:ext cx="200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Look familiar?</a:t>
            </a:r>
          </a:p>
        </p:txBody>
      </p:sp>
      <p:sp>
        <p:nvSpPr>
          <p:cNvPr id="511048" name="Oval 72">
            <a:extLst>
              <a:ext uri="{FF2B5EF4-FFF2-40B4-BE49-F238E27FC236}">
                <a16:creationId xmlns:a16="http://schemas.microsoft.com/office/drawing/2014/main" id="{515B0FE3-E3B0-4FBA-8A8E-F34B8713E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010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1049" name="AutoShape 73">
            <a:extLst>
              <a:ext uri="{FF2B5EF4-FFF2-40B4-BE49-F238E27FC236}">
                <a16:creationId xmlns:a16="http://schemas.microsoft.com/office/drawing/2014/main" id="{55067A7A-0F16-4437-99D2-A318A428AAC7}"/>
              </a:ext>
            </a:extLst>
          </p:cNvPr>
          <p:cNvCxnSpPr>
            <a:cxnSpLocks noChangeShapeType="1"/>
            <a:stCxn id="511026" idx="3"/>
            <a:endCxn id="511048" idx="0"/>
          </p:cNvCxnSpPr>
          <p:nvPr/>
        </p:nvCxnSpPr>
        <p:spPr bwMode="auto">
          <a:xfrm flipH="1">
            <a:off x="8191500" y="5145088"/>
            <a:ext cx="2079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50" name="Text Box 74">
            <a:extLst>
              <a:ext uri="{FF2B5EF4-FFF2-40B4-BE49-F238E27FC236}">
                <a16:creationId xmlns:a16="http://schemas.microsoft.com/office/drawing/2014/main" id="{31B072EB-8BBA-4944-9BC3-39D89C647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09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0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0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09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09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0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09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09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109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09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09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109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0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109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10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10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10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10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10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109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109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0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10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10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109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10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10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110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1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1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110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1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110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1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11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110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11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11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110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1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1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11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1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1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110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1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1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110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1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1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110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1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1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11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1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1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110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1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110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1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1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110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110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110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11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1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1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1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51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1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1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1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1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1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1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1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1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11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11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11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511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1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11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11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11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511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1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1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8" grpId="0"/>
      <p:bldP spid="510979" grpId="0" animBg="1"/>
      <p:bldP spid="510980" grpId="0" animBg="1"/>
      <p:bldP spid="510981" grpId="0" animBg="1"/>
      <p:bldP spid="510982" grpId="0" animBg="1"/>
      <p:bldP spid="510983" grpId="0" animBg="1"/>
      <p:bldP spid="510984" grpId="0" animBg="1"/>
      <p:bldP spid="510990" grpId="0" animBg="1"/>
      <p:bldP spid="510991" grpId="0" animBg="1"/>
      <p:bldP spid="510994" grpId="0" animBg="1"/>
      <p:bldP spid="510996" grpId="0" animBg="1"/>
      <p:bldP spid="511010" grpId="0" animBg="1"/>
      <p:bldP spid="511011" grpId="0" animBg="1"/>
      <p:bldP spid="511012" grpId="0" animBg="1"/>
      <p:bldP spid="511014" grpId="0"/>
      <p:bldP spid="511015" grpId="0" animBg="1"/>
      <p:bldP spid="511016" grpId="0" animBg="1"/>
      <p:bldP spid="511017" grpId="0" animBg="1"/>
      <p:bldP spid="511018" grpId="0" animBg="1"/>
      <p:bldP spid="511019" grpId="0" animBg="1"/>
      <p:bldP spid="511020" grpId="0" animBg="1"/>
      <p:bldP spid="511026" grpId="0" animBg="1"/>
      <p:bldP spid="511028" grpId="0" animBg="1"/>
      <p:bldP spid="511030" grpId="0" animBg="1"/>
      <p:bldP spid="511044" grpId="0" animBg="1"/>
      <p:bldP spid="511046" grpId="0"/>
      <p:bldP spid="511047" grpId="0"/>
      <p:bldP spid="511048" grpId="0" animBg="1"/>
      <p:bldP spid="5110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>
            <a:extLst>
              <a:ext uri="{FF2B5EF4-FFF2-40B4-BE49-F238E27FC236}">
                <a16:creationId xmlns:a16="http://schemas.microsoft.com/office/drawing/2014/main" id="{755FF970-6D51-405B-9335-159F9A85B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(Step #2)</a:t>
            </a:r>
          </a:p>
        </p:txBody>
      </p:sp>
      <p:sp>
        <p:nvSpPr>
          <p:cNvPr id="513027" name="Oval 3">
            <a:extLst>
              <a:ext uri="{FF2B5EF4-FFF2-40B4-BE49-F238E27FC236}">
                <a16:creationId xmlns:a16="http://schemas.microsoft.com/office/drawing/2014/main" id="{A4BD4CCF-B03B-4B3F-8A10-3FB20E0266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76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13028" name="Oval 4">
            <a:extLst>
              <a:ext uri="{FF2B5EF4-FFF2-40B4-BE49-F238E27FC236}">
                <a16:creationId xmlns:a16="http://schemas.microsoft.com/office/drawing/2014/main" id="{4BE7115E-3F10-4000-A24E-63D903AAB0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3029" name="Oval 5">
            <a:extLst>
              <a:ext uri="{FF2B5EF4-FFF2-40B4-BE49-F238E27FC236}">
                <a16:creationId xmlns:a16="http://schemas.microsoft.com/office/drawing/2014/main" id="{A66CD6C9-47DA-44EF-B815-BBCEE2304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3030" name="Oval 6">
            <a:extLst>
              <a:ext uri="{FF2B5EF4-FFF2-40B4-BE49-F238E27FC236}">
                <a16:creationId xmlns:a16="http://schemas.microsoft.com/office/drawing/2014/main" id="{CB764AE8-BCB9-409A-9993-D8D849CC4A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3031" name="Oval 7">
            <a:extLst>
              <a:ext uri="{FF2B5EF4-FFF2-40B4-BE49-F238E27FC236}">
                <a16:creationId xmlns:a16="http://schemas.microsoft.com/office/drawing/2014/main" id="{3786170B-301B-4707-B030-3D46026B1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0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3032" name="Oval 8">
            <a:extLst>
              <a:ext uri="{FF2B5EF4-FFF2-40B4-BE49-F238E27FC236}">
                <a16:creationId xmlns:a16="http://schemas.microsoft.com/office/drawing/2014/main" id="{505190D9-EA53-42F9-BA66-A5153C450D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3033" name="AutoShape 9">
            <a:extLst>
              <a:ext uri="{FF2B5EF4-FFF2-40B4-BE49-F238E27FC236}">
                <a16:creationId xmlns:a16="http://schemas.microsoft.com/office/drawing/2014/main" id="{38BB0319-BC94-4F4A-89B1-3418FF5BB266}"/>
              </a:ext>
            </a:extLst>
          </p:cNvPr>
          <p:cNvCxnSpPr>
            <a:cxnSpLocks noChangeShapeType="1"/>
            <a:stCxn id="513032" idx="3"/>
            <a:endCxn id="513031" idx="0"/>
          </p:cNvCxnSpPr>
          <p:nvPr/>
        </p:nvCxnSpPr>
        <p:spPr bwMode="auto">
          <a:xfrm flipH="1">
            <a:off x="1181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4" name="AutoShape 10">
            <a:extLst>
              <a:ext uri="{FF2B5EF4-FFF2-40B4-BE49-F238E27FC236}">
                <a16:creationId xmlns:a16="http://schemas.microsoft.com/office/drawing/2014/main" id="{46B23FE1-1BE7-4208-9DB2-98F0194E910C}"/>
              </a:ext>
            </a:extLst>
          </p:cNvPr>
          <p:cNvCxnSpPr>
            <a:cxnSpLocks noChangeShapeType="1"/>
            <a:stCxn id="513032" idx="5"/>
            <a:endCxn id="513030" idx="0"/>
          </p:cNvCxnSpPr>
          <p:nvPr/>
        </p:nvCxnSpPr>
        <p:spPr bwMode="auto">
          <a:xfrm>
            <a:off x="2382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5" name="AutoShape 11">
            <a:extLst>
              <a:ext uri="{FF2B5EF4-FFF2-40B4-BE49-F238E27FC236}">
                <a16:creationId xmlns:a16="http://schemas.microsoft.com/office/drawing/2014/main" id="{A6BC2CC4-3FFD-4A55-8C36-80A480BA9C3F}"/>
              </a:ext>
            </a:extLst>
          </p:cNvPr>
          <p:cNvCxnSpPr>
            <a:cxnSpLocks noChangeShapeType="1"/>
            <a:stCxn id="513030" idx="5"/>
            <a:endCxn id="513027" idx="0"/>
          </p:cNvCxnSpPr>
          <p:nvPr/>
        </p:nvCxnSpPr>
        <p:spPr bwMode="auto">
          <a:xfrm>
            <a:off x="34496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6" name="AutoShape 12">
            <a:extLst>
              <a:ext uri="{FF2B5EF4-FFF2-40B4-BE49-F238E27FC236}">
                <a16:creationId xmlns:a16="http://schemas.microsoft.com/office/drawing/2014/main" id="{9BB0FDAB-9BC2-4ACF-BCE1-B6607E233C86}"/>
              </a:ext>
            </a:extLst>
          </p:cNvPr>
          <p:cNvCxnSpPr>
            <a:cxnSpLocks noChangeShapeType="1"/>
            <a:stCxn id="513031" idx="3"/>
            <a:endCxn id="513029" idx="0"/>
          </p:cNvCxnSpPr>
          <p:nvPr/>
        </p:nvCxnSpPr>
        <p:spPr bwMode="auto">
          <a:xfrm flipH="1">
            <a:off x="647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7" name="AutoShape 13">
            <a:extLst>
              <a:ext uri="{FF2B5EF4-FFF2-40B4-BE49-F238E27FC236}">
                <a16:creationId xmlns:a16="http://schemas.microsoft.com/office/drawing/2014/main" id="{0C774020-3CCF-400F-9530-39FCFF562434}"/>
              </a:ext>
            </a:extLst>
          </p:cNvPr>
          <p:cNvCxnSpPr>
            <a:cxnSpLocks noChangeShapeType="1"/>
            <a:stCxn id="513031" idx="5"/>
            <a:endCxn id="513028" idx="0"/>
          </p:cNvCxnSpPr>
          <p:nvPr/>
        </p:nvCxnSpPr>
        <p:spPr bwMode="auto">
          <a:xfrm>
            <a:off x="1316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38" name="Oval 14">
            <a:extLst>
              <a:ext uri="{FF2B5EF4-FFF2-40B4-BE49-F238E27FC236}">
                <a16:creationId xmlns:a16="http://schemas.microsoft.com/office/drawing/2014/main" id="{BCCD24CF-D3F4-42C7-8870-55E180560A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4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513039" name="AutoShape 15">
            <a:extLst>
              <a:ext uri="{FF2B5EF4-FFF2-40B4-BE49-F238E27FC236}">
                <a16:creationId xmlns:a16="http://schemas.microsoft.com/office/drawing/2014/main" id="{08BECB56-6E3C-4D05-9A54-43C763BAF1DE}"/>
              </a:ext>
            </a:extLst>
          </p:cNvPr>
          <p:cNvCxnSpPr>
            <a:cxnSpLocks noChangeShapeType="1"/>
            <a:stCxn id="513027" idx="5"/>
            <a:endCxn id="513038" idx="0"/>
          </p:cNvCxnSpPr>
          <p:nvPr/>
        </p:nvCxnSpPr>
        <p:spPr bwMode="auto">
          <a:xfrm>
            <a:off x="3983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40" name="Oval 16">
            <a:extLst>
              <a:ext uri="{FF2B5EF4-FFF2-40B4-BE49-F238E27FC236}">
                <a16:creationId xmlns:a16="http://schemas.microsoft.com/office/drawing/2014/main" id="{C75F1A87-6BB0-4091-9EA3-B22C980515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1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3041" name="AutoShape 17">
            <a:extLst>
              <a:ext uri="{FF2B5EF4-FFF2-40B4-BE49-F238E27FC236}">
                <a16:creationId xmlns:a16="http://schemas.microsoft.com/office/drawing/2014/main" id="{328413EB-CC14-40E4-BBFC-5199A090EC87}"/>
              </a:ext>
            </a:extLst>
          </p:cNvPr>
          <p:cNvCxnSpPr>
            <a:cxnSpLocks noChangeShapeType="1"/>
            <a:stCxn id="513029" idx="5"/>
            <a:endCxn id="513040" idx="0"/>
          </p:cNvCxnSpPr>
          <p:nvPr/>
        </p:nvCxnSpPr>
        <p:spPr bwMode="auto">
          <a:xfrm>
            <a:off x="782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42" name="Oval 18">
            <a:extLst>
              <a:ext uri="{FF2B5EF4-FFF2-40B4-BE49-F238E27FC236}">
                <a16:creationId xmlns:a16="http://schemas.microsoft.com/office/drawing/2014/main" id="{03E1B58A-3188-4580-BFEE-51DA68C9C0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8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3043" name="AutoShape 19">
            <a:extLst>
              <a:ext uri="{FF2B5EF4-FFF2-40B4-BE49-F238E27FC236}">
                <a16:creationId xmlns:a16="http://schemas.microsoft.com/office/drawing/2014/main" id="{963C50EB-E708-4896-95BF-6F0E636E48B9}"/>
              </a:ext>
            </a:extLst>
          </p:cNvPr>
          <p:cNvCxnSpPr>
            <a:cxnSpLocks noChangeShapeType="1"/>
            <a:stCxn id="513030" idx="3"/>
            <a:endCxn id="513042" idx="0"/>
          </p:cNvCxnSpPr>
          <p:nvPr/>
        </p:nvCxnSpPr>
        <p:spPr bwMode="auto">
          <a:xfrm flipH="1">
            <a:off x="2789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3044" name="Group 20">
            <a:extLst>
              <a:ext uri="{FF2B5EF4-FFF2-40B4-BE49-F238E27FC236}">
                <a16:creationId xmlns:a16="http://schemas.microsoft.com/office/drawing/2014/main" id="{FC0A5BC7-D649-4657-9A57-B7FDBC8C9D5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828800"/>
            <a:ext cx="4114800" cy="3079750"/>
            <a:chOff x="1632" y="1152"/>
            <a:chExt cx="2592" cy="1940"/>
          </a:xfrm>
        </p:grpSpPr>
        <p:sp>
          <p:nvSpPr>
            <p:cNvPr id="513045" name="Text Box 21">
              <a:extLst>
                <a:ext uri="{FF2B5EF4-FFF2-40B4-BE49-F238E27FC236}">
                  <a16:creationId xmlns:a16="http://schemas.microsoft.com/office/drawing/2014/main" id="{F83FAD19-F13E-4936-A903-BE21A3C7E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46" name="Text Box 22">
              <a:extLst>
                <a:ext uri="{FF2B5EF4-FFF2-40B4-BE49-F238E27FC236}">
                  <a16:creationId xmlns:a16="http://schemas.microsoft.com/office/drawing/2014/main" id="{A4EAAE7B-4933-4659-BE82-1F96FFDF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47" name="Text Box 23">
              <a:extLst>
                <a:ext uri="{FF2B5EF4-FFF2-40B4-BE49-F238E27FC236}">
                  <a16:creationId xmlns:a16="http://schemas.microsoft.com/office/drawing/2014/main" id="{DAC79278-9E1C-444C-97D9-33D80782F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48" name="Text Box 24">
              <a:extLst>
                <a:ext uri="{FF2B5EF4-FFF2-40B4-BE49-F238E27FC236}">
                  <a16:creationId xmlns:a16="http://schemas.microsoft.com/office/drawing/2014/main" id="{F576A5C9-1E27-4518-8072-6186FEBC4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49" name="Text Box 25">
              <a:extLst>
                <a:ext uri="{FF2B5EF4-FFF2-40B4-BE49-F238E27FC236}">
                  <a16:creationId xmlns:a16="http://schemas.microsoft.com/office/drawing/2014/main" id="{62EF67B7-014B-42F5-AF9F-D3D57DFE0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50" name="Text Box 26">
              <a:extLst>
                <a:ext uri="{FF2B5EF4-FFF2-40B4-BE49-F238E27FC236}">
                  <a16:creationId xmlns:a16="http://schemas.microsoft.com/office/drawing/2014/main" id="{A66E0E85-276B-44B4-B562-EAAAEC6CE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51" name="Text Box 27">
              <a:extLst>
                <a:ext uri="{FF2B5EF4-FFF2-40B4-BE49-F238E27FC236}">
                  <a16:creationId xmlns:a16="http://schemas.microsoft.com/office/drawing/2014/main" id="{CAD10FD9-00DC-49C0-A647-691558C8F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52" name="Text Box 28">
              <a:extLst>
                <a:ext uri="{FF2B5EF4-FFF2-40B4-BE49-F238E27FC236}">
                  <a16:creationId xmlns:a16="http://schemas.microsoft.com/office/drawing/2014/main" id="{1DB48FE0-644D-4372-8B9E-485F488AD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3053" name="Text Box 29">
              <a:extLst>
                <a:ext uri="{FF2B5EF4-FFF2-40B4-BE49-F238E27FC236}">
                  <a16:creationId xmlns:a16="http://schemas.microsoft.com/office/drawing/2014/main" id="{0DF2B490-4DE8-460A-9DD9-CDEC961C4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3054" name="Text Box 30">
              <a:extLst>
                <a:ext uri="{FF2B5EF4-FFF2-40B4-BE49-F238E27FC236}">
                  <a16:creationId xmlns:a16="http://schemas.microsoft.com/office/drawing/2014/main" id="{01DB38C1-9CA9-4D0E-8D54-CB0E57F50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55" name="Text Box 31">
              <a:extLst>
                <a:ext uri="{FF2B5EF4-FFF2-40B4-BE49-F238E27FC236}">
                  <a16:creationId xmlns:a16="http://schemas.microsoft.com/office/drawing/2014/main" id="{3B58796B-A31B-47B7-90A4-D240B40C9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3056" name="Oval 32">
            <a:extLst>
              <a:ext uri="{FF2B5EF4-FFF2-40B4-BE49-F238E27FC236}">
                <a16:creationId xmlns:a16="http://schemas.microsoft.com/office/drawing/2014/main" id="{7218CD56-AA1E-4E47-9496-DFD12B4B18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513057" name="AutoShape 33">
            <a:extLst>
              <a:ext uri="{FF2B5EF4-FFF2-40B4-BE49-F238E27FC236}">
                <a16:creationId xmlns:a16="http://schemas.microsoft.com/office/drawing/2014/main" id="{A32A16B9-A219-4A4C-B956-54CBEBB96D8F}"/>
              </a:ext>
            </a:extLst>
          </p:cNvPr>
          <p:cNvCxnSpPr>
            <a:cxnSpLocks noChangeShapeType="1"/>
            <a:stCxn id="513038" idx="5"/>
            <a:endCxn id="513056" idx="0"/>
          </p:cNvCxnSpPr>
          <p:nvPr/>
        </p:nvCxnSpPr>
        <p:spPr bwMode="auto">
          <a:xfrm>
            <a:off x="4249738" y="5145088"/>
            <a:ext cx="1317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58" name="Text Box 34">
            <a:extLst>
              <a:ext uri="{FF2B5EF4-FFF2-40B4-BE49-F238E27FC236}">
                <a16:creationId xmlns:a16="http://schemas.microsoft.com/office/drawing/2014/main" id="{ABB541BE-EAD9-4906-B552-349FBB076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3059" name="Oval 35">
            <a:extLst>
              <a:ext uri="{FF2B5EF4-FFF2-40B4-BE49-F238E27FC236}">
                <a16:creationId xmlns:a16="http://schemas.microsoft.com/office/drawing/2014/main" id="{1780039F-7B20-47B9-8D42-2A03647BBE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3060" name="AutoShape 36">
            <a:extLst>
              <a:ext uri="{FF2B5EF4-FFF2-40B4-BE49-F238E27FC236}">
                <a16:creationId xmlns:a16="http://schemas.microsoft.com/office/drawing/2014/main" id="{C1F8AB72-AFCB-4C4D-89C3-A9C57F2BBDE6}"/>
              </a:ext>
            </a:extLst>
          </p:cNvPr>
          <p:cNvCxnSpPr>
            <a:cxnSpLocks noChangeShapeType="1"/>
            <a:stCxn id="513038" idx="3"/>
            <a:endCxn id="513059" idx="0"/>
          </p:cNvCxnSpPr>
          <p:nvPr/>
        </p:nvCxnSpPr>
        <p:spPr bwMode="auto">
          <a:xfrm flipH="1">
            <a:off x="3771900" y="5145088"/>
            <a:ext cx="2079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61" name="Text Box 37">
            <a:extLst>
              <a:ext uri="{FF2B5EF4-FFF2-40B4-BE49-F238E27FC236}">
                <a16:creationId xmlns:a16="http://schemas.microsoft.com/office/drawing/2014/main" id="{42E171C5-5455-4D50-8C6A-5A72D69E3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3062" name="AutoShape 38">
            <a:extLst>
              <a:ext uri="{FF2B5EF4-FFF2-40B4-BE49-F238E27FC236}">
                <a16:creationId xmlns:a16="http://schemas.microsoft.com/office/drawing/2014/main" id="{2C8B4D5E-1CCD-48EF-A7C6-9BB452D7992D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505200" y="27432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063" name="Oval 39">
            <a:extLst>
              <a:ext uri="{FF2B5EF4-FFF2-40B4-BE49-F238E27FC236}">
                <a16:creationId xmlns:a16="http://schemas.microsoft.com/office/drawing/2014/main" id="{461DD835-4999-44A8-B740-A541813DAF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29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13064" name="Oval 40">
            <a:extLst>
              <a:ext uri="{FF2B5EF4-FFF2-40B4-BE49-F238E27FC236}">
                <a16:creationId xmlns:a16="http://schemas.microsoft.com/office/drawing/2014/main" id="{0A60BF7E-2E17-47FE-B8C0-776315BDEA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3065" name="Oval 41">
            <a:extLst>
              <a:ext uri="{FF2B5EF4-FFF2-40B4-BE49-F238E27FC236}">
                <a16:creationId xmlns:a16="http://schemas.microsoft.com/office/drawing/2014/main" id="{89DBCA60-7B4C-482C-9363-3C5FA1341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3066" name="Oval 42">
            <a:extLst>
              <a:ext uri="{FF2B5EF4-FFF2-40B4-BE49-F238E27FC236}">
                <a16:creationId xmlns:a16="http://schemas.microsoft.com/office/drawing/2014/main" id="{097DC0AF-5CF9-4183-AA81-DDF6F886F4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96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13067" name="Oval 43">
            <a:extLst>
              <a:ext uri="{FF2B5EF4-FFF2-40B4-BE49-F238E27FC236}">
                <a16:creationId xmlns:a16="http://schemas.microsoft.com/office/drawing/2014/main" id="{76FFC517-AA22-4BEE-9164-96559E1179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2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3068" name="Oval 44">
            <a:extLst>
              <a:ext uri="{FF2B5EF4-FFF2-40B4-BE49-F238E27FC236}">
                <a16:creationId xmlns:a16="http://schemas.microsoft.com/office/drawing/2014/main" id="{059BE0A9-ED3D-45EE-8448-47BAB87DC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3069" name="AutoShape 45">
            <a:extLst>
              <a:ext uri="{FF2B5EF4-FFF2-40B4-BE49-F238E27FC236}">
                <a16:creationId xmlns:a16="http://schemas.microsoft.com/office/drawing/2014/main" id="{0CF92196-F84F-4624-A9F9-C6791E8F12F3}"/>
              </a:ext>
            </a:extLst>
          </p:cNvPr>
          <p:cNvCxnSpPr>
            <a:cxnSpLocks noChangeShapeType="1"/>
            <a:stCxn id="513068" idx="3"/>
            <a:endCxn id="513067" idx="0"/>
          </p:cNvCxnSpPr>
          <p:nvPr/>
        </p:nvCxnSpPr>
        <p:spPr bwMode="auto">
          <a:xfrm flipH="1">
            <a:off x="5753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0" name="AutoShape 46">
            <a:extLst>
              <a:ext uri="{FF2B5EF4-FFF2-40B4-BE49-F238E27FC236}">
                <a16:creationId xmlns:a16="http://schemas.microsoft.com/office/drawing/2014/main" id="{335F86BA-4752-47D3-B047-505B0014C5B0}"/>
              </a:ext>
            </a:extLst>
          </p:cNvPr>
          <p:cNvCxnSpPr>
            <a:cxnSpLocks noChangeShapeType="1"/>
            <a:stCxn id="513068" idx="5"/>
            <a:endCxn id="513066" idx="0"/>
          </p:cNvCxnSpPr>
          <p:nvPr/>
        </p:nvCxnSpPr>
        <p:spPr bwMode="auto">
          <a:xfrm>
            <a:off x="6954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1" name="AutoShape 47">
            <a:extLst>
              <a:ext uri="{FF2B5EF4-FFF2-40B4-BE49-F238E27FC236}">
                <a16:creationId xmlns:a16="http://schemas.microsoft.com/office/drawing/2014/main" id="{E2A806FC-3BFD-49F9-BC7F-46EB49E9DEBA}"/>
              </a:ext>
            </a:extLst>
          </p:cNvPr>
          <p:cNvCxnSpPr>
            <a:cxnSpLocks noChangeShapeType="1"/>
            <a:stCxn id="513066" idx="5"/>
            <a:endCxn id="513063" idx="0"/>
          </p:cNvCxnSpPr>
          <p:nvPr/>
        </p:nvCxnSpPr>
        <p:spPr bwMode="auto">
          <a:xfrm>
            <a:off x="8021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2" name="AutoShape 48">
            <a:extLst>
              <a:ext uri="{FF2B5EF4-FFF2-40B4-BE49-F238E27FC236}">
                <a16:creationId xmlns:a16="http://schemas.microsoft.com/office/drawing/2014/main" id="{F83A2610-3EF4-40F0-8C3F-4C0C0D20F4C3}"/>
              </a:ext>
            </a:extLst>
          </p:cNvPr>
          <p:cNvCxnSpPr>
            <a:cxnSpLocks noChangeShapeType="1"/>
            <a:stCxn id="513067" idx="3"/>
            <a:endCxn id="513065" idx="0"/>
          </p:cNvCxnSpPr>
          <p:nvPr/>
        </p:nvCxnSpPr>
        <p:spPr bwMode="auto">
          <a:xfrm flipH="1">
            <a:off x="5219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3" name="AutoShape 49">
            <a:extLst>
              <a:ext uri="{FF2B5EF4-FFF2-40B4-BE49-F238E27FC236}">
                <a16:creationId xmlns:a16="http://schemas.microsoft.com/office/drawing/2014/main" id="{D0FE769E-00B9-40B5-AEBE-A3FED70A867C}"/>
              </a:ext>
            </a:extLst>
          </p:cNvPr>
          <p:cNvCxnSpPr>
            <a:cxnSpLocks noChangeShapeType="1"/>
            <a:stCxn id="513067" idx="5"/>
            <a:endCxn id="513064" idx="0"/>
          </p:cNvCxnSpPr>
          <p:nvPr/>
        </p:nvCxnSpPr>
        <p:spPr bwMode="auto">
          <a:xfrm>
            <a:off x="5888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74" name="Oval 50">
            <a:extLst>
              <a:ext uri="{FF2B5EF4-FFF2-40B4-BE49-F238E27FC236}">
                <a16:creationId xmlns:a16="http://schemas.microsoft.com/office/drawing/2014/main" id="{D0182599-41EC-4E79-8688-35904EB94B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96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513075" name="AutoShape 51">
            <a:extLst>
              <a:ext uri="{FF2B5EF4-FFF2-40B4-BE49-F238E27FC236}">
                <a16:creationId xmlns:a16="http://schemas.microsoft.com/office/drawing/2014/main" id="{572C42B0-CEA9-403B-B3D5-E9FDE469B5E2}"/>
              </a:ext>
            </a:extLst>
          </p:cNvPr>
          <p:cNvCxnSpPr>
            <a:cxnSpLocks noChangeShapeType="1"/>
            <a:stCxn id="513063" idx="5"/>
            <a:endCxn id="513074" idx="0"/>
          </p:cNvCxnSpPr>
          <p:nvPr/>
        </p:nvCxnSpPr>
        <p:spPr bwMode="auto">
          <a:xfrm>
            <a:off x="8555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76" name="Oval 52">
            <a:extLst>
              <a:ext uri="{FF2B5EF4-FFF2-40B4-BE49-F238E27FC236}">
                <a16:creationId xmlns:a16="http://schemas.microsoft.com/office/drawing/2014/main" id="{B5FA9350-87D4-49B7-A1E2-D6228F216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83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3077" name="AutoShape 53">
            <a:extLst>
              <a:ext uri="{FF2B5EF4-FFF2-40B4-BE49-F238E27FC236}">
                <a16:creationId xmlns:a16="http://schemas.microsoft.com/office/drawing/2014/main" id="{3F490D7F-D77A-4059-97B5-16F72E9E0DDE}"/>
              </a:ext>
            </a:extLst>
          </p:cNvPr>
          <p:cNvCxnSpPr>
            <a:cxnSpLocks noChangeShapeType="1"/>
            <a:stCxn id="513065" idx="5"/>
            <a:endCxn id="513076" idx="0"/>
          </p:cNvCxnSpPr>
          <p:nvPr/>
        </p:nvCxnSpPr>
        <p:spPr bwMode="auto">
          <a:xfrm>
            <a:off x="5354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78" name="Oval 54">
            <a:extLst>
              <a:ext uri="{FF2B5EF4-FFF2-40B4-BE49-F238E27FC236}">
                <a16:creationId xmlns:a16="http://schemas.microsoft.com/office/drawing/2014/main" id="{36D22393-746F-43BD-9324-56C221A5A2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70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513079" name="AutoShape 55">
            <a:extLst>
              <a:ext uri="{FF2B5EF4-FFF2-40B4-BE49-F238E27FC236}">
                <a16:creationId xmlns:a16="http://schemas.microsoft.com/office/drawing/2014/main" id="{F5F11EE6-F05F-4011-8D79-24C729D8E81F}"/>
              </a:ext>
            </a:extLst>
          </p:cNvPr>
          <p:cNvCxnSpPr>
            <a:cxnSpLocks noChangeShapeType="1"/>
            <a:stCxn id="513066" idx="3"/>
            <a:endCxn id="513078" idx="0"/>
          </p:cNvCxnSpPr>
          <p:nvPr/>
        </p:nvCxnSpPr>
        <p:spPr bwMode="auto">
          <a:xfrm flipH="1">
            <a:off x="7361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3080" name="Group 56">
            <a:extLst>
              <a:ext uri="{FF2B5EF4-FFF2-40B4-BE49-F238E27FC236}">
                <a16:creationId xmlns:a16="http://schemas.microsoft.com/office/drawing/2014/main" id="{8FF26984-D6CA-4839-B700-F9E69F009737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828800"/>
            <a:ext cx="4114800" cy="3079750"/>
            <a:chOff x="1632" y="1152"/>
            <a:chExt cx="2592" cy="1940"/>
          </a:xfrm>
        </p:grpSpPr>
        <p:sp>
          <p:nvSpPr>
            <p:cNvPr id="513081" name="Text Box 57">
              <a:extLst>
                <a:ext uri="{FF2B5EF4-FFF2-40B4-BE49-F238E27FC236}">
                  <a16:creationId xmlns:a16="http://schemas.microsoft.com/office/drawing/2014/main" id="{7FB9483A-C418-481A-93CC-ABC1BCC72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82" name="Text Box 58">
              <a:extLst>
                <a:ext uri="{FF2B5EF4-FFF2-40B4-BE49-F238E27FC236}">
                  <a16:creationId xmlns:a16="http://schemas.microsoft.com/office/drawing/2014/main" id="{1F9FE924-504A-428F-9C53-B33340BDC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83" name="Text Box 59">
              <a:extLst>
                <a:ext uri="{FF2B5EF4-FFF2-40B4-BE49-F238E27FC236}">
                  <a16:creationId xmlns:a16="http://schemas.microsoft.com/office/drawing/2014/main" id="{FFFD17E8-3C1F-45A0-9FC1-B65986BD0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" y="2842"/>
              <a:ext cx="3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0</a:t>
              </a:r>
            </a:p>
          </p:txBody>
        </p:sp>
        <p:sp>
          <p:nvSpPr>
            <p:cNvPr id="513084" name="Text Box 60">
              <a:extLst>
                <a:ext uri="{FF2B5EF4-FFF2-40B4-BE49-F238E27FC236}">
                  <a16:creationId xmlns:a16="http://schemas.microsoft.com/office/drawing/2014/main" id="{824D598C-D103-4B41-B59B-28E9E3278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85" name="Text Box 61">
              <a:extLst>
                <a:ext uri="{FF2B5EF4-FFF2-40B4-BE49-F238E27FC236}">
                  <a16:creationId xmlns:a16="http://schemas.microsoft.com/office/drawing/2014/main" id="{61084ADF-C35E-48E8-A92B-55A39352B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86" name="Text Box 62">
              <a:extLst>
                <a:ext uri="{FF2B5EF4-FFF2-40B4-BE49-F238E27FC236}">
                  <a16:creationId xmlns:a16="http://schemas.microsoft.com/office/drawing/2014/main" id="{1878DCD1-A3AF-4F18-B5EE-D701235F1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87" name="Text Box 63">
              <a:extLst>
                <a:ext uri="{FF2B5EF4-FFF2-40B4-BE49-F238E27FC236}">
                  <a16:creationId xmlns:a16="http://schemas.microsoft.com/office/drawing/2014/main" id="{44EFBC47-085B-4206-9AEE-5C43CB0C8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88" name="Text Box 64">
              <a:extLst>
                <a:ext uri="{FF2B5EF4-FFF2-40B4-BE49-F238E27FC236}">
                  <a16:creationId xmlns:a16="http://schemas.microsoft.com/office/drawing/2014/main" id="{FE626D7E-AD32-4B32-89BA-ADBB4F24C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89" name="Text Box 65">
              <a:extLst>
                <a:ext uri="{FF2B5EF4-FFF2-40B4-BE49-F238E27FC236}">
                  <a16:creationId xmlns:a16="http://schemas.microsoft.com/office/drawing/2014/main" id="{E63C37A0-8719-4216-9D76-391B404F1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3090" name="Text Box 66">
              <a:extLst>
                <a:ext uri="{FF2B5EF4-FFF2-40B4-BE49-F238E27FC236}">
                  <a16:creationId xmlns:a16="http://schemas.microsoft.com/office/drawing/2014/main" id="{E5DE0295-B926-4BEF-ADCC-2838BC44C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91" name="Text Box 67">
              <a:extLst>
                <a:ext uri="{FF2B5EF4-FFF2-40B4-BE49-F238E27FC236}">
                  <a16:creationId xmlns:a16="http://schemas.microsoft.com/office/drawing/2014/main" id="{F6BE2A99-FF8B-4BE7-9178-250B982EC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3092" name="Oval 68">
            <a:extLst>
              <a:ext uri="{FF2B5EF4-FFF2-40B4-BE49-F238E27FC236}">
                <a16:creationId xmlns:a16="http://schemas.microsoft.com/office/drawing/2014/main" id="{B3F91AF6-F513-4AE9-B9ED-FCA437B25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625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3093" name="AutoShape 69">
            <a:extLst>
              <a:ext uri="{FF2B5EF4-FFF2-40B4-BE49-F238E27FC236}">
                <a16:creationId xmlns:a16="http://schemas.microsoft.com/office/drawing/2014/main" id="{98566DE8-94E4-420D-93B2-1354ACD7104D}"/>
              </a:ext>
            </a:extLst>
          </p:cNvPr>
          <p:cNvCxnSpPr>
            <a:cxnSpLocks noChangeShapeType="1"/>
            <a:stCxn id="513078" idx="3"/>
            <a:endCxn id="513092" idx="0"/>
          </p:cNvCxnSpPr>
          <p:nvPr/>
        </p:nvCxnSpPr>
        <p:spPr bwMode="auto">
          <a:xfrm flipH="1">
            <a:off x="7016750" y="4254500"/>
            <a:ext cx="20955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94" name="Text Box 70">
            <a:extLst>
              <a:ext uri="{FF2B5EF4-FFF2-40B4-BE49-F238E27FC236}">
                <a16:creationId xmlns:a16="http://schemas.microsoft.com/office/drawing/2014/main" id="{2C4B4725-791D-4DFF-ADB2-270530796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3095" name="Oval 71">
            <a:extLst>
              <a:ext uri="{FF2B5EF4-FFF2-40B4-BE49-F238E27FC236}">
                <a16:creationId xmlns:a16="http://schemas.microsoft.com/office/drawing/2014/main" id="{F3CF5371-D6CF-440C-B8DB-B5BD051AF5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629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3096" name="AutoShape 72">
            <a:extLst>
              <a:ext uri="{FF2B5EF4-FFF2-40B4-BE49-F238E27FC236}">
                <a16:creationId xmlns:a16="http://schemas.microsoft.com/office/drawing/2014/main" id="{1C189581-C296-43FB-AC71-30ACDBD3EEE2}"/>
              </a:ext>
            </a:extLst>
          </p:cNvPr>
          <p:cNvCxnSpPr>
            <a:cxnSpLocks noChangeShapeType="1"/>
            <a:stCxn id="513063" idx="3"/>
            <a:endCxn id="513095" idx="0"/>
          </p:cNvCxnSpPr>
          <p:nvPr/>
        </p:nvCxnSpPr>
        <p:spPr bwMode="auto">
          <a:xfrm flipH="1">
            <a:off x="8153400" y="4256088"/>
            <a:ext cx="131763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97" name="AutoShape 73">
            <a:extLst>
              <a:ext uri="{FF2B5EF4-FFF2-40B4-BE49-F238E27FC236}">
                <a16:creationId xmlns:a16="http://schemas.microsoft.com/office/drawing/2014/main" id="{941D4F2A-905B-44E4-AA6D-A85C3048A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3063875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3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3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3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3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13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3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3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3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3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13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3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3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13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13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13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13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1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13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3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3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13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13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13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130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13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3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13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3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13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13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13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13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13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13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130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13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130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13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5130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13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13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130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1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1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130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130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13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13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130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13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13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13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13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3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13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1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1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13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13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13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13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13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13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13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13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13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13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130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1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1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1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1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1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1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1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1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51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1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1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1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1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1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1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1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1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13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1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1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1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1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1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13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1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1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130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1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1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130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13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13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5130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3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1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130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1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1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6" grpId="0"/>
      <p:bldP spid="513027" grpId="0" animBg="1"/>
      <p:bldP spid="513028" grpId="0" animBg="1"/>
      <p:bldP spid="513029" grpId="0" animBg="1"/>
      <p:bldP spid="513030" grpId="0" animBg="1"/>
      <p:bldP spid="513031" grpId="0" animBg="1"/>
      <p:bldP spid="513032" grpId="0" animBg="1"/>
      <p:bldP spid="513038" grpId="0" animBg="1"/>
      <p:bldP spid="513040" grpId="0" animBg="1"/>
      <p:bldP spid="513042" grpId="0" animBg="1"/>
      <p:bldP spid="513056" grpId="0" animBg="1"/>
      <p:bldP spid="513058" grpId="0"/>
      <p:bldP spid="513059" grpId="0" animBg="1"/>
      <p:bldP spid="513061" grpId="0"/>
      <p:bldP spid="513062" grpId="0" animBg="1"/>
      <p:bldP spid="513063" grpId="0" animBg="1"/>
      <p:bldP spid="513064" grpId="0" animBg="1"/>
      <p:bldP spid="513065" grpId="0" animBg="1"/>
      <p:bldP spid="513066" grpId="0" animBg="1"/>
      <p:bldP spid="513067" grpId="0" animBg="1"/>
      <p:bldP spid="513068" grpId="0" animBg="1"/>
      <p:bldP spid="513074" grpId="0" animBg="1"/>
      <p:bldP spid="513076" grpId="0" animBg="1"/>
      <p:bldP spid="513078" grpId="0" animBg="1"/>
      <p:bldP spid="513092" grpId="0" animBg="1"/>
      <p:bldP spid="513094" grpId="0"/>
      <p:bldP spid="513095" grpId="0" animBg="1"/>
      <p:bldP spid="51309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>
            <a:extLst>
              <a:ext uri="{FF2B5EF4-FFF2-40B4-BE49-F238E27FC236}">
                <a16:creationId xmlns:a16="http://schemas.microsoft.com/office/drawing/2014/main" id="{8F18181B-666A-41B4-8B10-7B948E807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Insert Algorithm Revisited</a:t>
            </a:r>
          </a:p>
        </p:txBody>
      </p:sp>
      <p:sp>
        <p:nvSpPr>
          <p:cNvPr id="51507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C7ACA1-6AE6-4BDD-B8FE-F6286BDB20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3810000" cy="4114800"/>
          </a:xfrm>
        </p:spPr>
        <p:txBody>
          <a:bodyPr/>
          <a:lstStyle/>
          <a:p>
            <a:r>
              <a:rPr lang="en-US" altLang="en-US" sz="2400" dirty="0"/>
              <a:t>Recursive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1. Search downward for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spot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2. Insert node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3. Unwind stack,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correcting heights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</a:t>
            </a:r>
          </a:p>
        </p:txBody>
      </p:sp>
      <p:sp>
        <p:nvSpPr>
          <p:cNvPr id="515076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7F097E1-3465-4282-A457-11EEF22774A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828800"/>
            <a:ext cx="3810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Iterative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1. Search downward for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spot,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stacking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parent nodes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2. Insert node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3. Unwind stack,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correcting heights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exit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exit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5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4" grpId="0"/>
      <p:bldP spid="515075" grpId="0" build="p"/>
      <p:bldP spid="51507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>
            <a:extLst>
              <a:ext uri="{FF2B5EF4-FFF2-40B4-BE49-F238E27FC236}">
                <a16:creationId xmlns:a16="http://schemas.microsoft.com/office/drawing/2014/main" id="{A13A332C-D13B-45CC-8A70-FF58F7031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Single Rotation Code</a:t>
            </a:r>
          </a:p>
        </p:txBody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533DC361-84B9-41C2-B978-2FE0EA7D8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4648200" cy="4038600"/>
          </a:xfrm>
          <a:solidFill>
            <a:schemeClr val="accent2">
              <a:alpha val="50000"/>
            </a:schemeClr>
          </a:solidFill>
          <a:ln/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RotateRight</a:t>
            </a:r>
            <a:r>
              <a:rPr lang="en-US" altLang="en-US" sz="1800" b="1" dirty="0">
                <a:latin typeface="Courier New" panose="02070309020205020404" pitchFamily="49" charset="0"/>
              </a:rPr>
              <a:t>(Node *&amp; root) {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Node * temp = root-&gt;right;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root-&gt;right = temp-&gt;left;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temp-&gt;left = root;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root-&gt;height =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max(root-&gt;right-&gt;height,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 root-&gt;left-&gt;height) + 1;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temp-&gt;height =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max(temp-&gt;right-&gt;height,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 temp-&gt;left-&gt;height) + 1; 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root = temp;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379923" name="Group 19">
            <a:extLst>
              <a:ext uri="{FF2B5EF4-FFF2-40B4-BE49-F238E27FC236}">
                <a16:creationId xmlns:a16="http://schemas.microsoft.com/office/drawing/2014/main" id="{C9F25EFF-44B2-4385-967E-0FBB548E11C1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905000"/>
            <a:ext cx="2695575" cy="2667000"/>
            <a:chOff x="3733" y="1657"/>
            <a:chExt cx="1449" cy="1440"/>
          </a:xfrm>
        </p:grpSpPr>
        <p:cxnSp>
          <p:nvCxnSpPr>
            <p:cNvPr id="379909" name="AutoShape 5">
              <a:extLst>
                <a:ext uri="{FF2B5EF4-FFF2-40B4-BE49-F238E27FC236}">
                  <a16:creationId xmlns:a16="http://schemas.microsoft.com/office/drawing/2014/main" id="{3A7A1948-14E7-4EAA-9FFD-55C80E81E6DF}"/>
                </a:ext>
              </a:extLst>
            </p:cNvPr>
            <p:cNvCxnSpPr>
              <a:cxnSpLocks noChangeShapeType="1"/>
              <a:stCxn id="379910" idx="3"/>
              <a:endCxn id="379914" idx="0"/>
            </p:cNvCxnSpPr>
            <p:nvPr/>
          </p:nvCxnSpPr>
          <p:spPr bwMode="auto">
            <a:xfrm>
              <a:off x="4383" y="1882"/>
              <a:ext cx="351" cy="2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0" name="Oval 6">
              <a:extLst>
                <a:ext uri="{FF2B5EF4-FFF2-40B4-BE49-F238E27FC236}">
                  <a16:creationId xmlns:a16="http://schemas.microsoft.com/office/drawing/2014/main" id="{94803869-14E8-495D-97DD-6210DB0269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251" y="1739"/>
              <a:ext cx="155" cy="16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79911" name="AutoShape 7">
              <a:extLst>
                <a:ext uri="{FF2B5EF4-FFF2-40B4-BE49-F238E27FC236}">
                  <a16:creationId xmlns:a16="http://schemas.microsoft.com/office/drawing/2014/main" id="{6D9DB757-A079-48F2-AE4F-405D2A6E9A7A}"/>
                </a:ext>
              </a:extLst>
            </p:cNvPr>
            <p:cNvCxnSpPr>
              <a:cxnSpLocks noChangeShapeType="1"/>
              <a:stCxn id="379910" idx="5"/>
              <a:endCxn id="379912" idx="0"/>
            </p:cNvCxnSpPr>
            <p:nvPr/>
          </p:nvCxnSpPr>
          <p:spPr bwMode="auto">
            <a:xfrm flipH="1">
              <a:off x="3927" y="1882"/>
              <a:ext cx="346" cy="2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2" name="AutoShape 8">
              <a:extLst>
                <a:ext uri="{FF2B5EF4-FFF2-40B4-BE49-F238E27FC236}">
                  <a16:creationId xmlns:a16="http://schemas.microsoft.com/office/drawing/2014/main" id="{CCB83093-5F61-4672-8B4B-DA1FE887CE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33" y="2112"/>
              <a:ext cx="388" cy="26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79913" name="AutoShape 9">
              <a:extLst>
                <a:ext uri="{FF2B5EF4-FFF2-40B4-BE49-F238E27FC236}">
                  <a16:creationId xmlns:a16="http://schemas.microsoft.com/office/drawing/2014/main" id="{C6531517-1D42-4595-81E5-4F9B04A96F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16" y="2485"/>
              <a:ext cx="388" cy="26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79914" name="Oval 10">
              <a:extLst>
                <a:ext uri="{FF2B5EF4-FFF2-40B4-BE49-F238E27FC236}">
                  <a16:creationId xmlns:a16="http://schemas.microsoft.com/office/drawing/2014/main" id="{56BDB986-836B-45A1-B942-7FB88D8B70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656" y="2112"/>
              <a:ext cx="156" cy="16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79915" name="AutoShape 11">
              <a:extLst>
                <a:ext uri="{FF2B5EF4-FFF2-40B4-BE49-F238E27FC236}">
                  <a16:creationId xmlns:a16="http://schemas.microsoft.com/office/drawing/2014/main" id="{C3416A84-61CA-4C9F-A079-2B4E9DE99D73}"/>
                </a:ext>
              </a:extLst>
            </p:cNvPr>
            <p:cNvCxnSpPr>
              <a:cxnSpLocks noChangeShapeType="1"/>
              <a:stCxn id="379914" idx="5"/>
              <a:endCxn id="379913" idx="0"/>
            </p:cNvCxnSpPr>
            <p:nvPr/>
          </p:nvCxnSpPr>
          <p:spPr bwMode="auto">
            <a:xfrm flipH="1">
              <a:off x="4510" y="2254"/>
              <a:ext cx="169" cy="2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6" name="AutoShape 12">
              <a:extLst>
                <a:ext uri="{FF2B5EF4-FFF2-40B4-BE49-F238E27FC236}">
                  <a16:creationId xmlns:a16="http://schemas.microsoft.com/office/drawing/2014/main" id="{A1E587DF-6F28-4B80-AF02-C8CA2A8DEF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769" y="2485"/>
              <a:ext cx="388" cy="612"/>
            </a:xfrm>
            <a:prstGeom prst="triangle">
              <a:avLst>
                <a:gd name="adj" fmla="val 50000"/>
              </a:avLst>
            </a:prstGeom>
            <a:solidFill>
              <a:srgbClr val="FF919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cxnSp>
          <p:nvCxnSpPr>
            <p:cNvPr id="379917" name="AutoShape 13">
              <a:extLst>
                <a:ext uri="{FF2B5EF4-FFF2-40B4-BE49-F238E27FC236}">
                  <a16:creationId xmlns:a16="http://schemas.microsoft.com/office/drawing/2014/main" id="{77F2EBEE-90C5-4359-A2B8-6EAC2F9295FB}"/>
                </a:ext>
              </a:extLst>
            </p:cNvPr>
            <p:cNvCxnSpPr>
              <a:cxnSpLocks noChangeShapeType="1"/>
              <a:stCxn id="379914" idx="3"/>
              <a:endCxn id="379916" idx="0"/>
            </p:cNvCxnSpPr>
            <p:nvPr/>
          </p:nvCxnSpPr>
          <p:spPr bwMode="auto">
            <a:xfrm>
              <a:off x="4789" y="2254"/>
              <a:ext cx="174" cy="2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8" name="Text Box 14">
              <a:extLst>
                <a:ext uri="{FF2B5EF4-FFF2-40B4-BE49-F238E27FC236}">
                  <a16:creationId xmlns:a16="http://schemas.microsoft.com/office/drawing/2014/main" id="{7C6E4942-19B3-4281-B76D-31C2D3250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5" y="1657"/>
              <a:ext cx="392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800" b="1">
                  <a:solidFill>
                    <a:schemeClr val="tx1"/>
                  </a:solidFill>
                  <a:latin typeface="Courier New" panose="02070309020205020404" pitchFamily="49" charset="0"/>
                </a:rPr>
                <a:t>root</a:t>
              </a:r>
            </a:p>
          </p:txBody>
        </p:sp>
        <p:sp>
          <p:nvSpPr>
            <p:cNvPr id="379919" name="Text Box 15">
              <a:extLst>
                <a:ext uri="{FF2B5EF4-FFF2-40B4-BE49-F238E27FC236}">
                  <a16:creationId xmlns:a16="http://schemas.microsoft.com/office/drawing/2014/main" id="{C37F12B4-1658-4791-8C48-A01E2F2B2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" y="1993"/>
              <a:ext cx="393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800" b="1">
                  <a:solidFill>
                    <a:schemeClr val="tx1"/>
                  </a:solidFill>
                  <a:latin typeface="Courier New" panose="02070309020205020404" pitchFamily="49" charset="0"/>
                </a:rPr>
                <a:t>temp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99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799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9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79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6" grpId="0"/>
      <p:bldP spid="379907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>
            <a:extLst>
              <a:ext uri="{FF2B5EF4-FFF2-40B4-BE49-F238E27FC236}">
                <a16:creationId xmlns:a16="http://schemas.microsoft.com/office/drawing/2014/main" id="{C1C902C7-8BAD-46F2-83F3-3FF44CC87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Double Rotation Code</a:t>
            </a: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ACEC3E5A-6921-45C8-9BD4-2B2F8818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5410200" cy="1295400"/>
          </a:xfrm>
          <a:solidFill>
            <a:schemeClr val="accent2">
              <a:alpha val="50000"/>
            </a:schemeClr>
          </a:solidFill>
          <a:ln/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DoubleRotateRight</a:t>
            </a:r>
            <a:r>
              <a:rPr lang="en-US" altLang="en-US" sz="1800" b="1" dirty="0">
                <a:latin typeface="Courier New" panose="02070309020205020404" pitchFamily="49" charset="0"/>
              </a:rPr>
              <a:t>(Node *&amp; root) {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RotateLeft</a:t>
            </a:r>
            <a:r>
              <a:rPr lang="en-US" altLang="en-US" sz="1800" b="1" dirty="0">
                <a:latin typeface="Courier New" panose="02070309020205020404" pitchFamily="49" charset="0"/>
              </a:rPr>
              <a:t>(root-&gt;right);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RotateRight</a:t>
            </a:r>
            <a:r>
              <a:rPr lang="en-US" altLang="en-US" sz="1800" b="1" dirty="0">
                <a:latin typeface="Courier New" panose="02070309020205020404" pitchFamily="49" charset="0"/>
              </a:rPr>
              <a:t>(root);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81956" name="AutoShape 4">
            <a:extLst>
              <a:ext uri="{FF2B5EF4-FFF2-40B4-BE49-F238E27FC236}">
                <a16:creationId xmlns:a16="http://schemas.microsoft.com/office/drawing/2014/main" id="{DAAC291A-6179-44FE-B6C8-110F5AA550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59238" y="4175125"/>
            <a:ext cx="687387" cy="231775"/>
          </a:xfrm>
          <a:prstGeom prst="rightArrow">
            <a:avLst>
              <a:gd name="adj1" fmla="val 50000"/>
              <a:gd name="adj2" fmla="val 7414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1957" name="Group 5">
            <a:extLst>
              <a:ext uri="{FF2B5EF4-FFF2-40B4-BE49-F238E27FC236}">
                <a16:creationId xmlns:a16="http://schemas.microsoft.com/office/drawing/2014/main" id="{65CB520E-C875-428E-ADD1-74C0C67B414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85800" y="3309938"/>
            <a:ext cx="3556000" cy="3001962"/>
            <a:chOff x="80" y="1840"/>
            <a:chExt cx="2648" cy="2374"/>
          </a:xfrm>
        </p:grpSpPr>
        <p:cxnSp>
          <p:nvCxnSpPr>
            <p:cNvPr id="381958" name="AutoShape 6">
              <a:extLst>
                <a:ext uri="{FF2B5EF4-FFF2-40B4-BE49-F238E27FC236}">
                  <a16:creationId xmlns:a16="http://schemas.microsoft.com/office/drawing/2014/main" id="{99088AFA-415E-4408-B8E5-2BF7D05047C8}"/>
                </a:ext>
              </a:extLst>
            </p:cNvPr>
            <p:cNvCxnSpPr>
              <a:cxnSpLocks noChangeShapeType="1"/>
              <a:stCxn id="381959" idx="3"/>
              <a:endCxn id="381962" idx="0"/>
            </p:cNvCxnSpPr>
            <p:nvPr/>
          </p:nvCxnSpPr>
          <p:spPr bwMode="auto">
            <a:xfrm flipH="1">
              <a:off x="1008" y="2085"/>
              <a:ext cx="618" cy="200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59" name="Oval 7">
              <a:extLst>
                <a:ext uri="{FF2B5EF4-FFF2-40B4-BE49-F238E27FC236}">
                  <a16:creationId xmlns:a16="http://schemas.microsoft.com/office/drawing/2014/main" id="{9F9D790D-BAEE-439D-9832-E2C0ABDA22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7" y="1840"/>
              <a:ext cx="273" cy="2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81960" name="AutoShape 8">
              <a:extLst>
                <a:ext uri="{FF2B5EF4-FFF2-40B4-BE49-F238E27FC236}">
                  <a16:creationId xmlns:a16="http://schemas.microsoft.com/office/drawing/2014/main" id="{DA2642DE-AD13-4B94-9666-F5F419857877}"/>
                </a:ext>
              </a:extLst>
            </p:cNvPr>
            <p:cNvCxnSpPr>
              <a:cxnSpLocks noChangeShapeType="1"/>
              <a:stCxn id="381959" idx="5"/>
              <a:endCxn id="381961" idx="0"/>
            </p:cNvCxnSpPr>
            <p:nvPr/>
          </p:nvCxnSpPr>
          <p:spPr bwMode="auto">
            <a:xfrm>
              <a:off x="1820" y="2085"/>
              <a:ext cx="565" cy="2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1" name="AutoShape 9">
              <a:extLst>
                <a:ext uri="{FF2B5EF4-FFF2-40B4-BE49-F238E27FC236}">
                  <a16:creationId xmlns:a16="http://schemas.microsoft.com/office/drawing/2014/main" id="{A1E1517B-2F73-4AAF-94F9-91B023F78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2342"/>
              <a:ext cx="685" cy="86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81962" name="Oval 10">
              <a:extLst>
                <a:ext uri="{FF2B5EF4-FFF2-40B4-BE49-F238E27FC236}">
                  <a16:creationId xmlns:a16="http://schemas.microsoft.com/office/drawing/2014/main" id="{942ADF2B-D657-466C-A2E6-4BCA0001F9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1" y="2297"/>
              <a:ext cx="274" cy="27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81963" name="AutoShape 11">
              <a:extLst>
                <a:ext uri="{FF2B5EF4-FFF2-40B4-BE49-F238E27FC236}">
                  <a16:creationId xmlns:a16="http://schemas.microsoft.com/office/drawing/2014/main" id="{FD6B8641-6289-403F-ADC6-BC0BE52AEE9F}"/>
                </a:ext>
              </a:extLst>
            </p:cNvPr>
            <p:cNvCxnSpPr>
              <a:cxnSpLocks noChangeShapeType="1"/>
              <a:stCxn id="381962" idx="5"/>
              <a:endCxn id="381966" idx="1"/>
            </p:cNvCxnSpPr>
            <p:nvPr/>
          </p:nvCxnSpPr>
          <p:spPr bwMode="auto">
            <a:xfrm>
              <a:off x="1105" y="2542"/>
              <a:ext cx="339" cy="4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4" name="AutoShape 12">
              <a:extLst>
                <a:ext uri="{FF2B5EF4-FFF2-40B4-BE49-F238E27FC236}">
                  <a16:creationId xmlns:a16="http://schemas.microsoft.com/office/drawing/2014/main" id="{6CD6E007-2921-402F-A7C1-EADB870DE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" y="2799"/>
              <a:ext cx="685" cy="867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19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  <p:cxnSp>
          <p:nvCxnSpPr>
            <p:cNvPr id="381965" name="AutoShape 13">
              <a:extLst>
                <a:ext uri="{FF2B5EF4-FFF2-40B4-BE49-F238E27FC236}">
                  <a16:creationId xmlns:a16="http://schemas.microsoft.com/office/drawing/2014/main" id="{D2FE9612-DDDF-4B17-8C6D-EC20AB584B0C}"/>
                </a:ext>
              </a:extLst>
            </p:cNvPr>
            <p:cNvCxnSpPr>
              <a:cxnSpLocks noChangeShapeType="1"/>
              <a:stCxn id="381962" idx="3"/>
              <a:endCxn id="381964" idx="0"/>
            </p:cNvCxnSpPr>
            <p:nvPr/>
          </p:nvCxnSpPr>
          <p:spPr bwMode="auto">
            <a:xfrm flipH="1">
              <a:off x="422" y="2542"/>
              <a:ext cx="489" cy="2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6" name="Oval 14">
              <a:extLst>
                <a:ext uri="{FF2B5EF4-FFF2-40B4-BE49-F238E27FC236}">
                  <a16:creationId xmlns:a16="http://schemas.microsoft.com/office/drawing/2014/main" id="{AC1FFE9A-56E1-4475-B103-0314F34115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04" y="2936"/>
              <a:ext cx="274" cy="2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381967" name="AutoShape 15">
              <a:extLst>
                <a:ext uri="{FF2B5EF4-FFF2-40B4-BE49-F238E27FC236}">
                  <a16:creationId xmlns:a16="http://schemas.microsoft.com/office/drawing/2014/main" id="{FB12AEA6-C346-436D-B28D-D1421C6695D9}"/>
                </a:ext>
              </a:extLst>
            </p:cNvPr>
            <p:cNvCxnSpPr>
              <a:cxnSpLocks noChangeShapeType="1"/>
              <a:stCxn id="381966" idx="3"/>
              <a:endCxn id="381970" idx="0"/>
            </p:cNvCxnSpPr>
            <p:nvPr/>
          </p:nvCxnSpPr>
          <p:spPr bwMode="auto">
            <a:xfrm flipH="1">
              <a:off x="1153" y="3181"/>
              <a:ext cx="291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1968" name="AutoShape 16">
              <a:extLst>
                <a:ext uri="{FF2B5EF4-FFF2-40B4-BE49-F238E27FC236}">
                  <a16:creationId xmlns:a16="http://schemas.microsoft.com/office/drawing/2014/main" id="{47B70D6F-F523-47F7-BF6D-3EE25600F77F}"/>
                </a:ext>
              </a:extLst>
            </p:cNvPr>
            <p:cNvCxnSpPr>
              <a:cxnSpLocks noChangeShapeType="1"/>
              <a:stCxn id="381966" idx="5"/>
              <a:endCxn id="381972" idx="0"/>
            </p:cNvCxnSpPr>
            <p:nvPr/>
          </p:nvCxnSpPr>
          <p:spPr bwMode="auto">
            <a:xfrm>
              <a:off x="1638" y="3181"/>
              <a:ext cx="291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9" name="AutoShape 17">
              <a:extLst>
                <a:ext uri="{FF2B5EF4-FFF2-40B4-BE49-F238E27FC236}">
                  <a16:creationId xmlns:a16="http://schemas.microsoft.com/office/drawing/2014/main" id="{FD9E620B-0114-4A37-A4B8-6A0E8AF67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3301"/>
              <a:ext cx="685" cy="913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0" name="AutoShape 18">
              <a:extLst>
                <a:ext uri="{FF2B5EF4-FFF2-40B4-BE49-F238E27FC236}">
                  <a16:creationId xmlns:a16="http://schemas.microsoft.com/office/drawing/2014/main" id="{09B8A20A-BDBB-4880-9BB7-F6D8F2E0D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3255"/>
              <a:ext cx="685" cy="41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81971" name="AutoShape 19">
              <a:extLst>
                <a:ext uri="{FF2B5EF4-FFF2-40B4-BE49-F238E27FC236}">
                  <a16:creationId xmlns:a16="http://schemas.microsoft.com/office/drawing/2014/main" id="{5F6423B1-D9E1-410B-95CA-E0B6E09F1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3301"/>
              <a:ext cx="684" cy="913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2" name="AutoShape 20">
              <a:extLst>
                <a:ext uri="{FF2B5EF4-FFF2-40B4-BE49-F238E27FC236}">
                  <a16:creationId xmlns:a16="http://schemas.microsoft.com/office/drawing/2014/main" id="{BCD12D34-AA0F-4406-9BA9-C14F167EA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3255"/>
              <a:ext cx="684" cy="41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381973" name="Group 21">
            <a:extLst>
              <a:ext uri="{FF2B5EF4-FFF2-40B4-BE49-F238E27FC236}">
                <a16:creationId xmlns:a16="http://schemas.microsoft.com/office/drawing/2014/main" id="{69193C04-107F-4629-BDE2-4B314469D4A1}"/>
              </a:ext>
            </a:extLst>
          </p:cNvPr>
          <p:cNvGrpSpPr>
            <a:grpSpLocks/>
          </p:cNvGrpSpPr>
          <p:nvPr/>
        </p:nvGrpSpPr>
        <p:grpSpPr bwMode="auto">
          <a:xfrm>
            <a:off x="4638675" y="3311525"/>
            <a:ext cx="3997325" cy="3013075"/>
            <a:chOff x="2833" y="1997"/>
            <a:chExt cx="2783" cy="2227"/>
          </a:xfrm>
        </p:grpSpPr>
        <p:cxnSp>
          <p:nvCxnSpPr>
            <p:cNvPr id="381974" name="AutoShape 22">
              <a:extLst>
                <a:ext uri="{FF2B5EF4-FFF2-40B4-BE49-F238E27FC236}">
                  <a16:creationId xmlns:a16="http://schemas.microsoft.com/office/drawing/2014/main" id="{00569C2E-CC2C-4403-8861-8D95AE58C381}"/>
                </a:ext>
              </a:extLst>
            </p:cNvPr>
            <p:cNvCxnSpPr>
              <a:cxnSpLocks noChangeShapeType="1"/>
              <a:stCxn id="381975" idx="3"/>
              <a:endCxn id="381978" idx="0"/>
            </p:cNvCxnSpPr>
            <p:nvPr/>
          </p:nvCxnSpPr>
          <p:spPr bwMode="auto">
            <a:xfrm>
              <a:off x="3864" y="2226"/>
              <a:ext cx="559" cy="18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75" name="Oval 23">
              <a:extLst>
                <a:ext uri="{FF2B5EF4-FFF2-40B4-BE49-F238E27FC236}">
                  <a16:creationId xmlns:a16="http://schemas.microsoft.com/office/drawing/2014/main" id="{334CC117-2596-41DD-B50F-1E1A805E5C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645" y="1997"/>
              <a:ext cx="255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81976" name="AutoShape 24">
              <a:extLst>
                <a:ext uri="{FF2B5EF4-FFF2-40B4-BE49-F238E27FC236}">
                  <a16:creationId xmlns:a16="http://schemas.microsoft.com/office/drawing/2014/main" id="{87FEC223-CB2E-467A-9D12-634C59E3379A}"/>
                </a:ext>
              </a:extLst>
            </p:cNvPr>
            <p:cNvCxnSpPr>
              <a:cxnSpLocks noChangeShapeType="1"/>
              <a:stCxn id="381975" idx="5"/>
              <a:endCxn id="381977" idx="0"/>
            </p:cNvCxnSpPr>
            <p:nvPr/>
          </p:nvCxnSpPr>
          <p:spPr bwMode="auto">
            <a:xfrm flipH="1">
              <a:off x="3154" y="2226"/>
              <a:ext cx="528" cy="2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77" name="AutoShape 25">
              <a:extLst>
                <a:ext uri="{FF2B5EF4-FFF2-40B4-BE49-F238E27FC236}">
                  <a16:creationId xmlns:a16="http://schemas.microsoft.com/office/drawing/2014/main" id="{947DAFC5-48B4-4E5C-BE7E-3457A4CB7E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33" y="2466"/>
              <a:ext cx="641" cy="81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81978" name="Oval 26">
              <a:extLst>
                <a:ext uri="{FF2B5EF4-FFF2-40B4-BE49-F238E27FC236}">
                  <a16:creationId xmlns:a16="http://schemas.microsoft.com/office/drawing/2014/main" id="{1FB80BBB-2018-4BD7-B181-A29D305BC4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5" y="2424"/>
              <a:ext cx="256" cy="25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381979" name="AutoShape 27">
              <a:extLst>
                <a:ext uri="{FF2B5EF4-FFF2-40B4-BE49-F238E27FC236}">
                  <a16:creationId xmlns:a16="http://schemas.microsoft.com/office/drawing/2014/main" id="{4C18EF5C-EF56-40FE-9B3D-F9F7B1EE233B}"/>
                </a:ext>
              </a:extLst>
            </p:cNvPr>
            <p:cNvCxnSpPr>
              <a:cxnSpLocks noChangeShapeType="1"/>
              <a:stCxn id="381978" idx="5"/>
              <a:endCxn id="381981" idx="1"/>
            </p:cNvCxnSpPr>
            <p:nvPr/>
          </p:nvCxnSpPr>
          <p:spPr bwMode="auto">
            <a:xfrm>
              <a:off x="4513" y="2653"/>
              <a:ext cx="317" cy="3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1980" name="AutoShape 28">
              <a:extLst>
                <a:ext uri="{FF2B5EF4-FFF2-40B4-BE49-F238E27FC236}">
                  <a16:creationId xmlns:a16="http://schemas.microsoft.com/office/drawing/2014/main" id="{EF893671-78D7-4AA3-834A-EEB0AEB3B458}"/>
                </a:ext>
              </a:extLst>
            </p:cNvPr>
            <p:cNvCxnSpPr>
              <a:cxnSpLocks noChangeShapeType="1"/>
              <a:stCxn id="381978" idx="3"/>
              <a:endCxn id="381987" idx="0"/>
            </p:cNvCxnSpPr>
            <p:nvPr/>
          </p:nvCxnSpPr>
          <p:spPr bwMode="auto">
            <a:xfrm flipH="1">
              <a:off x="3874" y="2653"/>
              <a:ext cx="458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81" name="Oval 29">
              <a:extLst>
                <a:ext uri="{FF2B5EF4-FFF2-40B4-BE49-F238E27FC236}">
                  <a16:creationId xmlns:a16="http://schemas.microsoft.com/office/drawing/2014/main" id="{2ED11851-A593-4874-B676-CFE2B00382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3" y="3022"/>
              <a:ext cx="256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81982" name="AutoShape 30">
              <a:extLst>
                <a:ext uri="{FF2B5EF4-FFF2-40B4-BE49-F238E27FC236}">
                  <a16:creationId xmlns:a16="http://schemas.microsoft.com/office/drawing/2014/main" id="{0069C265-DD38-4CDE-9FB3-C337FEE43700}"/>
                </a:ext>
              </a:extLst>
            </p:cNvPr>
            <p:cNvCxnSpPr>
              <a:cxnSpLocks noChangeShapeType="1"/>
              <a:stCxn id="381981" idx="3"/>
              <a:endCxn id="381985" idx="0"/>
            </p:cNvCxnSpPr>
            <p:nvPr/>
          </p:nvCxnSpPr>
          <p:spPr bwMode="auto">
            <a:xfrm flipH="1">
              <a:off x="4558" y="3252"/>
              <a:ext cx="272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1983" name="AutoShape 31">
              <a:extLst>
                <a:ext uri="{FF2B5EF4-FFF2-40B4-BE49-F238E27FC236}">
                  <a16:creationId xmlns:a16="http://schemas.microsoft.com/office/drawing/2014/main" id="{4492811E-559C-45E1-9334-3220AA86CFF7}"/>
                </a:ext>
              </a:extLst>
            </p:cNvPr>
            <p:cNvCxnSpPr>
              <a:cxnSpLocks noChangeShapeType="1"/>
              <a:stCxn id="381981" idx="5"/>
              <a:endCxn id="381988" idx="0"/>
            </p:cNvCxnSpPr>
            <p:nvPr/>
          </p:nvCxnSpPr>
          <p:spPr bwMode="auto">
            <a:xfrm>
              <a:off x="5012" y="3252"/>
              <a:ext cx="284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84" name="AutoShape 32">
              <a:extLst>
                <a:ext uri="{FF2B5EF4-FFF2-40B4-BE49-F238E27FC236}">
                  <a16:creationId xmlns:a16="http://schemas.microsoft.com/office/drawing/2014/main" id="{52813D16-5278-49FD-B0C9-6C525B651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63"/>
              <a:ext cx="640" cy="85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85" name="AutoShape 33">
              <a:extLst>
                <a:ext uri="{FF2B5EF4-FFF2-40B4-BE49-F238E27FC236}">
                  <a16:creationId xmlns:a16="http://schemas.microsoft.com/office/drawing/2014/main" id="{89342B43-F63C-4AAB-9498-E9A72D5A1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20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81986" name="AutoShape 34">
              <a:extLst>
                <a:ext uri="{FF2B5EF4-FFF2-40B4-BE49-F238E27FC236}">
                  <a16:creationId xmlns:a16="http://schemas.microsoft.com/office/drawing/2014/main" id="{B5EBD504-4CF7-404A-B226-1A03A0F85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936"/>
              <a:ext cx="640" cy="79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87" name="AutoShape 35">
              <a:extLst>
                <a:ext uri="{FF2B5EF4-FFF2-40B4-BE49-F238E27FC236}">
                  <a16:creationId xmlns:a16="http://schemas.microsoft.com/office/drawing/2014/main" id="{56DEE6E9-A57B-419A-AFD3-233CCD66E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893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81988" name="AutoShape 36">
              <a:extLst>
                <a:ext uri="{FF2B5EF4-FFF2-40B4-BE49-F238E27FC236}">
                  <a16:creationId xmlns:a16="http://schemas.microsoft.com/office/drawing/2014/main" id="{A00361F8-4A28-471A-84DD-D17E3FF47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3326"/>
              <a:ext cx="641" cy="89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19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</p:grpSp>
      <p:sp>
        <p:nvSpPr>
          <p:cNvPr id="381989" name="AutoShape 37">
            <a:extLst>
              <a:ext uri="{FF2B5EF4-FFF2-40B4-BE49-F238E27FC236}">
                <a16:creationId xmlns:a16="http://schemas.microsoft.com/office/drawing/2014/main" id="{5DDCB0DD-E638-4F99-AF80-3F537D7D7D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7713" y="3727450"/>
            <a:ext cx="1211262" cy="1282700"/>
          </a:xfrm>
          <a:custGeom>
            <a:avLst/>
            <a:gdLst>
              <a:gd name="G0" fmla="+- -10453435 0 0"/>
              <a:gd name="G1" fmla="+- 9771425 0 0"/>
              <a:gd name="G2" fmla="+- -10453435 0 9771425"/>
              <a:gd name="G3" fmla="+- 10800 0 0"/>
              <a:gd name="G4" fmla="+- 0 0 -10453435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329 0 0"/>
              <a:gd name="G9" fmla="+- 0 0 9771425"/>
              <a:gd name="G10" fmla="+- 8329 0 2700"/>
              <a:gd name="G11" fmla="cos G10 -10453435"/>
              <a:gd name="G12" fmla="sin G10 -10453435"/>
              <a:gd name="G13" fmla="cos 13500 -10453435"/>
              <a:gd name="G14" fmla="sin 13500 -10453435"/>
              <a:gd name="G15" fmla="+- G11 10800 0"/>
              <a:gd name="G16" fmla="+- G12 10800 0"/>
              <a:gd name="G17" fmla="+- G13 10800 0"/>
              <a:gd name="G18" fmla="+- G14 10800 0"/>
              <a:gd name="G19" fmla="*/ 8329 1 2"/>
              <a:gd name="G20" fmla="+- G19 5400 0"/>
              <a:gd name="G21" fmla="cos G20 -10453435"/>
              <a:gd name="G22" fmla="sin G20 -10453435"/>
              <a:gd name="G23" fmla="+- G21 10800 0"/>
              <a:gd name="G24" fmla="+- G12 G23 G22"/>
              <a:gd name="G25" fmla="+- G22 G23 G11"/>
              <a:gd name="G26" fmla="cos 10800 -10453435"/>
              <a:gd name="G27" fmla="sin 10800 -10453435"/>
              <a:gd name="G28" fmla="cos 8329 -10453435"/>
              <a:gd name="G29" fmla="sin 8329 -10453435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9771425"/>
              <a:gd name="G36" fmla="sin G34 9771425"/>
              <a:gd name="G37" fmla="+/ 9771425 -10453435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329 G39"/>
              <a:gd name="G43" fmla="sin 832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44 w 21600"/>
              <a:gd name="T5" fmla="*/ 11779 h 21600"/>
              <a:gd name="T6" fmla="*/ 2592 w 21600"/>
              <a:gd name="T7" fmla="*/ 15712 h 21600"/>
              <a:gd name="T8" fmla="*/ 2505 w 21600"/>
              <a:gd name="T9" fmla="*/ 11555 h 21600"/>
              <a:gd name="T10" fmla="*/ -1846 w 21600"/>
              <a:gd name="T11" fmla="*/ 6073 h 21600"/>
              <a:gd name="T12" fmla="*/ 3218 w 21600"/>
              <a:gd name="T13" fmla="*/ 3764 h 21600"/>
              <a:gd name="T14" fmla="*/ 5527 w 21600"/>
              <a:gd name="T15" fmla="*/ 8829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998" y="7884"/>
                </a:moveTo>
                <a:cubicBezTo>
                  <a:pt x="2649" y="8816"/>
                  <a:pt x="2471" y="9804"/>
                  <a:pt x="2471" y="10799"/>
                </a:cubicBezTo>
                <a:cubicBezTo>
                  <a:pt x="2471" y="12306"/>
                  <a:pt x="2879" y="13784"/>
                  <a:pt x="3653" y="15077"/>
                </a:cubicBezTo>
                <a:lnTo>
                  <a:pt x="1532" y="16346"/>
                </a:lnTo>
                <a:cubicBezTo>
                  <a:pt x="529" y="14670"/>
                  <a:pt x="0" y="12753"/>
                  <a:pt x="0" y="10800"/>
                </a:cubicBezTo>
                <a:cubicBezTo>
                  <a:pt x="0" y="9508"/>
                  <a:pt x="231" y="8228"/>
                  <a:pt x="683" y="7018"/>
                </a:cubicBezTo>
                <a:lnTo>
                  <a:pt x="-1846" y="6073"/>
                </a:lnTo>
                <a:lnTo>
                  <a:pt x="3218" y="3764"/>
                </a:lnTo>
                <a:lnTo>
                  <a:pt x="5527" y="8829"/>
                </a:lnTo>
                <a:lnTo>
                  <a:pt x="2998" y="7884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1990" name="Text Box 38">
            <a:extLst>
              <a:ext uri="{FF2B5EF4-FFF2-40B4-BE49-F238E27FC236}">
                <a16:creationId xmlns:a16="http://schemas.microsoft.com/office/drawing/2014/main" id="{B26C075A-CBDF-401A-95E4-420AE69E5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20040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First Rotation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1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19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19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81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1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8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4" grpId="0"/>
      <p:bldP spid="381955" grpId="0" build="p" animBg="1"/>
      <p:bldP spid="381956" grpId="0" animBg="1"/>
      <p:bldP spid="381989" grpId="0" animBg="1"/>
      <p:bldP spid="38199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>
            <a:extLst>
              <a:ext uri="{FF2B5EF4-FFF2-40B4-BE49-F238E27FC236}">
                <a16:creationId xmlns:a16="http://schemas.microsoft.com/office/drawing/2014/main" id="{FB8CBC35-83ED-4640-A2B0-143D63BFB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Completed</a:t>
            </a:r>
          </a:p>
        </p:txBody>
      </p:sp>
      <p:grpSp>
        <p:nvGrpSpPr>
          <p:cNvPr id="384003" name="Group 3">
            <a:extLst>
              <a:ext uri="{FF2B5EF4-FFF2-40B4-BE49-F238E27FC236}">
                <a16:creationId xmlns:a16="http://schemas.microsoft.com/office/drawing/2014/main" id="{C7B491D7-5070-4ECC-848B-8A2EC316D325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362200"/>
            <a:ext cx="4418013" cy="3535363"/>
            <a:chOff x="2833" y="1997"/>
            <a:chExt cx="2783" cy="2227"/>
          </a:xfrm>
        </p:grpSpPr>
        <p:cxnSp>
          <p:nvCxnSpPr>
            <p:cNvPr id="384004" name="AutoShape 4">
              <a:extLst>
                <a:ext uri="{FF2B5EF4-FFF2-40B4-BE49-F238E27FC236}">
                  <a16:creationId xmlns:a16="http://schemas.microsoft.com/office/drawing/2014/main" id="{EFAC9F7D-0F5D-46D8-A961-A837D2912B5D}"/>
                </a:ext>
              </a:extLst>
            </p:cNvPr>
            <p:cNvCxnSpPr>
              <a:cxnSpLocks noChangeShapeType="1"/>
              <a:stCxn id="384005" idx="3"/>
              <a:endCxn id="384008" idx="0"/>
            </p:cNvCxnSpPr>
            <p:nvPr/>
          </p:nvCxnSpPr>
          <p:spPr bwMode="auto">
            <a:xfrm>
              <a:off x="3864" y="2226"/>
              <a:ext cx="559" cy="18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05" name="Oval 5">
              <a:extLst>
                <a:ext uri="{FF2B5EF4-FFF2-40B4-BE49-F238E27FC236}">
                  <a16:creationId xmlns:a16="http://schemas.microsoft.com/office/drawing/2014/main" id="{014E4B51-1B7B-45F2-BD18-4B219B058B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645" y="1997"/>
              <a:ext cx="255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84006" name="AutoShape 6">
              <a:extLst>
                <a:ext uri="{FF2B5EF4-FFF2-40B4-BE49-F238E27FC236}">
                  <a16:creationId xmlns:a16="http://schemas.microsoft.com/office/drawing/2014/main" id="{0B41D287-6556-4EF5-A4AD-2165022B33CB}"/>
                </a:ext>
              </a:extLst>
            </p:cNvPr>
            <p:cNvCxnSpPr>
              <a:cxnSpLocks noChangeShapeType="1"/>
              <a:stCxn id="384005" idx="5"/>
              <a:endCxn id="384007" idx="0"/>
            </p:cNvCxnSpPr>
            <p:nvPr/>
          </p:nvCxnSpPr>
          <p:spPr bwMode="auto">
            <a:xfrm flipH="1">
              <a:off x="3154" y="2226"/>
              <a:ext cx="528" cy="2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07" name="AutoShape 7">
              <a:extLst>
                <a:ext uri="{FF2B5EF4-FFF2-40B4-BE49-F238E27FC236}">
                  <a16:creationId xmlns:a16="http://schemas.microsoft.com/office/drawing/2014/main" id="{45F84367-C685-4038-A831-A7724160AA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33" y="2466"/>
              <a:ext cx="641" cy="81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84008" name="Oval 8">
              <a:extLst>
                <a:ext uri="{FF2B5EF4-FFF2-40B4-BE49-F238E27FC236}">
                  <a16:creationId xmlns:a16="http://schemas.microsoft.com/office/drawing/2014/main" id="{42A5650A-0E75-4151-9CF9-0B2CE2B51A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5" y="2424"/>
              <a:ext cx="256" cy="25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384009" name="AutoShape 9">
              <a:extLst>
                <a:ext uri="{FF2B5EF4-FFF2-40B4-BE49-F238E27FC236}">
                  <a16:creationId xmlns:a16="http://schemas.microsoft.com/office/drawing/2014/main" id="{4D73C72F-5B1E-443E-A257-DA3D2708A812}"/>
                </a:ext>
              </a:extLst>
            </p:cNvPr>
            <p:cNvCxnSpPr>
              <a:cxnSpLocks noChangeShapeType="1"/>
              <a:stCxn id="384008" idx="5"/>
              <a:endCxn id="384011" idx="1"/>
            </p:cNvCxnSpPr>
            <p:nvPr/>
          </p:nvCxnSpPr>
          <p:spPr bwMode="auto">
            <a:xfrm>
              <a:off x="4513" y="2653"/>
              <a:ext cx="317" cy="3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4010" name="AutoShape 10">
              <a:extLst>
                <a:ext uri="{FF2B5EF4-FFF2-40B4-BE49-F238E27FC236}">
                  <a16:creationId xmlns:a16="http://schemas.microsoft.com/office/drawing/2014/main" id="{085BB54D-E10F-4ECD-B027-E459FD6550E3}"/>
                </a:ext>
              </a:extLst>
            </p:cNvPr>
            <p:cNvCxnSpPr>
              <a:cxnSpLocks noChangeShapeType="1"/>
              <a:stCxn id="384008" idx="3"/>
              <a:endCxn id="384017" idx="0"/>
            </p:cNvCxnSpPr>
            <p:nvPr/>
          </p:nvCxnSpPr>
          <p:spPr bwMode="auto">
            <a:xfrm flipH="1">
              <a:off x="3874" y="2653"/>
              <a:ext cx="458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11" name="Oval 11">
              <a:extLst>
                <a:ext uri="{FF2B5EF4-FFF2-40B4-BE49-F238E27FC236}">
                  <a16:creationId xmlns:a16="http://schemas.microsoft.com/office/drawing/2014/main" id="{C2E88F5B-7F70-493B-8649-0365CEA6CE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3" y="3022"/>
              <a:ext cx="256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84012" name="AutoShape 12">
              <a:extLst>
                <a:ext uri="{FF2B5EF4-FFF2-40B4-BE49-F238E27FC236}">
                  <a16:creationId xmlns:a16="http://schemas.microsoft.com/office/drawing/2014/main" id="{A6B97A02-B0CE-4C63-9F5D-28126952FC42}"/>
                </a:ext>
              </a:extLst>
            </p:cNvPr>
            <p:cNvCxnSpPr>
              <a:cxnSpLocks noChangeShapeType="1"/>
              <a:stCxn id="384011" idx="3"/>
              <a:endCxn id="384015" idx="0"/>
            </p:cNvCxnSpPr>
            <p:nvPr/>
          </p:nvCxnSpPr>
          <p:spPr bwMode="auto">
            <a:xfrm flipH="1">
              <a:off x="4558" y="3252"/>
              <a:ext cx="272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4013" name="AutoShape 13">
              <a:extLst>
                <a:ext uri="{FF2B5EF4-FFF2-40B4-BE49-F238E27FC236}">
                  <a16:creationId xmlns:a16="http://schemas.microsoft.com/office/drawing/2014/main" id="{C8EC741F-7609-4A11-829B-5ED97BC6139B}"/>
                </a:ext>
              </a:extLst>
            </p:cNvPr>
            <p:cNvCxnSpPr>
              <a:cxnSpLocks noChangeShapeType="1"/>
              <a:stCxn id="384011" idx="5"/>
              <a:endCxn id="384018" idx="0"/>
            </p:cNvCxnSpPr>
            <p:nvPr/>
          </p:nvCxnSpPr>
          <p:spPr bwMode="auto">
            <a:xfrm>
              <a:off x="5012" y="3252"/>
              <a:ext cx="284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14" name="AutoShape 14">
              <a:extLst>
                <a:ext uri="{FF2B5EF4-FFF2-40B4-BE49-F238E27FC236}">
                  <a16:creationId xmlns:a16="http://schemas.microsoft.com/office/drawing/2014/main" id="{00AA5E22-02A5-4AE8-A755-CB4D88EB6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63"/>
              <a:ext cx="640" cy="85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4015" name="AutoShape 15">
              <a:extLst>
                <a:ext uri="{FF2B5EF4-FFF2-40B4-BE49-F238E27FC236}">
                  <a16:creationId xmlns:a16="http://schemas.microsoft.com/office/drawing/2014/main" id="{6DDAEBB3-FFBF-49A2-B195-D0DDD089A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20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84016" name="AutoShape 16">
              <a:extLst>
                <a:ext uri="{FF2B5EF4-FFF2-40B4-BE49-F238E27FC236}">
                  <a16:creationId xmlns:a16="http://schemas.microsoft.com/office/drawing/2014/main" id="{C0080133-3734-491C-9DD5-8FFBCF991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936"/>
              <a:ext cx="640" cy="79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4017" name="AutoShape 17">
              <a:extLst>
                <a:ext uri="{FF2B5EF4-FFF2-40B4-BE49-F238E27FC236}">
                  <a16:creationId xmlns:a16="http://schemas.microsoft.com/office/drawing/2014/main" id="{9E6779A8-937B-424A-8175-6B7B17F70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893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84018" name="AutoShape 18">
              <a:extLst>
                <a:ext uri="{FF2B5EF4-FFF2-40B4-BE49-F238E27FC236}">
                  <a16:creationId xmlns:a16="http://schemas.microsoft.com/office/drawing/2014/main" id="{5BFCE050-0238-4F4E-8F0A-A2CF43EE6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3326"/>
              <a:ext cx="641" cy="89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19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</p:grpSp>
      <p:cxnSp>
        <p:nvCxnSpPr>
          <p:cNvPr id="384019" name="AutoShape 19">
            <a:extLst>
              <a:ext uri="{FF2B5EF4-FFF2-40B4-BE49-F238E27FC236}">
                <a16:creationId xmlns:a16="http://schemas.microsoft.com/office/drawing/2014/main" id="{251C0E49-D272-402A-965D-DBDCFDFBE9EA}"/>
              </a:ext>
            </a:extLst>
          </p:cNvPr>
          <p:cNvCxnSpPr>
            <a:cxnSpLocks noChangeShapeType="1"/>
            <a:stCxn id="384023" idx="3"/>
            <a:endCxn id="384020" idx="0"/>
          </p:cNvCxnSpPr>
          <p:nvPr/>
        </p:nvCxnSpPr>
        <p:spPr bwMode="auto">
          <a:xfrm flipH="1">
            <a:off x="5765800" y="2727325"/>
            <a:ext cx="947738" cy="5984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0" name="Oval 20">
            <a:extLst>
              <a:ext uri="{FF2B5EF4-FFF2-40B4-BE49-F238E27FC236}">
                <a16:creationId xmlns:a16="http://schemas.microsoft.com/office/drawing/2014/main" id="{5C9E78D7-7EAB-43E3-BEB0-A6987CDEF7C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562600" y="3344863"/>
            <a:ext cx="404813" cy="406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384021" name="AutoShape 21">
            <a:extLst>
              <a:ext uri="{FF2B5EF4-FFF2-40B4-BE49-F238E27FC236}">
                <a16:creationId xmlns:a16="http://schemas.microsoft.com/office/drawing/2014/main" id="{CD19274B-BD39-4E6E-974A-BE84CC22C2C8}"/>
              </a:ext>
            </a:extLst>
          </p:cNvPr>
          <p:cNvCxnSpPr>
            <a:cxnSpLocks noChangeShapeType="1"/>
            <a:stCxn id="384020" idx="5"/>
            <a:endCxn id="384022" idx="0"/>
          </p:cNvCxnSpPr>
          <p:nvPr/>
        </p:nvCxnSpPr>
        <p:spPr bwMode="auto">
          <a:xfrm flipH="1">
            <a:off x="5159375" y="3709988"/>
            <a:ext cx="463550" cy="157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2" name="AutoShape 22">
            <a:extLst>
              <a:ext uri="{FF2B5EF4-FFF2-40B4-BE49-F238E27FC236}">
                <a16:creationId xmlns:a16="http://schemas.microsoft.com/office/drawing/2014/main" id="{51778FCB-421F-4671-A8E9-153B0E11B3D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49788" y="3886200"/>
            <a:ext cx="1017587" cy="1295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384023" name="Oval 23">
            <a:extLst>
              <a:ext uri="{FF2B5EF4-FFF2-40B4-BE49-F238E27FC236}">
                <a16:creationId xmlns:a16="http://schemas.microsoft.com/office/drawing/2014/main" id="{AF1255D6-2FEB-4993-B560-0ECC22F3AF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54800" y="2362200"/>
            <a:ext cx="406400" cy="4048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384024" name="AutoShape 24">
            <a:extLst>
              <a:ext uri="{FF2B5EF4-FFF2-40B4-BE49-F238E27FC236}">
                <a16:creationId xmlns:a16="http://schemas.microsoft.com/office/drawing/2014/main" id="{D857CBFE-E8C8-419C-8AB9-7913D9009FCD}"/>
              </a:ext>
            </a:extLst>
          </p:cNvPr>
          <p:cNvCxnSpPr>
            <a:cxnSpLocks noChangeShapeType="1"/>
            <a:stCxn id="384023" idx="5"/>
            <a:endCxn id="384026" idx="1"/>
          </p:cNvCxnSpPr>
          <p:nvPr/>
        </p:nvCxnSpPr>
        <p:spPr bwMode="auto">
          <a:xfrm>
            <a:off x="7002463" y="2727325"/>
            <a:ext cx="817562" cy="623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4025" name="AutoShape 25">
            <a:extLst>
              <a:ext uri="{FF2B5EF4-FFF2-40B4-BE49-F238E27FC236}">
                <a16:creationId xmlns:a16="http://schemas.microsoft.com/office/drawing/2014/main" id="{C8750799-0093-4716-8CA4-764ED795252D}"/>
              </a:ext>
            </a:extLst>
          </p:cNvPr>
          <p:cNvCxnSpPr>
            <a:cxnSpLocks noChangeShapeType="1"/>
            <a:stCxn id="384020" idx="3"/>
            <a:endCxn id="384032" idx="0"/>
          </p:cNvCxnSpPr>
          <p:nvPr/>
        </p:nvCxnSpPr>
        <p:spPr bwMode="auto">
          <a:xfrm>
            <a:off x="5908675" y="3709988"/>
            <a:ext cx="393700" cy="136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6" name="Oval 26">
            <a:extLst>
              <a:ext uri="{FF2B5EF4-FFF2-40B4-BE49-F238E27FC236}">
                <a16:creationId xmlns:a16="http://schemas.microsoft.com/office/drawing/2014/main" id="{B5575E6E-E46C-4A4F-8363-2AE53A09AF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61288" y="3311525"/>
            <a:ext cx="406400" cy="406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384027" name="AutoShape 27">
            <a:extLst>
              <a:ext uri="{FF2B5EF4-FFF2-40B4-BE49-F238E27FC236}">
                <a16:creationId xmlns:a16="http://schemas.microsoft.com/office/drawing/2014/main" id="{0E8514B3-8276-4601-9948-A95D9BB22B7D}"/>
              </a:ext>
            </a:extLst>
          </p:cNvPr>
          <p:cNvCxnSpPr>
            <a:cxnSpLocks noChangeShapeType="1"/>
            <a:stCxn id="384026" idx="3"/>
            <a:endCxn id="384030" idx="0"/>
          </p:cNvCxnSpPr>
          <p:nvPr/>
        </p:nvCxnSpPr>
        <p:spPr bwMode="auto">
          <a:xfrm flipH="1">
            <a:off x="7388225" y="3678238"/>
            <a:ext cx="431800" cy="873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4028" name="AutoShape 28">
            <a:extLst>
              <a:ext uri="{FF2B5EF4-FFF2-40B4-BE49-F238E27FC236}">
                <a16:creationId xmlns:a16="http://schemas.microsoft.com/office/drawing/2014/main" id="{15D13284-301D-4BCA-AAE5-8380E2EF9CD4}"/>
              </a:ext>
            </a:extLst>
          </p:cNvPr>
          <p:cNvCxnSpPr>
            <a:cxnSpLocks noChangeShapeType="1"/>
            <a:stCxn id="384026" idx="5"/>
            <a:endCxn id="384033" idx="0"/>
          </p:cNvCxnSpPr>
          <p:nvPr/>
        </p:nvCxnSpPr>
        <p:spPr bwMode="auto">
          <a:xfrm>
            <a:off x="8108950" y="3678238"/>
            <a:ext cx="450850" cy="96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9" name="AutoShape 29">
            <a:extLst>
              <a:ext uri="{FF2B5EF4-FFF2-40B4-BE49-F238E27FC236}">
                <a16:creationId xmlns:a16="http://schemas.microsoft.com/office/drawing/2014/main" id="{7A83E8B6-39F0-42AC-AAF4-F4FBA6DE5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225" y="3852863"/>
            <a:ext cx="1016000" cy="132873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4030" name="AutoShape 30">
            <a:extLst>
              <a:ext uri="{FF2B5EF4-FFF2-40B4-BE49-F238E27FC236}">
                <a16:creationId xmlns:a16="http://schemas.microsoft.com/office/drawing/2014/main" id="{F84C3571-0519-486E-B070-08CB4E342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225" y="3784600"/>
            <a:ext cx="1016000" cy="6350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84031" name="AutoShape 31">
            <a:extLst>
              <a:ext uri="{FF2B5EF4-FFF2-40B4-BE49-F238E27FC236}">
                <a16:creationId xmlns:a16="http://schemas.microsoft.com/office/drawing/2014/main" id="{F5F38E43-4FA6-4586-B8B7-460A59A68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3933825"/>
            <a:ext cx="1016000" cy="1260475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4032" name="AutoShape 32">
            <a:extLst>
              <a:ext uri="{FF2B5EF4-FFF2-40B4-BE49-F238E27FC236}">
                <a16:creationId xmlns:a16="http://schemas.microsoft.com/office/drawing/2014/main" id="{6B74870C-0A0A-4942-B0A9-E9DA3F091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3865563"/>
            <a:ext cx="1016000" cy="55403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84033" name="AutoShape 33">
            <a:extLst>
              <a:ext uri="{FF2B5EF4-FFF2-40B4-BE49-F238E27FC236}">
                <a16:creationId xmlns:a16="http://schemas.microsoft.com/office/drawing/2014/main" id="{199D5D2E-C2B9-4292-84C8-3D746F104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0213" y="3794125"/>
            <a:ext cx="1017587" cy="1387475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84034" name="AutoShape 34">
            <a:extLst>
              <a:ext uri="{FF2B5EF4-FFF2-40B4-BE49-F238E27FC236}">
                <a16:creationId xmlns:a16="http://schemas.microsoft.com/office/drawing/2014/main" id="{59BAF2B6-3444-48ED-A7FB-6B08F7C953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3429000"/>
            <a:ext cx="760413" cy="271463"/>
          </a:xfrm>
          <a:prstGeom prst="rightArrow">
            <a:avLst>
              <a:gd name="adj1" fmla="val 50000"/>
              <a:gd name="adj2" fmla="val 7002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4035" name="Text Box 35">
            <a:extLst>
              <a:ext uri="{FF2B5EF4-FFF2-40B4-BE49-F238E27FC236}">
                <a16:creationId xmlns:a16="http://schemas.microsoft.com/office/drawing/2014/main" id="{7DBC3D6C-B27B-494A-AFF8-463259E42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43088"/>
            <a:ext cx="2147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First Rotation</a:t>
            </a:r>
          </a:p>
        </p:txBody>
      </p:sp>
      <p:sp>
        <p:nvSpPr>
          <p:cNvPr id="384036" name="Text Box 36">
            <a:extLst>
              <a:ext uri="{FF2B5EF4-FFF2-40B4-BE49-F238E27FC236}">
                <a16:creationId xmlns:a16="http://schemas.microsoft.com/office/drawing/2014/main" id="{379F54F0-3CB4-4A90-A4AE-7652111FD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1828800"/>
            <a:ext cx="2541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Second Rotation</a:t>
            </a:r>
          </a:p>
        </p:txBody>
      </p:sp>
      <p:sp>
        <p:nvSpPr>
          <p:cNvPr id="384037" name="AutoShape 37">
            <a:extLst>
              <a:ext uri="{FF2B5EF4-FFF2-40B4-BE49-F238E27FC236}">
                <a16:creationId xmlns:a16="http://schemas.microsoft.com/office/drawing/2014/main" id="{57D07273-3E8A-4C84-A0C6-4D86B6AF33D3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981200" y="1143000"/>
            <a:ext cx="1338263" cy="2190750"/>
          </a:xfrm>
          <a:custGeom>
            <a:avLst/>
            <a:gdLst>
              <a:gd name="G0" fmla="+- 10539633 0 0"/>
              <a:gd name="G1" fmla="+- 7878576 0 0"/>
              <a:gd name="G2" fmla="+- 10539633 0 7878576"/>
              <a:gd name="G3" fmla="+- 10800 0 0"/>
              <a:gd name="G4" fmla="+- 0 0 10539633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900 0 0"/>
              <a:gd name="G9" fmla="+- 0 0 7878576"/>
              <a:gd name="G10" fmla="+- 8900 0 2700"/>
              <a:gd name="G11" fmla="cos G10 10539633"/>
              <a:gd name="G12" fmla="sin G10 10539633"/>
              <a:gd name="G13" fmla="cos 13500 10539633"/>
              <a:gd name="G14" fmla="sin 13500 10539633"/>
              <a:gd name="G15" fmla="+- G11 10800 0"/>
              <a:gd name="G16" fmla="+- G12 10800 0"/>
              <a:gd name="G17" fmla="+- G13 10800 0"/>
              <a:gd name="G18" fmla="+- G14 10800 0"/>
              <a:gd name="G19" fmla="*/ 8900 1 2"/>
              <a:gd name="G20" fmla="+- G19 5400 0"/>
              <a:gd name="G21" fmla="cos G20 10539633"/>
              <a:gd name="G22" fmla="sin G20 10539633"/>
              <a:gd name="G23" fmla="+- G21 10800 0"/>
              <a:gd name="G24" fmla="+- G12 G23 G22"/>
              <a:gd name="G25" fmla="+- G22 G23 G11"/>
              <a:gd name="G26" fmla="cos 10800 10539633"/>
              <a:gd name="G27" fmla="sin 10800 10539633"/>
              <a:gd name="G28" fmla="cos 8900 10539633"/>
              <a:gd name="G29" fmla="sin 8900 10539633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10539633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900 G39"/>
              <a:gd name="G43" fmla="sin 89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464 w 21600"/>
              <a:gd name="T5" fmla="*/ 17666 h 21600"/>
              <a:gd name="T6" fmla="*/ 5842 w 21600"/>
              <a:gd name="T7" fmla="*/ 19311 h 21600"/>
              <a:gd name="T8" fmla="*/ 3930 w 21600"/>
              <a:gd name="T9" fmla="*/ 16458 h 21600"/>
              <a:gd name="T10" fmla="*/ -1951 w 21600"/>
              <a:gd name="T11" fmla="*/ 15234 h 21600"/>
              <a:gd name="T12" fmla="*/ 297 w 21600"/>
              <a:gd name="T13" fmla="*/ 10587 h 21600"/>
              <a:gd name="T14" fmla="*/ 4944 w 21600"/>
              <a:gd name="T15" fmla="*/ 1283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393" y="13723"/>
                </a:moveTo>
                <a:cubicBezTo>
                  <a:pt x="3091" y="15730"/>
                  <a:pt x="4484" y="17421"/>
                  <a:pt x="6320" y="18490"/>
                </a:cubicBezTo>
                <a:lnTo>
                  <a:pt x="5364" y="20132"/>
                </a:lnTo>
                <a:cubicBezTo>
                  <a:pt x="3136" y="18834"/>
                  <a:pt x="1446" y="16783"/>
                  <a:pt x="599" y="14347"/>
                </a:cubicBezTo>
                <a:lnTo>
                  <a:pt x="-1951" y="15234"/>
                </a:lnTo>
                <a:lnTo>
                  <a:pt x="297" y="10587"/>
                </a:lnTo>
                <a:lnTo>
                  <a:pt x="4944" y="12836"/>
                </a:lnTo>
                <a:lnTo>
                  <a:pt x="2393" y="137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4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4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4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4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40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840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840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40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84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84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84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84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84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84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84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84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84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2" grpId="0"/>
      <p:bldP spid="384020" grpId="0" animBg="1"/>
      <p:bldP spid="384022" grpId="0" animBg="1"/>
      <p:bldP spid="384023" grpId="0" animBg="1"/>
      <p:bldP spid="384026" grpId="0" animBg="1"/>
      <p:bldP spid="384029" grpId="0" animBg="1"/>
      <p:bldP spid="384030" grpId="0" animBg="1"/>
      <p:bldP spid="384031" grpId="0" animBg="1"/>
      <p:bldP spid="384032" grpId="0" animBg="1"/>
      <p:bldP spid="384033" grpId="0" animBg="1"/>
      <p:bldP spid="384034" grpId="0" animBg="1"/>
      <p:bldP spid="384035" grpId="0"/>
      <p:bldP spid="384036" grpId="0"/>
      <p:bldP spid="38403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>
            <a:extLst>
              <a:ext uri="{FF2B5EF4-FFF2-40B4-BE49-F238E27FC236}">
                <a16:creationId xmlns:a16="http://schemas.microsoft.com/office/drawing/2014/main" id="{97CE3043-34C7-436F-922C-77B5F560B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Deletion: Really Easy Case</a:t>
            </a:r>
          </a:p>
        </p:txBody>
      </p:sp>
      <p:sp>
        <p:nvSpPr>
          <p:cNvPr id="387075" name="Oval 3">
            <a:extLst>
              <a:ext uri="{FF2B5EF4-FFF2-40B4-BE49-F238E27FC236}">
                <a16:creationId xmlns:a16="http://schemas.microsoft.com/office/drawing/2014/main" id="{BAB0E95E-D8E0-4959-B3FB-9EFF3DCABB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87076" name="Oval 4">
            <a:extLst>
              <a:ext uri="{FF2B5EF4-FFF2-40B4-BE49-F238E27FC236}">
                <a16:creationId xmlns:a16="http://schemas.microsoft.com/office/drawing/2014/main" id="{0DDA9345-0C96-4D6B-9262-71681C1B51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87077" name="Oval 5">
            <a:extLst>
              <a:ext uri="{FF2B5EF4-FFF2-40B4-BE49-F238E27FC236}">
                <a16:creationId xmlns:a16="http://schemas.microsoft.com/office/drawing/2014/main" id="{1E7D58EA-57CC-4469-9618-4A9D32D8CA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7078" name="Oval 6">
            <a:extLst>
              <a:ext uri="{FF2B5EF4-FFF2-40B4-BE49-F238E27FC236}">
                <a16:creationId xmlns:a16="http://schemas.microsoft.com/office/drawing/2014/main" id="{BF62DB91-C4B6-4036-8A87-F8AFDCC79B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87079" name="Oval 7">
            <a:extLst>
              <a:ext uri="{FF2B5EF4-FFF2-40B4-BE49-F238E27FC236}">
                <a16:creationId xmlns:a16="http://schemas.microsoft.com/office/drawing/2014/main" id="{536AD202-C60D-4AD6-BCD6-928A27AD41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87080" name="Oval 8">
            <a:extLst>
              <a:ext uri="{FF2B5EF4-FFF2-40B4-BE49-F238E27FC236}">
                <a16:creationId xmlns:a16="http://schemas.microsoft.com/office/drawing/2014/main" id="{E897F115-E2B2-4B40-9791-22E20D53DE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87081" name="AutoShape 9">
            <a:extLst>
              <a:ext uri="{FF2B5EF4-FFF2-40B4-BE49-F238E27FC236}">
                <a16:creationId xmlns:a16="http://schemas.microsoft.com/office/drawing/2014/main" id="{2F4121E5-2F7A-4753-AD5C-E4D33E4838B9}"/>
              </a:ext>
            </a:extLst>
          </p:cNvPr>
          <p:cNvCxnSpPr>
            <a:cxnSpLocks noChangeShapeType="1"/>
            <a:stCxn id="387080" idx="3"/>
            <a:endCxn id="387079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2" name="AutoShape 10">
            <a:extLst>
              <a:ext uri="{FF2B5EF4-FFF2-40B4-BE49-F238E27FC236}">
                <a16:creationId xmlns:a16="http://schemas.microsoft.com/office/drawing/2014/main" id="{8E810B25-6989-4277-9C2A-E9C1DEF5EFC8}"/>
              </a:ext>
            </a:extLst>
          </p:cNvPr>
          <p:cNvCxnSpPr>
            <a:cxnSpLocks noChangeShapeType="1"/>
            <a:stCxn id="387080" idx="5"/>
            <a:endCxn id="387078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3" name="AutoShape 11">
            <a:extLst>
              <a:ext uri="{FF2B5EF4-FFF2-40B4-BE49-F238E27FC236}">
                <a16:creationId xmlns:a16="http://schemas.microsoft.com/office/drawing/2014/main" id="{0899C7D8-9A31-46E2-9D09-85A6473D315F}"/>
              </a:ext>
            </a:extLst>
          </p:cNvPr>
          <p:cNvCxnSpPr>
            <a:cxnSpLocks noChangeShapeType="1"/>
            <a:stCxn id="387078" idx="5"/>
            <a:endCxn id="387075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4" name="AutoShape 12">
            <a:extLst>
              <a:ext uri="{FF2B5EF4-FFF2-40B4-BE49-F238E27FC236}">
                <a16:creationId xmlns:a16="http://schemas.microsoft.com/office/drawing/2014/main" id="{9346C9E4-044D-4E0F-AE45-3FE2E2B5AAA5}"/>
              </a:ext>
            </a:extLst>
          </p:cNvPr>
          <p:cNvCxnSpPr>
            <a:cxnSpLocks noChangeShapeType="1"/>
            <a:stCxn id="387079" idx="3"/>
            <a:endCxn id="387077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5" name="AutoShape 13">
            <a:extLst>
              <a:ext uri="{FF2B5EF4-FFF2-40B4-BE49-F238E27FC236}">
                <a16:creationId xmlns:a16="http://schemas.microsoft.com/office/drawing/2014/main" id="{C0490F1B-82F0-4B96-8249-4FF6E2B12FFB}"/>
              </a:ext>
            </a:extLst>
          </p:cNvPr>
          <p:cNvCxnSpPr>
            <a:cxnSpLocks noChangeShapeType="1"/>
            <a:stCxn id="387079" idx="5"/>
            <a:endCxn id="387076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7086" name="Oval 14">
            <a:extLst>
              <a:ext uri="{FF2B5EF4-FFF2-40B4-BE49-F238E27FC236}">
                <a16:creationId xmlns:a16="http://schemas.microsoft.com/office/drawing/2014/main" id="{23E4A706-0A3A-4CBA-99CD-281C2396FE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387087" name="Oval 15">
            <a:extLst>
              <a:ext uri="{FF2B5EF4-FFF2-40B4-BE49-F238E27FC236}">
                <a16:creationId xmlns:a16="http://schemas.microsoft.com/office/drawing/2014/main" id="{2BACC14D-156C-4506-9FB5-5DDBC6045E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387088" name="AutoShape 16">
            <a:extLst>
              <a:ext uri="{FF2B5EF4-FFF2-40B4-BE49-F238E27FC236}">
                <a16:creationId xmlns:a16="http://schemas.microsoft.com/office/drawing/2014/main" id="{260262C0-B46F-419C-B222-9A01C774CDD7}"/>
              </a:ext>
            </a:extLst>
          </p:cNvPr>
          <p:cNvCxnSpPr>
            <a:cxnSpLocks noChangeShapeType="1"/>
            <a:stCxn id="387075" idx="3"/>
            <a:endCxn id="387087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9" name="AutoShape 17">
            <a:extLst>
              <a:ext uri="{FF2B5EF4-FFF2-40B4-BE49-F238E27FC236}">
                <a16:creationId xmlns:a16="http://schemas.microsoft.com/office/drawing/2014/main" id="{106193F6-7291-4260-87EC-C2BE7F513F18}"/>
              </a:ext>
            </a:extLst>
          </p:cNvPr>
          <p:cNvCxnSpPr>
            <a:cxnSpLocks noChangeShapeType="1"/>
            <a:stCxn id="387075" idx="5"/>
            <a:endCxn id="387086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7090" name="Oval 18">
            <a:extLst>
              <a:ext uri="{FF2B5EF4-FFF2-40B4-BE49-F238E27FC236}">
                <a16:creationId xmlns:a16="http://schemas.microsoft.com/office/drawing/2014/main" id="{A3CF679E-9C23-476E-846F-AE55F0E4AE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87091" name="AutoShape 19">
            <a:extLst>
              <a:ext uri="{FF2B5EF4-FFF2-40B4-BE49-F238E27FC236}">
                <a16:creationId xmlns:a16="http://schemas.microsoft.com/office/drawing/2014/main" id="{703B78EA-9017-4E8B-A20A-32CFE8222B29}"/>
              </a:ext>
            </a:extLst>
          </p:cNvPr>
          <p:cNvCxnSpPr>
            <a:cxnSpLocks noChangeShapeType="1"/>
            <a:stCxn id="387077" idx="5"/>
            <a:endCxn id="387090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7092" name="Oval 20">
            <a:extLst>
              <a:ext uri="{FF2B5EF4-FFF2-40B4-BE49-F238E27FC236}">
                <a16:creationId xmlns:a16="http://schemas.microsoft.com/office/drawing/2014/main" id="{D06A3243-F5E0-49D3-AD39-D70246CB7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87093" name="AutoShape 21">
            <a:extLst>
              <a:ext uri="{FF2B5EF4-FFF2-40B4-BE49-F238E27FC236}">
                <a16:creationId xmlns:a16="http://schemas.microsoft.com/office/drawing/2014/main" id="{49230998-FE25-4D85-B37B-B4EF0E6F77DE}"/>
              </a:ext>
            </a:extLst>
          </p:cNvPr>
          <p:cNvCxnSpPr>
            <a:cxnSpLocks noChangeShapeType="1"/>
            <a:stCxn id="387078" idx="3"/>
            <a:endCxn id="387092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7094" name="Group 22">
            <a:extLst>
              <a:ext uri="{FF2B5EF4-FFF2-40B4-BE49-F238E27FC236}">
                <a16:creationId xmlns:a16="http://schemas.microsoft.com/office/drawing/2014/main" id="{5A47E609-B719-4268-94C4-AB152C69FC6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87095" name="Text Box 23">
              <a:extLst>
                <a:ext uri="{FF2B5EF4-FFF2-40B4-BE49-F238E27FC236}">
                  <a16:creationId xmlns:a16="http://schemas.microsoft.com/office/drawing/2014/main" id="{474238FD-E0CA-4EF7-A4EF-353B5ED25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7096" name="Text Box 24">
              <a:extLst>
                <a:ext uri="{FF2B5EF4-FFF2-40B4-BE49-F238E27FC236}">
                  <a16:creationId xmlns:a16="http://schemas.microsoft.com/office/drawing/2014/main" id="{72B180FF-F97F-4685-9D7D-825762AA2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7097" name="Text Box 25">
              <a:extLst>
                <a:ext uri="{FF2B5EF4-FFF2-40B4-BE49-F238E27FC236}">
                  <a16:creationId xmlns:a16="http://schemas.microsoft.com/office/drawing/2014/main" id="{D5154C98-4C53-4789-980E-452B0B5FE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098" name="Text Box 26">
              <a:extLst>
                <a:ext uri="{FF2B5EF4-FFF2-40B4-BE49-F238E27FC236}">
                  <a16:creationId xmlns:a16="http://schemas.microsoft.com/office/drawing/2014/main" id="{931C899C-67FE-432E-A9ED-7B93E6491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7099" name="Text Box 27">
              <a:extLst>
                <a:ext uri="{FF2B5EF4-FFF2-40B4-BE49-F238E27FC236}">
                  <a16:creationId xmlns:a16="http://schemas.microsoft.com/office/drawing/2014/main" id="{73AB3AE9-8477-48A3-AE06-350DFF3BF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100" name="Text Box 28">
              <a:extLst>
                <a:ext uri="{FF2B5EF4-FFF2-40B4-BE49-F238E27FC236}">
                  <a16:creationId xmlns:a16="http://schemas.microsoft.com/office/drawing/2014/main" id="{9A6AB340-B115-4AC4-B19B-8AEF24520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101" name="Text Box 29">
              <a:extLst>
                <a:ext uri="{FF2B5EF4-FFF2-40B4-BE49-F238E27FC236}">
                  <a16:creationId xmlns:a16="http://schemas.microsoft.com/office/drawing/2014/main" id="{AFB6D28E-D480-49FD-B02A-CA4BCF7DD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7102" name="Text Box 30">
              <a:extLst>
                <a:ext uri="{FF2B5EF4-FFF2-40B4-BE49-F238E27FC236}">
                  <a16:creationId xmlns:a16="http://schemas.microsoft.com/office/drawing/2014/main" id="{D8A6EBE3-E0D2-4BED-897A-EA1E90E5B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7103" name="Text Box 31">
              <a:extLst>
                <a:ext uri="{FF2B5EF4-FFF2-40B4-BE49-F238E27FC236}">
                  <a16:creationId xmlns:a16="http://schemas.microsoft.com/office/drawing/2014/main" id="{1DDBD69C-1007-4ED3-A89E-E1ED0AB1B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7104" name="Text Box 32">
              <a:extLst>
                <a:ext uri="{FF2B5EF4-FFF2-40B4-BE49-F238E27FC236}">
                  <a16:creationId xmlns:a16="http://schemas.microsoft.com/office/drawing/2014/main" id="{DEB83F20-928C-4DBD-A78E-BD8C72D93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105" name="Text Box 33">
              <a:extLst>
                <a:ext uri="{FF2B5EF4-FFF2-40B4-BE49-F238E27FC236}">
                  <a16:creationId xmlns:a16="http://schemas.microsoft.com/office/drawing/2014/main" id="{D18F3B5D-6A84-4C7E-8C2B-1B8152E26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87106" name="Text Box 34">
            <a:extLst>
              <a:ext uri="{FF2B5EF4-FFF2-40B4-BE49-F238E27FC236}">
                <a16:creationId xmlns:a16="http://schemas.microsoft.com/office/drawing/2014/main" id="{E0A164B9-B3F2-43A3-926B-8A962F7CB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17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7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7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87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7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7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87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87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7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70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7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870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870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870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870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870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870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87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870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87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7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870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87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87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/>
      <p:bldP spid="387075" grpId="0" animBg="1"/>
      <p:bldP spid="387076" grpId="0" animBg="1"/>
      <p:bldP spid="387077" grpId="0" animBg="1"/>
      <p:bldP spid="387078" grpId="0" animBg="1"/>
      <p:bldP spid="387079" grpId="0" animBg="1"/>
      <p:bldP spid="387080" grpId="0" animBg="1"/>
      <p:bldP spid="387086" grpId="0" animBg="1"/>
      <p:bldP spid="387087" grpId="0" animBg="1"/>
      <p:bldP spid="387090" grpId="0" animBg="1"/>
      <p:bldP spid="387092" grpId="0" animBg="1"/>
      <p:bldP spid="38710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>
            <a:extLst>
              <a:ext uri="{FF2B5EF4-FFF2-40B4-BE49-F238E27FC236}">
                <a16:creationId xmlns:a16="http://schemas.microsoft.com/office/drawing/2014/main" id="{5E48C97D-F8C0-432D-935B-E6A49C2BF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Deletion: Pretty Easy Case</a:t>
            </a:r>
          </a:p>
        </p:txBody>
      </p:sp>
      <p:sp>
        <p:nvSpPr>
          <p:cNvPr id="389123" name="Oval 3">
            <a:extLst>
              <a:ext uri="{FF2B5EF4-FFF2-40B4-BE49-F238E27FC236}">
                <a16:creationId xmlns:a16="http://schemas.microsoft.com/office/drawing/2014/main" id="{AA39D46E-A058-44DE-B6AC-073225DCE3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89124" name="Oval 4">
            <a:extLst>
              <a:ext uri="{FF2B5EF4-FFF2-40B4-BE49-F238E27FC236}">
                <a16:creationId xmlns:a16="http://schemas.microsoft.com/office/drawing/2014/main" id="{8DC94F8F-B534-41B3-AFAB-EB2D2C045B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89125" name="Oval 5">
            <a:extLst>
              <a:ext uri="{FF2B5EF4-FFF2-40B4-BE49-F238E27FC236}">
                <a16:creationId xmlns:a16="http://schemas.microsoft.com/office/drawing/2014/main" id="{954A7AAB-8CE0-452E-93D3-45DA37FFB3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9126" name="Oval 6">
            <a:extLst>
              <a:ext uri="{FF2B5EF4-FFF2-40B4-BE49-F238E27FC236}">
                <a16:creationId xmlns:a16="http://schemas.microsoft.com/office/drawing/2014/main" id="{092ACF37-F955-4E6E-B91A-72BDB8DDFA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89127" name="Oval 7">
            <a:extLst>
              <a:ext uri="{FF2B5EF4-FFF2-40B4-BE49-F238E27FC236}">
                <a16:creationId xmlns:a16="http://schemas.microsoft.com/office/drawing/2014/main" id="{9A6C8E0D-6A26-4063-8051-C33857B1EB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89128" name="Oval 8">
            <a:extLst>
              <a:ext uri="{FF2B5EF4-FFF2-40B4-BE49-F238E27FC236}">
                <a16:creationId xmlns:a16="http://schemas.microsoft.com/office/drawing/2014/main" id="{C2C6097C-F7BF-4931-9F29-F877D8C66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89129" name="AutoShape 9">
            <a:extLst>
              <a:ext uri="{FF2B5EF4-FFF2-40B4-BE49-F238E27FC236}">
                <a16:creationId xmlns:a16="http://schemas.microsoft.com/office/drawing/2014/main" id="{E090170C-09D3-45B5-A4E9-07C2DB67D3FC}"/>
              </a:ext>
            </a:extLst>
          </p:cNvPr>
          <p:cNvCxnSpPr>
            <a:cxnSpLocks noChangeShapeType="1"/>
            <a:stCxn id="389128" idx="3"/>
            <a:endCxn id="389127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0" name="AutoShape 10">
            <a:extLst>
              <a:ext uri="{FF2B5EF4-FFF2-40B4-BE49-F238E27FC236}">
                <a16:creationId xmlns:a16="http://schemas.microsoft.com/office/drawing/2014/main" id="{43D053C5-0E15-4796-8A57-03F5FAFA5201}"/>
              </a:ext>
            </a:extLst>
          </p:cNvPr>
          <p:cNvCxnSpPr>
            <a:cxnSpLocks noChangeShapeType="1"/>
            <a:stCxn id="389128" idx="5"/>
            <a:endCxn id="389126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1" name="AutoShape 11">
            <a:extLst>
              <a:ext uri="{FF2B5EF4-FFF2-40B4-BE49-F238E27FC236}">
                <a16:creationId xmlns:a16="http://schemas.microsoft.com/office/drawing/2014/main" id="{87F1C764-BAC6-4C97-A10D-A35B78C5C6D6}"/>
              </a:ext>
            </a:extLst>
          </p:cNvPr>
          <p:cNvCxnSpPr>
            <a:cxnSpLocks noChangeShapeType="1"/>
            <a:stCxn id="389126" idx="5"/>
            <a:endCxn id="389123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2" name="AutoShape 12">
            <a:extLst>
              <a:ext uri="{FF2B5EF4-FFF2-40B4-BE49-F238E27FC236}">
                <a16:creationId xmlns:a16="http://schemas.microsoft.com/office/drawing/2014/main" id="{EE5D6EB9-3B47-42E2-BFAB-73BE380641EC}"/>
              </a:ext>
            </a:extLst>
          </p:cNvPr>
          <p:cNvCxnSpPr>
            <a:cxnSpLocks noChangeShapeType="1"/>
            <a:stCxn id="389127" idx="3"/>
            <a:endCxn id="389125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3" name="AutoShape 13">
            <a:extLst>
              <a:ext uri="{FF2B5EF4-FFF2-40B4-BE49-F238E27FC236}">
                <a16:creationId xmlns:a16="http://schemas.microsoft.com/office/drawing/2014/main" id="{0082AE11-7F4B-4698-BF1E-0E6CA38270F5}"/>
              </a:ext>
            </a:extLst>
          </p:cNvPr>
          <p:cNvCxnSpPr>
            <a:cxnSpLocks noChangeShapeType="1"/>
            <a:stCxn id="389127" idx="5"/>
            <a:endCxn id="389124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134" name="Oval 14">
            <a:extLst>
              <a:ext uri="{FF2B5EF4-FFF2-40B4-BE49-F238E27FC236}">
                <a16:creationId xmlns:a16="http://schemas.microsoft.com/office/drawing/2014/main" id="{45C0FBF6-9068-490D-B8CB-3DF729A9CA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389135" name="Oval 15">
            <a:extLst>
              <a:ext uri="{FF2B5EF4-FFF2-40B4-BE49-F238E27FC236}">
                <a16:creationId xmlns:a16="http://schemas.microsoft.com/office/drawing/2014/main" id="{7E73F4B8-5204-4EDB-A633-D19DEEDE6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389136" name="AutoShape 16">
            <a:extLst>
              <a:ext uri="{FF2B5EF4-FFF2-40B4-BE49-F238E27FC236}">
                <a16:creationId xmlns:a16="http://schemas.microsoft.com/office/drawing/2014/main" id="{61542D0A-CB74-410F-9036-DE49F6DCB7D8}"/>
              </a:ext>
            </a:extLst>
          </p:cNvPr>
          <p:cNvCxnSpPr>
            <a:cxnSpLocks noChangeShapeType="1"/>
            <a:stCxn id="389123" idx="3"/>
            <a:endCxn id="389135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7" name="AutoShape 17">
            <a:extLst>
              <a:ext uri="{FF2B5EF4-FFF2-40B4-BE49-F238E27FC236}">
                <a16:creationId xmlns:a16="http://schemas.microsoft.com/office/drawing/2014/main" id="{39C0ED11-1F42-428B-AB03-145F7122B682}"/>
              </a:ext>
            </a:extLst>
          </p:cNvPr>
          <p:cNvCxnSpPr>
            <a:cxnSpLocks noChangeShapeType="1"/>
            <a:stCxn id="389123" idx="5"/>
            <a:endCxn id="389134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138" name="Oval 18">
            <a:extLst>
              <a:ext uri="{FF2B5EF4-FFF2-40B4-BE49-F238E27FC236}">
                <a16:creationId xmlns:a16="http://schemas.microsoft.com/office/drawing/2014/main" id="{65E252DC-E754-4698-89C7-0BB3C03682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89139" name="AutoShape 19">
            <a:extLst>
              <a:ext uri="{FF2B5EF4-FFF2-40B4-BE49-F238E27FC236}">
                <a16:creationId xmlns:a16="http://schemas.microsoft.com/office/drawing/2014/main" id="{74120EF1-444D-454E-B256-9B50CB41538C}"/>
              </a:ext>
            </a:extLst>
          </p:cNvPr>
          <p:cNvCxnSpPr>
            <a:cxnSpLocks noChangeShapeType="1"/>
            <a:stCxn id="389125" idx="5"/>
            <a:endCxn id="389138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140" name="Oval 20">
            <a:extLst>
              <a:ext uri="{FF2B5EF4-FFF2-40B4-BE49-F238E27FC236}">
                <a16:creationId xmlns:a16="http://schemas.microsoft.com/office/drawing/2014/main" id="{3A615CCF-864F-4D48-B898-862A56499F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89141" name="AutoShape 21">
            <a:extLst>
              <a:ext uri="{FF2B5EF4-FFF2-40B4-BE49-F238E27FC236}">
                <a16:creationId xmlns:a16="http://schemas.microsoft.com/office/drawing/2014/main" id="{E9E57845-A7E1-40AF-B416-60382233A5AA}"/>
              </a:ext>
            </a:extLst>
          </p:cNvPr>
          <p:cNvCxnSpPr>
            <a:cxnSpLocks noChangeShapeType="1"/>
            <a:stCxn id="389126" idx="3"/>
            <a:endCxn id="389140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9142" name="Group 22">
            <a:extLst>
              <a:ext uri="{FF2B5EF4-FFF2-40B4-BE49-F238E27FC236}">
                <a16:creationId xmlns:a16="http://schemas.microsoft.com/office/drawing/2014/main" id="{83A55F2D-6A36-4DC2-8D63-7F697983AA8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89143" name="Text Box 23">
              <a:extLst>
                <a:ext uri="{FF2B5EF4-FFF2-40B4-BE49-F238E27FC236}">
                  <a16:creationId xmlns:a16="http://schemas.microsoft.com/office/drawing/2014/main" id="{C0BB16BF-31E6-4FC4-8F20-38B9B05D4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144" name="Text Box 24">
              <a:extLst>
                <a:ext uri="{FF2B5EF4-FFF2-40B4-BE49-F238E27FC236}">
                  <a16:creationId xmlns:a16="http://schemas.microsoft.com/office/drawing/2014/main" id="{6485719B-1D73-404B-BA2A-A335BF1F2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145" name="Text Box 25">
              <a:extLst>
                <a:ext uri="{FF2B5EF4-FFF2-40B4-BE49-F238E27FC236}">
                  <a16:creationId xmlns:a16="http://schemas.microsoft.com/office/drawing/2014/main" id="{03FAEF43-C523-466A-91AF-D04AB23CA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46" name="Text Box 26">
              <a:extLst>
                <a:ext uri="{FF2B5EF4-FFF2-40B4-BE49-F238E27FC236}">
                  <a16:creationId xmlns:a16="http://schemas.microsoft.com/office/drawing/2014/main" id="{BCD5EBD7-78AC-422F-AC40-BC0F87CE1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147" name="Text Box 27">
              <a:extLst>
                <a:ext uri="{FF2B5EF4-FFF2-40B4-BE49-F238E27FC236}">
                  <a16:creationId xmlns:a16="http://schemas.microsoft.com/office/drawing/2014/main" id="{37F06D0D-8DDF-4B7A-ABD1-12A400342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48" name="Text Box 28">
              <a:extLst>
                <a:ext uri="{FF2B5EF4-FFF2-40B4-BE49-F238E27FC236}">
                  <a16:creationId xmlns:a16="http://schemas.microsoft.com/office/drawing/2014/main" id="{29717C08-B07A-4017-8ECB-8C099A067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49" name="Text Box 29">
              <a:extLst>
                <a:ext uri="{FF2B5EF4-FFF2-40B4-BE49-F238E27FC236}">
                  <a16:creationId xmlns:a16="http://schemas.microsoft.com/office/drawing/2014/main" id="{B7C55A7A-30DB-4F7E-8BDC-B0839CDE4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150" name="Text Box 30">
              <a:extLst>
                <a:ext uri="{FF2B5EF4-FFF2-40B4-BE49-F238E27FC236}">
                  <a16:creationId xmlns:a16="http://schemas.microsoft.com/office/drawing/2014/main" id="{CBEBFB2A-C391-47D8-975C-52E61A328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151" name="Text Box 31">
              <a:extLst>
                <a:ext uri="{FF2B5EF4-FFF2-40B4-BE49-F238E27FC236}">
                  <a16:creationId xmlns:a16="http://schemas.microsoft.com/office/drawing/2014/main" id="{6D5CB5D6-ADB1-453A-A852-96F690321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9152" name="Text Box 32">
              <a:extLst>
                <a:ext uri="{FF2B5EF4-FFF2-40B4-BE49-F238E27FC236}">
                  <a16:creationId xmlns:a16="http://schemas.microsoft.com/office/drawing/2014/main" id="{51810A9B-203C-484B-AA6F-30284C732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53" name="Text Box 33">
              <a:extLst>
                <a:ext uri="{FF2B5EF4-FFF2-40B4-BE49-F238E27FC236}">
                  <a16:creationId xmlns:a16="http://schemas.microsoft.com/office/drawing/2014/main" id="{42824F27-B259-4E94-BED8-44F0508B2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89154" name="Text Box 34">
            <a:extLst>
              <a:ext uri="{FF2B5EF4-FFF2-40B4-BE49-F238E27FC236}">
                <a16:creationId xmlns:a16="http://schemas.microsoft.com/office/drawing/2014/main" id="{4A303A7D-4D15-46D1-9180-E4D7A1073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89155" name="Freeform 35">
            <a:extLst>
              <a:ext uri="{FF2B5EF4-FFF2-40B4-BE49-F238E27FC236}">
                <a16:creationId xmlns:a16="http://schemas.microsoft.com/office/drawing/2014/main" id="{2260CDCF-6099-4595-A683-15998313E04F}"/>
              </a:ext>
            </a:extLst>
          </p:cNvPr>
          <p:cNvSpPr>
            <a:spLocks/>
          </p:cNvSpPr>
          <p:nvPr/>
        </p:nvSpPr>
        <p:spPr bwMode="auto">
          <a:xfrm>
            <a:off x="5867400" y="3200400"/>
            <a:ext cx="1320800" cy="2679700"/>
          </a:xfrm>
          <a:custGeom>
            <a:avLst/>
            <a:gdLst>
              <a:gd name="T0" fmla="*/ 96 w 832"/>
              <a:gd name="T1" fmla="*/ 0 h 1688"/>
              <a:gd name="T2" fmla="*/ 672 w 832"/>
              <a:gd name="T3" fmla="*/ 240 h 1688"/>
              <a:gd name="T4" fmla="*/ 816 w 832"/>
              <a:gd name="T5" fmla="*/ 768 h 1688"/>
              <a:gd name="T6" fmla="*/ 768 w 832"/>
              <a:gd name="T7" fmla="*/ 1296 h 1688"/>
              <a:gd name="T8" fmla="*/ 624 w 832"/>
              <a:gd name="T9" fmla="*/ 1632 h 1688"/>
              <a:gd name="T10" fmla="*/ 240 w 832"/>
              <a:gd name="T11" fmla="*/ 1632 h 1688"/>
              <a:gd name="T12" fmla="*/ 0 w 832"/>
              <a:gd name="T13" fmla="*/ 1392 h 1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2" h="1688">
                <a:moveTo>
                  <a:pt x="96" y="0"/>
                </a:moveTo>
                <a:cubicBezTo>
                  <a:pt x="324" y="56"/>
                  <a:pt x="552" y="112"/>
                  <a:pt x="672" y="240"/>
                </a:cubicBezTo>
                <a:cubicBezTo>
                  <a:pt x="792" y="368"/>
                  <a:pt x="800" y="592"/>
                  <a:pt x="816" y="768"/>
                </a:cubicBezTo>
                <a:cubicBezTo>
                  <a:pt x="832" y="944"/>
                  <a:pt x="800" y="1152"/>
                  <a:pt x="768" y="1296"/>
                </a:cubicBezTo>
                <a:cubicBezTo>
                  <a:pt x="736" y="1440"/>
                  <a:pt x="712" y="1576"/>
                  <a:pt x="624" y="1632"/>
                </a:cubicBezTo>
                <a:cubicBezTo>
                  <a:pt x="536" y="1688"/>
                  <a:pt x="344" y="1672"/>
                  <a:pt x="240" y="1632"/>
                </a:cubicBezTo>
                <a:cubicBezTo>
                  <a:pt x="136" y="1592"/>
                  <a:pt x="40" y="1432"/>
                  <a:pt x="0" y="1392"/>
                </a:cubicBezTo>
              </a:path>
            </a:pathLst>
          </a:custGeom>
          <a:noFill/>
          <a:ln w="38100">
            <a:solidFill>
              <a:srgbClr val="9933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9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89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9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9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9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89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89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89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89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89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89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89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89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89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89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89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8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8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89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8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8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89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89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9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89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8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8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389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8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8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2" grpId="0"/>
      <p:bldP spid="389123" grpId="0" animBg="1"/>
      <p:bldP spid="389124" grpId="0" animBg="1"/>
      <p:bldP spid="389125" grpId="0" animBg="1"/>
      <p:bldP spid="389126" grpId="0" animBg="1"/>
      <p:bldP spid="389127" grpId="0" animBg="1"/>
      <p:bldP spid="389128" grpId="0" animBg="1"/>
      <p:bldP spid="389134" grpId="0" animBg="1"/>
      <p:bldP spid="389135" grpId="0" animBg="1"/>
      <p:bldP spid="389138" grpId="0" animBg="1"/>
      <p:bldP spid="389140" grpId="0" animBg="1"/>
      <p:bldP spid="389154" grpId="0"/>
      <p:bldP spid="3891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19E9E64D-FBD6-4554-9885-C549507C1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r>
              <a:rPr lang="en-US" altLang="en-US" dirty="0"/>
              <a:t>Deletion: Pretty Easy Case</a:t>
            </a:r>
            <a:r>
              <a:rPr lang="en-US" altLang="en-US" sz="3200" dirty="0"/>
              <a:t> (</a:t>
            </a:r>
            <a:r>
              <a:rPr lang="en-US" altLang="en-US" sz="3200" i="1" dirty="0"/>
              <a:t>cont</a:t>
            </a:r>
            <a:r>
              <a:rPr lang="en-US" altLang="en-US" sz="3200" dirty="0"/>
              <a:t>.)</a:t>
            </a:r>
          </a:p>
        </p:txBody>
      </p:sp>
      <p:sp>
        <p:nvSpPr>
          <p:cNvPr id="391171" name="Oval 3">
            <a:extLst>
              <a:ext uri="{FF2B5EF4-FFF2-40B4-BE49-F238E27FC236}">
                <a16:creationId xmlns:a16="http://schemas.microsoft.com/office/drawing/2014/main" id="{5B9D132A-51F4-4D45-8CE3-B7B4E6ED7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1172" name="Oval 4">
            <a:extLst>
              <a:ext uri="{FF2B5EF4-FFF2-40B4-BE49-F238E27FC236}">
                <a16:creationId xmlns:a16="http://schemas.microsoft.com/office/drawing/2014/main" id="{77EA5C14-E269-4BFA-8C70-9F924B99FC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91173" name="Oval 5">
            <a:extLst>
              <a:ext uri="{FF2B5EF4-FFF2-40B4-BE49-F238E27FC236}">
                <a16:creationId xmlns:a16="http://schemas.microsoft.com/office/drawing/2014/main" id="{93CB197B-AD43-42AE-91EF-29B336E5E0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1174" name="Oval 6">
            <a:extLst>
              <a:ext uri="{FF2B5EF4-FFF2-40B4-BE49-F238E27FC236}">
                <a16:creationId xmlns:a16="http://schemas.microsoft.com/office/drawing/2014/main" id="{4634C434-9FE4-4165-8B58-AAE0B51AD2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1175" name="Oval 7">
            <a:extLst>
              <a:ext uri="{FF2B5EF4-FFF2-40B4-BE49-F238E27FC236}">
                <a16:creationId xmlns:a16="http://schemas.microsoft.com/office/drawing/2014/main" id="{615CC912-7B9A-4C8F-8E00-A4146692C6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1176" name="Oval 8">
            <a:extLst>
              <a:ext uri="{FF2B5EF4-FFF2-40B4-BE49-F238E27FC236}">
                <a16:creationId xmlns:a16="http://schemas.microsoft.com/office/drawing/2014/main" id="{F51BF667-0A0D-46AF-B901-70A11CC504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1177" name="AutoShape 9">
            <a:extLst>
              <a:ext uri="{FF2B5EF4-FFF2-40B4-BE49-F238E27FC236}">
                <a16:creationId xmlns:a16="http://schemas.microsoft.com/office/drawing/2014/main" id="{F82C6074-3C6E-4A80-8E22-E5C99BE9B852}"/>
              </a:ext>
            </a:extLst>
          </p:cNvPr>
          <p:cNvCxnSpPr>
            <a:cxnSpLocks noChangeShapeType="1"/>
            <a:stCxn id="391176" idx="3"/>
            <a:endCxn id="391175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78" name="AutoShape 10">
            <a:extLst>
              <a:ext uri="{FF2B5EF4-FFF2-40B4-BE49-F238E27FC236}">
                <a16:creationId xmlns:a16="http://schemas.microsoft.com/office/drawing/2014/main" id="{8EB9B80E-A439-47C6-9577-DED3017161EC}"/>
              </a:ext>
            </a:extLst>
          </p:cNvPr>
          <p:cNvCxnSpPr>
            <a:cxnSpLocks noChangeShapeType="1"/>
            <a:stCxn id="391176" idx="5"/>
            <a:endCxn id="391174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79" name="AutoShape 11">
            <a:extLst>
              <a:ext uri="{FF2B5EF4-FFF2-40B4-BE49-F238E27FC236}">
                <a16:creationId xmlns:a16="http://schemas.microsoft.com/office/drawing/2014/main" id="{D00B6830-F6BD-4104-85E4-C60978D51C85}"/>
              </a:ext>
            </a:extLst>
          </p:cNvPr>
          <p:cNvCxnSpPr>
            <a:cxnSpLocks noChangeShapeType="1"/>
            <a:stCxn id="391174" idx="5"/>
            <a:endCxn id="391171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80" name="AutoShape 12">
            <a:extLst>
              <a:ext uri="{FF2B5EF4-FFF2-40B4-BE49-F238E27FC236}">
                <a16:creationId xmlns:a16="http://schemas.microsoft.com/office/drawing/2014/main" id="{B9255E74-673E-46CF-9B64-C902A0D5306C}"/>
              </a:ext>
            </a:extLst>
          </p:cNvPr>
          <p:cNvCxnSpPr>
            <a:cxnSpLocks noChangeShapeType="1"/>
            <a:stCxn id="391175" idx="3"/>
            <a:endCxn id="391173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81" name="AutoShape 13">
            <a:extLst>
              <a:ext uri="{FF2B5EF4-FFF2-40B4-BE49-F238E27FC236}">
                <a16:creationId xmlns:a16="http://schemas.microsoft.com/office/drawing/2014/main" id="{EC4AF635-BE1B-42B1-87B7-174856AD7256}"/>
              </a:ext>
            </a:extLst>
          </p:cNvPr>
          <p:cNvCxnSpPr>
            <a:cxnSpLocks noChangeShapeType="1"/>
            <a:stCxn id="391175" idx="5"/>
            <a:endCxn id="391172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2" name="Oval 14">
            <a:extLst>
              <a:ext uri="{FF2B5EF4-FFF2-40B4-BE49-F238E27FC236}">
                <a16:creationId xmlns:a16="http://schemas.microsoft.com/office/drawing/2014/main" id="{8CB89779-6B80-4BCF-8EC7-227ECC57D2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1183" name="AutoShape 15">
            <a:extLst>
              <a:ext uri="{FF2B5EF4-FFF2-40B4-BE49-F238E27FC236}">
                <a16:creationId xmlns:a16="http://schemas.microsoft.com/office/drawing/2014/main" id="{A4939B2C-A45B-4A74-8AEF-8D8CAB936EC3}"/>
              </a:ext>
            </a:extLst>
          </p:cNvPr>
          <p:cNvCxnSpPr>
            <a:cxnSpLocks noChangeShapeType="1"/>
            <a:stCxn id="391171" idx="5"/>
            <a:endCxn id="391182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4" name="Oval 16">
            <a:extLst>
              <a:ext uri="{FF2B5EF4-FFF2-40B4-BE49-F238E27FC236}">
                <a16:creationId xmlns:a16="http://schemas.microsoft.com/office/drawing/2014/main" id="{4AAE32F8-AC9F-4FF2-9E1D-EEB112E5FF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1185" name="AutoShape 17">
            <a:extLst>
              <a:ext uri="{FF2B5EF4-FFF2-40B4-BE49-F238E27FC236}">
                <a16:creationId xmlns:a16="http://schemas.microsoft.com/office/drawing/2014/main" id="{8DF05077-8C6C-4040-8C69-1515C306AC2A}"/>
              </a:ext>
            </a:extLst>
          </p:cNvPr>
          <p:cNvCxnSpPr>
            <a:cxnSpLocks noChangeShapeType="1"/>
            <a:stCxn id="391173" idx="5"/>
            <a:endCxn id="391184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6" name="Oval 18">
            <a:extLst>
              <a:ext uri="{FF2B5EF4-FFF2-40B4-BE49-F238E27FC236}">
                <a16:creationId xmlns:a16="http://schemas.microsoft.com/office/drawing/2014/main" id="{63950F7A-4D10-4E3C-9F96-28191B600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1187" name="AutoShape 19">
            <a:extLst>
              <a:ext uri="{FF2B5EF4-FFF2-40B4-BE49-F238E27FC236}">
                <a16:creationId xmlns:a16="http://schemas.microsoft.com/office/drawing/2014/main" id="{1244CBE7-9C21-470D-866D-F0FB10595BA7}"/>
              </a:ext>
            </a:extLst>
          </p:cNvPr>
          <p:cNvCxnSpPr>
            <a:cxnSpLocks noChangeShapeType="1"/>
            <a:stCxn id="391174" idx="3"/>
            <a:endCxn id="391186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8" name="Text Box 20">
            <a:extLst>
              <a:ext uri="{FF2B5EF4-FFF2-40B4-BE49-F238E27FC236}">
                <a16:creationId xmlns:a16="http://schemas.microsoft.com/office/drawing/2014/main" id="{171DB1EA-E073-4D8F-9444-608AEB823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1189" name="Text Box 21">
            <a:extLst>
              <a:ext uri="{FF2B5EF4-FFF2-40B4-BE49-F238E27FC236}">
                <a16:creationId xmlns:a16="http://schemas.microsoft.com/office/drawing/2014/main" id="{F8518E10-197F-493C-8E3C-DB9E568BF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44958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1190" name="Text Box 22">
            <a:extLst>
              <a:ext uri="{FF2B5EF4-FFF2-40B4-BE49-F238E27FC236}">
                <a16:creationId xmlns:a16="http://schemas.microsoft.com/office/drawing/2014/main" id="{74F68953-1A3D-45E2-BAAE-B046DCB19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1191" name="Text Box 23">
            <a:extLst>
              <a:ext uri="{FF2B5EF4-FFF2-40B4-BE49-F238E27FC236}">
                <a16:creationId xmlns:a16="http://schemas.microsoft.com/office/drawing/2014/main" id="{19442E72-C6C6-42DF-AFD9-86B48E3AA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2" name="Text Box 24">
            <a:extLst>
              <a:ext uri="{FF2B5EF4-FFF2-40B4-BE49-F238E27FC236}">
                <a16:creationId xmlns:a16="http://schemas.microsoft.com/office/drawing/2014/main" id="{1DC7B151-4D1A-400E-A284-93FF239AB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3" name="Text Box 25">
            <a:extLst>
              <a:ext uri="{FF2B5EF4-FFF2-40B4-BE49-F238E27FC236}">
                <a16:creationId xmlns:a16="http://schemas.microsoft.com/office/drawing/2014/main" id="{1C61DE4B-4B47-45E2-A22D-FEB9A3E3D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1194" name="Text Box 26">
            <a:extLst>
              <a:ext uri="{FF2B5EF4-FFF2-40B4-BE49-F238E27FC236}">
                <a16:creationId xmlns:a16="http://schemas.microsoft.com/office/drawing/2014/main" id="{B4F7475F-DD61-4E8C-8619-26B0B5951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1195" name="Text Box 27">
            <a:extLst>
              <a:ext uri="{FF2B5EF4-FFF2-40B4-BE49-F238E27FC236}">
                <a16:creationId xmlns:a16="http://schemas.microsoft.com/office/drawing/2014/main" id="{CBC63700-939C-4579-97C1-ECDCF9594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350" y="1828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1196" name="Text Box 28">
            <a:extLst>
              <a:ext uri="{FF2B5EF4-FFF2-40B4-BE49-F238E27FC236}">
                <a16:creationId xmlns:a16="http://schemas.microsoft.com/office/drawing/2014/main" id="{6D96E1BC-A47E-467C-8264-169F2BC07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7" name="Text Box 29">
            <a:extLst>
              <a:ext uri="{FF2B5EF4-FFF2-40B4-BE49-F238E27FC236}">
                <a16:creationId xmlns:a16="http://schemas.microsoft.com/office/drawing/2014/main" id="{691BF4FC-5ADA-4ED0-B88A-C0493D75D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8" name="Text Box 30">
            <a:extLst>
              <a:ext uri="{FF2B5EF4-FFF2-40B4-BE49-F238E27FC236}">
                <a16:creationId xmlns:a16="http://schemas.microsoft.com/office/drawing/2014/main" id="{90CC57DA-4A5F-4782-995B-15B0A622D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1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1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1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1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1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1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1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91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91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1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91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1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1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1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1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91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1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91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91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91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91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91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91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91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91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91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91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91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91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91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91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91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9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9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91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91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1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91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9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/>
      <p:bldP spid="391171" grpId="0" animBg="1"/>
      <p:bldP spid="391172" grpId="0" animBg="1"/>
      <p:bldP spid="391173" grpId="0" animBg="1"/>
      <p:bldP spid="391174" grpId="0" animBg="1"/>
      <p:bldP spid="391175" grpId="0" animBg="1"/>
      <p:bldP spid="391176" grpId="0" animBg="1"/>
      <p:bldP spid="391182" grpId="0" animBg="1"/>
      <p:bldP spid="391184" grpId="0" animBg="1"/>
      <p:bldP spid="391186" grpId="0" animBg="1"/>
      <p:bldP spid="391188" grpId="0"/>
      <p:bldP spid="391189" grpId="0"/>
      <p:bldP spid="391190" grpId="0"/>
      <p:bldP spid="391191" grpId="0"/>
      <p:bldP spid="391192" grpId="0"/>
      <p:bldP spid="391193" grpId="0"/>
      <p:bldP spid="391194" grpId="0"/>
      <p:bldP spid="391195" grpId="0"/>
      <p:bldP spid="391196" grpId="0"/>
      <p:bldP spid="391197" grpId="0"/>
      <p:bldP spid="39119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5294A82A-2434-4EC5-8535-21685C020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 (Hard Case #1)</a:t>
            </a:r>
          </a:p>
        </p:txBody>
      </p:sp>
      <p:sp>
        <p:nvSpPr>
          <p:cNvPr id="393219" name="Oval 3">
            <a:extLst>
              <a:ext uri="{FF2B5EF4-FFF2-40B4-BE49-F238E27FC236}">
                <a16:creationId xmlns:a16="http://schemas.microsoft.com/office/drawing/2014/main" id="{A8D4B7F5-D114-4929-B2EE-0628C072F1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3220" name="Oval 4">
            <a:extLst>
              <a:ext uri="{FF2B5EF4-FFF2-40B4-BE49-F238E27FC236}">
                <a16:creationId xmlns:a16="http://schemas.microsoft.com/office/drawing/2014/main" id="{2BF85A90-6019-4B5A-B2CB-E9B20F5DC5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93221" name="Oval 5">
            <a:extLst>
              <a:ext uri="{FF2B5EF4-FFF2-40B4-BE49-F238E27FC236}">
                <a16:creationId xmlns:a16="http://schemas.microsoft.com/office/drawing/2014/main" id="{62715B14-9BA3-457D-806B-D457FD838C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3222" name="Oval 6">
            <a:extLst>
              <a:ext uri="{FF2B5EF4-FFF2-40B4-BE49-F238E27FC236}">
                <a16:creationId xmlns:a16="http://schemas.microsoft.com/office/drawing/2014/main" id="{5FFF6840-DDCC-4488-A64C-250209D80F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3223" name="Oval 7">
            <a:extLst>
              <a:ext uri="{FF2B5EF4-FFF2-40B4-BE49-F238E27FC236}">
                <a16:creationId xmlns:a16="http://schemas.microsoft.com/office/drawing/2014/main" id="{353C27C1-A161-47B0-879E-7309AC513A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3224" name="Oval 8">
            <a:extLst>
              <a:ext uri="{FF2B5EF4-FFF2-40B4-BE49-F238E27FC236}">
                <a16:creationId xmlns:a16="http://schemas.microsoft.com/office/drawing/2014/main" id="{5CAE1B2C-158E-4B3E-B158-6A509AD8B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3225" name="AutoShape 9">
            <a:extLst>
              <a:ext uri="{FF2B5EF4-FFF2-40B4-BE49-F238E27FC236}">
                <a16:creationId xmlns:a16="http://schemas.microsoft.com/office/drawing/2014/main" id="{5739ABA4-BA8A-49CD-A31C-54EAC918AE73}"/>
              </a:ext>
            </a:extLst>
          </p:cNvPr>
          <p:cNvCxnSpPr>
            <a:cxnSpLocks noChangeShapeType="1"/>
            <a:stCxn id="393224" idx="3"/>
            <a:endCxn id="393223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6" name="AutoShape 10">
            <a:extLst>
              <a:ext uri="{FF2B5EF4-FFF2-40B4-BE49-F238E27FC236}">
                <a16:creationId xmlns:a16="http://schemas.microsoft.com/office/drawing/2014/main" id="{3B417652-6124-40A8-95C8-B587EE44030C}"/>
              </a:ext>
            </a:extLst>
          </p:cNvPr>
          <p:cNvCxnSpPr>
            <a:cxnSpLocks noChangeShapeType="1"/>
            <a:stCxn id="393224" idx="5"/>
            <a:endCxn id="393222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7" name="AutoShape 11">
            <a:extLst>
              <a:ext uri="{FF2B5EF4-FFF2-40B4-BE49-F238E27FC236}">
                <a16:creationId xmlns:a16="http://schemas.microsoft.com/office/drawing/2014/main" id="{5C4B4341-A83B-4640-81D1-72C75D346A38}"/>
              </a:ext>
            </a:extLst>
          </p:cNvPr>
          <p:cNvCxnSpPr>
            <a:cxnSpLocks noChangeShapeType="1"/>
            <a:stCxn id="393222" idx="5"/>
            <a:endCxn id="393219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8" name="AutoShape 12">
            <a:extLst>
              <a:ext uri="{FF2B5EF4-FFF2-40B4-BE49-F238E27FC236}">
                <a16:creationId xmlns:a16="http://schemas.microsoft.com/office/drawing/2014/main" id="{EBBF813D-D142-4460-BD39-888ECDEA7951}"/>
              </a:ext>
            </a:extLst>
          </p:cNvPr>
          <p:cNvCxnSpPr>
            <a:cxnSpLocks noChangeShapeType="1"/>
            <a:stCxn id="393223" idx="3"/>
            <a:endCxn id="393221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9" name="AutoShape 13">
            <a:extLst>
              <a:ext uri="{FF2B5EF4-FFF2-40B4-BE49-F238E27FC236}">
                <a16:creationId xmlns:a16="http://schemas.microsoft.com/office/drawing/2014/main" id="{67C71712-64C6-4418-A2E7-1F4F048CD761}"/>
              </a:ext>
            </a:extLst>
          </p:cNvPr>
          <p:cNvCxnSpPr>
            <a:cxnSpLocks noChangeShapeType="1"/>
            <a:stCxn id="393223" idx="5"/>
            <a:endCxn id="393220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230" name="Oval 14">
            <a:extLst>
              <a:ext uri="{FF2B5EF4-FFF2-40B4-BE49-F238E27FC236}">
                <a16:creationId xmlns:a16="http://schemas.microsoft.com/office/drawing/2014/main" id="{EED73F1B-93B4-40CF-B089-531E5907C3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3231" name="AutoShape 15">
            <a:extLst>
              <a:ext uri="{FF2B5EF4-FFF2-40B4-BE49-F238E27FC236}">
                <a16:creationId xmlns:a16="http://schemas.microsoft.com/office/drawing/2014/main" id="{F3F1FE63-2483-4C3C-8B76-2AFA58CF9477}"/>
              </a:ext>
            </a:extLst>
          </p:cNvPr>
          <p:cNvCxnSpPr>
            <a:cxnSpLocks noChangeShapeType="1"/>
            <a:stCxn id="393219" idx="5"/>
            <a:endCxn id="393230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232" name="Oval 16">
            <a:extLst>
              <a:ext uri="{FF2B5EF4-FFF2-40B4-BE49-F238E27FC236}">
                <a16:creationId xmlns:a16="http://schemas.microsoft.com/office/drawing/2014/main" id="{4459E34F-BF9F-4AB3-9274-A48FF15FBC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3233" name="AutoShape 17">
            <a:extLst>
              <a:ext uri="{FF2B5EF4-FFF2-40B4-BE49-F238E27FC236}">
                <a16:creationId xmlns:a16="http://schemas.microsoft.com/office/drawing/2014/main" id="{3A78D0F9-AA27-4354-8B1F-BFC28C3F16D3}"/>
              </a:ext>
            </a:extLst>
          </p:cNvPr>
          <p:cNvCxnSpPr>
            <a:cxnSpLocks noChangeShapeType="1"/>
            <a:stCxn id="393221" idx="5"/>
            <a:endCxn id="393232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234" name="Oval 18">
            <a:extLst>
              <a:ext uri="{FF2B5EF4-FFF2-40B4-BE49-F238E27FC236}">
                <a16:creationId xmlns:a16="http://schemas.microsoft.com/office/drawing/2014/main" id="{808894A5-9167-46E1-8795-F64388461A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3235" name="AutoShape 19">
            <a:extLst>
              <a:ext uri="{FF2B5EF4-FFF2-40B4-BE49-F238E27FC236}">
                <a16:creationId xmlns:a16="http://schemas.microsoft.com/office/drawing/2014/main" id="{9C0C5929-02F8-4D92-B81C-729DF090AB36}"/>
              </a:ext>
            </a:extLst>
          </p:cNvPr>
          <p:cNvCxnSpPr>
            <a:cxnSpLocks noChangeShapeType="1"/>
            <a:stCxn id="393222" idx="3"/>
            <a:endCxn id="393234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3236" name="Group 20">
            <a:extLst>
              <a:ext uri="{FF2B5EF4-FFF2-40B4-BE49-F238E27FC236}">
                <a16:creationId xmlns:a16="http://schemas.microsoft.com/office/drawing/2014/main" id="{B2C62640-7189-4EFC-A0FE-9887E41C228B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93237" name="Text Box 21">
              <a:extLst>
                <a:ext uri="{FF2B5EF4-FFF2-40B4-BE49-F238E27FC236}">
                  <a16:creationId xmlns:a16="http://schemas.microsoft.com/office/drawing/2014/main" id="{01D456FB-48BE-4449-96F7-1B02DB739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3238" name="Text Box 22">
              <a:extLst>
                <a:ext uri="{FF2B5EF4-FFF2-40B4-BE49-F238E27FC236}">
                  <a16:creationId xmlns:a16="http://schemas.microsoft.com/office/drawing/2014/main" id="{F13CFB34-1E3C-4FB6-B411-3A7CAD43A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3239" name="Text Box 23">
              <a:extLst>
                <a:ext uri="{FF2B5EF4-FFF2-40B4-BE49-F238E27FC236}">
                  <a16:creationId xmlns:a16="http://schemas.microsoft.com/office/drawing/2014/main" id="{645E4228-B73B-4E24-8F58-AEA321C02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3240" name="Text Box 24">
              <a:extLst>
                <a:ext uri="{FF2B5EF4-FFF2-40B4-BE49-F238E27FC236}">
                  <a16:creationId xmlns:a16="http://schemas.microsoft.com/office/drawing/2014/main" id="{C80415E7-F2E8-4F00-84BB-2FE1D8842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3241" name="Text Box 25">
              <a:extLst>
                <a:ext uri="{FF2B5EF4-FFF2-40B4-BE49-F238E27FC236}">
                  <a16:creationId xmlns:a16="http://schemas.microsoft.com/office/drawing/2014/main" id="{A244186C-C616-457F-A1E1-F0DB5D638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3242" name="Text Box 26">
              <a:extLst>
                <a:ext uri="{FF2B5EF4-FFF2-40B4-BE49-F238E27FC236}">
                  <a16:creationId xmlns:a16="http://schemas.microsoft.com/office/drawing/2014/main" id="{10893E8A-C3A8-4D9E-9891-01500F9BF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3243" name="Text Box 27">
              <a:extLst>
                <a:ext uri="{FF2B5EF4-FFF2-40B4-BE49-F238E27FC236}">
                  <a16:creationId xmlns:a16="http://schemas.microsoft.com/office/drawing/2014/main" id="{7CC5ACB8-33C5-4362-90AC-026CD9301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3244" name="Text Box 28">
              <a:extLst>
                <a:ext uri="{FF2B5EF4-FFF2-40B4-BE49-F238E27FC236}">
                  <a16:creationId xmlns:a16="http://schemas.microsoft.com/office/drawing/2014/main" id="{64BB2E27-F9AB-4242-A0A3-EE9F58BD8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3245" name="Text Box 29">
              <a:extLst>
                <a:ext uri="{FF2B5EF4-FFF2-40B4-BE49-F238E27FC236}">
                  <a16:creationId xmlns:a16="http://schemas.microsoft.com/office/drawing/2014/main" id="{19AD80D1-D7C0-4435-B99D-43F3F0DA7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3246" name="Text Box 30">
              <a:extLst>
                <a:ext uri="{FF2B5EF4-FFF2-40B4-BE49-F238E27FC236}">
                  <a16:creationId xmlns:a16="http://schemas.microsoft.com/office/drawing/2014/main" id="{12A672E0-A3C4-4045-8ECD-492515E26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3247" name="Text Box 31">
              <a:extLst>
                <a:ext uri="{FF2B5EF4-FFF2-40B4-BE49-F238E27FC236}">
                  <a16:creationId xmlns:a16="http://schemas.microsoft.com/office/drawing/2014/main" id="{D75620FB-BEFE-467A-884A-6287A2D42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93248" name="Text Box 32">
            <a:extLst>
              <a:ext uri="{FF2B5EF4-FFF2-40B4-BE49-F238E27FC236}">
                <a16:creationId xmlns:a16="http://schemas.microsoft.com/office/drawing/2014/main" id="{81622EFC-D8E0-4293-917C-349C0CCAE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52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12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3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3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3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3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3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3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3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3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93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93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3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93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93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3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3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3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3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3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93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3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3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3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3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3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3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93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93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93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3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8" grpId="0"/>
      <p:bldP spid="393219" grpId="0" animBg="1"/>
      <p:bldP spid="393220" grpId="0" animBg="1"/>
      <p:bldP spid="393221" grpId="0" animBg="1"/>
      <p:bldP spid="393222" grpId="0" animBg="1"/>
      <p:bldP spid="393223" grpId="0" animBg="1"/>
      <p:bldP spid="393224" grpId="0" animBg="1"/>
      <p:bldP spid="393230" grpId="0" animBg="1"/>
      <p:bldP spid="393232" grpId="0" animBg="1"/>
      <p:bldP spid="393234" grpId="0" animBg="1"/>
      <p:bldP spid="39324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>
            <a:extLst>
              <a:ext uri="{FF2B5EF4-FFF2-40B4-BE49-F238E27FC236}">
                <a16:creationId xmlns:a16="http://schemas.microsoft.com/office/drawing/2014/main" id="{25D35FBC-0C2E-462C-B489-219F3FB16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Single Rotation on Deletion</a:t>
            </a:r>
          </a:p>
        </p:txBody>
      </p:sp>
      <p:sp>
        <p:nvSpPr>
          <p:cNvPr id="395318" name="Text Box 54">
            <a:extLst>
              <a:ext uri="{FF2B5EF4-FFF2-40B4-BE49-F238E27FC236}">
                <a16:creationId xmlns:a16="http://schemas.microsoft.com/office/drawing/2014/main" id="{3469F3D6-FA0F-4C48-B6F7-CF308BD37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0" y="45085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5324" name="Group 60">
            <a:extLst>
              <a:ext uri="{FF2B5EF4-FFF2-40B4-BE49-F238E27FC236}">
                <a16:creationId xmlns:a16="http://schemas.microsoft.com/office/drawing/2014/main" id="{C3EA1923-D08C-40F3-B3BD-A7B2A5690147}"/>
              </a:ext>
            </a:extLst>
          </p:cNvPr>
          <p:cNvGrpSpPr>
            <a:grpSpLocks/>
          </p:cNvGrpSpPr>
          <p:nvPr/>
        </p:nvGrpSpPr>
        <p:grpSpPr bwMode="auto">
          <a:xfrm>
            <a:off x="0" y="1676400"/>
            <a:ext cx="8921750" cy="3352800"/>
            <a:chOff x="48" y="1152"/>
            <a:chExt cx="5620" cy="2112"/>
          </a:xfrm>
        </p:grpSpPr>
        <p:sp>
          <p:nvSpPr>
            <p:cNvPr id="395267" name="Oval 3">
              <a:extLst>
                <a:ext uri="{FF2B5EF4-FFF2-40B4-BE49-F238E27FC236}">
                  <a16:creationId xmlns:a16="http://schemas.microsoft.com/office/drawing/2014/main" id="{74AFE141-BBDC-4109-9DE1-79EDBA922E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60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95268" name="Oval 4">
              <a:extLst>
                <a:ext uri="{FF2B5EF4-FFF2-40B4-BE49-F238E27FC236}">
                  <a16:creationId xmlns:a16="http://schemas.microsoft.com/office/drawing/2014/main" id="{4B50AF5A-BA68-43B6-87C5-4CFD5B4F92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95269" name="Oval 5">
              <a:extLst>
                <a:ext uri="{FF2B5EF4-FFF2-40B4-BE49-F238E27FC236}">
                  <a16:creationId xmlns:a16="http://schemas.microsoft.com/office/drawing/2014/main" id="{063E461B-FBD4-44A7-B121-374EB2856C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5270" name="Oval 6">
              <a:extLst>
                <a:ext uri="{FF2B5EF4-FFF2-40B4-BE49-F238E27FC236}">
                  <a16:creationId xmlns:a16="http://schemas.microsoft.com/office/drawing/2014/main" id="{51E1ED65-D2A2-4B73-802F-96DA9F6A90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4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395271" name="Oval 7">
              <a:extLst>
                <a:ext uri="{FF2B5EF4-FFF2-40B4-BE49-F238E27FC236}">
                  <a16:creationId xmlns:a16="http://schemas.microsoft.com/office/drawing/2014/main" id="{D28CA469-F0BA-4D51-A275-6E30B610A6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95272" name="Oval 8">
              <a:extLst>
                <a:ext uri="{FF2B5EF4-FFF2-40B4-BE49-F238E27FC236}">
                  <a16:creationId xmlns:a16="http://schemas.microsoft.com/office/drawing/2014/main" id="{FC60D2CB-2C8E-4F3B-9B6D-082450FA95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2" y="134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cxnSp>
          <p:nvCxnSpPr>
            <p:cNvPr id="395273" name="AutoShape 9">
              <a:extLst>
                <a:ext uri="{FF2B5EF4-FFF2-40B4-BE49-F238E27FC236}">
                  <a16:creationId xmlns:a16="http://schemas.microsoft.com/office/drawing/2014/main" id="{3E82ABED-4BCB-44A4-927E-064BDC571EDD}"/>
                </a:ext>
              </a:extLst>
            </p:cNvPr>
            <p:cNvCxnSpPr>
              <a:cxnSpLocks noChangeShapeType="1"/>
              <a:stCxn id="395272" idx="3"/>
              <a:endCxn id="395271" idx="0"/>
            </p:cNvCxnSpPr>
            <p:nvPr/>
          </p:nvCxnSpPr>
          <p:spPr bwMode="auto">
            <a:xfrm flipH="1">
              <a:off x="600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4" name="AutoShape 10">
              <a:extLst>
                <a:ext uri="{FF2B5EF4-FFF2-40B4-BE49-F238E27FC236}">
                  <a16:creationId xmlns:a16="http://schemas.microsoft.com/office/drawing/2014/main" id="{A778A08D-2A08-47B4-8591-1545C9E308BC}"/>
                </a:ext>
              </a:extLst>
            </p:cNvPr>
            <p:cNvCxnSpPr>
              <a:cxnSpLocks noChangeShapeType="1"/>
              <a:stCxn id="395272" idx="5"/>
              <a:endCxn id="395270" idx="0"/>
            </p:cNvCxnSpPr>
            <p:nvPr/>
          </p:nvCxnSpPr>
          <p:spPr bwMode="auto">
            <a:xfrm>
              <a:off x="1357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5" name="AutoShape 11">
              <a:extLst>
                <a:ext uri="{FF2B5EF4-FFF2-40B4-BE49-F238E27FC236}">
                  <a16:creationId xmlns:a16="http://schemas.microsoft.com/office/drawing/2014/main" id="{ED54E332-D604-4ABE-820D-76996920DEE3}"/>
                </a:ext>
              </a:extLst>
            </p:cNvPr>
            <p:cNvCxnSpPr>
              <a:cxnSpLocks noChangeShapeType="1"/>
              <a:stCxn id="395270" idx="5"/>
              <a:endCxn id="395267" idx="0"/>
            </p:cNvCxnSpPr>
            <p:nvPr/>
          </p:nvCxnSpPr>
          <p:spPr bwMode="auto">
            <a:xfrm>
              <a:off x="2029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6" name="AutoShape 12">
              <a:extLst>
                <a:ext uri="{FF2B5EF4-FFF2-40B4-BE49-F238E27FC236}">
                  <a16:creationId xmlns:a16="http://schemas.microsoft.com/office/drawing/2014/main" id="{E1F2BB4F-C0B8-4C89-B8B7-CA6B3CE6ABB3}"/>
                </a:ext>
              </a:extLst>
            </p:cNvPr>
            <p:cNvCxnSpPr>
              <a:cxnSpLocks noChangeShapeType="1"/>
              <a:stCxn id="395271" idx="3"/>
              <a:endCxn id="395269" idx="0"/>
            </p:cNvCxnSpPr>
            <p:nvPr/>
          </p:nvCxnSpPr>
          <p:spPr bwMode="auto">
            <a:xfrm flipH="1">
              <a:off x="264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7" name="AutoShape 13">
              <a:extLst>
                <a:ext uri="{FF2B5EF4-FFF2-40B4-BE49-F238E27FC236}">
                  <a16:creationId xmlns:a16="http://schemas.microsoft.com/office/drawing/2014/main" id="{83565E5B-38E7-431B-B8C1-DE8503D6EC5E}"/>
                </a:ext>
              </a:extLst>
            </p:cNvPr>
            <p:cNvCxnSpPr>
              <a:cxnSpLocks noChangeShapeType="1"/>
              <a:stCxn id="395271" idx="5"/>
              <a:endCxn id="395268" idx="0"/>
            </p:cNvCxnSpPr>
            <p:nvPr/>
          </p:nvCxnSpPr>
          <p:spPr bwMode="auto">
            <a:xfrm>
              <a:off x="685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278" name="Oval 14">
              <a:extLst>
                <a:ext uri="{FF2B5EF4-FFF2-40B4-BE49-F238E27FC236}">
                  <a16:creationId xmlns:a16="http://schemas.microsoft.com/office/drawing/2014/main" id="{EA0B5585-D86E-419C-92A1-EA2BB8BB9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8" y="302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cxnSp>
          <p:nvCxnSpPr>
            <p:cNvPr id="395279" name="AutoShape 15">
              <a:extLst>
                <a:ext uri="{FF2B5EF4-FFF2-40B4-BE49-F238E27FC236}">
                  <a16:creationId xmlns:a16="http://schemas.microsoft.com/office/drawing/2014/main" id="{EB2ACD05-4964-4584-82B1-1D847725A72B}"/>
                </a:ext>
              </a:extLst>
            </p:cNvPr>
            <p:cNvCxnSpPr>
              <a:cxnSpLocks noChangeShapeType="1"/>
              <a:stCxn id="395267" idx="5"/>
              <a:endCxn id="395278" idx="0"/>
            </p:cNvCxnSpPr>
            <p:nvPr/>
          </p:nvCxnSpPr>
          <p:spPr bwMode="auto">
            <a:xfrm>
              <a:off x="2365" y="2681"/>
              <a:ext cx="83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280" name="Oval 16">
              <a:extLst>
                <a:ext uri="{FF2B5EF4-FFF2-40B4-BE49-F238E27FC236}">
                  <a16:creationId xmlns:a16="http://schemas.microsoft.com/office/drawing/2014/main" id="{DC4C7AEA-95D5-4264-B534-482964C70F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4" y="302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95281" name="AutoShape 17">
              <a:extLst>
                <a:ext uri="{FF2B5EF4-FFF2-40B4-BE49-F238E27FC236}">
                  <a16:creationId xmlns:a16="http://schemas.microsoft.com/office/drawing/2014/main" id="{6A2918D1-6CEC-431D-9B7A-E6F8A050ACF2}"/>
                </a:ext>
              </a:extLst>
            </p:cNvPr>
            <p:cNvCxnSpPr>
              <a:cxnSpLocks noChangeShapeType="1"/>
              <a:stCxn id="395269" idx="5"/>
              <a:endCxn id="395280" idx="0"/>
            </p:cNvCxnSpPr>
            <p:nvPr/>
          </p:nvCxnSpPr>
          <p:spPr bwMode="auto">
            <a:xfrm>
              <a:off x="349" y="2681"/>
              <a:ext cx="75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5282" name="Group 18">
              <a:extLst>
                <a:ext uri="{FF2B5EF4-FFF2-40B4-BE49-F238E27FC236}">
                  <a16:creationId xmlns:a16="http://schemas.microsoft.com/office/drawing/2014/main" id="{B8B3B2CC-78C2-4D34-81D5-EEE74A986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1152"/>
              <a:ext cx="2592" cy="1940"/>
              <a:chOff x="1632" y="1152"/>
              <a:chExt cx="2592" cy="1940"/>
            </a:xfrm>
          </p:grpSpPr>
          <p:sp>
            <p:nvSpPr>
              <p:cNvPr id="395283" name="Text Box 19">
                <a:extLst>
                  <a:ext uri="{FF2B5EF4-FFF2-40B4-BE49-F238E27FC236}">
                    <a16:creationId xmlns:a16="http://schemas.microsoft.com/office/drawing/2014/main" id="{CDC5BD80-6C02-4645-B841-57D74170C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225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95284" name="Text Box 20">
                <a:extLst>
                  <a:ext uri="{FF2B5EF4-FFF2-40B4-BE49-F238E27FC236}">
                    <a16:creationId xmlns:a16="http://schemas.microsoft.com/office/drawing/2014/main" id="{29A7FB1F-0190-4AB7-874D-65D62FCA1E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6" y="283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285" name="Text Box 21">
                <a:extLst>
                  <a:ext uri="{FF2B5EF4-FFF2-40B4-BE49-F238E27FC236}">
                    <a16:creationId xmlns:a16="http://schemas.microsoft.com/office/drawing/2014/main" id="{731FDD4F-B67D-4617-96B7-9EE4DABA8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284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 eaLnBrk="0" hangingPunct="0"/>
                <a:endPara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286" name="Text Box 22">
                <a:extLst>
                  <a:ext uri="{FF2B5EF4-FFF2-40B4-BE49-F238E27FC236}">
                    <a16:creationId xmlns:a16="http://schemas.microsoft.com/office/drawing/2014/main" id="{77A48608-8508-42FC-A42B-05AF35CB00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226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95287" name="Text Box 23">
                <a:extLst>
                  <a:ext uri="{FF2B5EF4-FFF2-40B4-BE49-F238E27FC236}">
                    <a16:creationId xmlns:a16="http://schemas.microsoft.com/office/drawing/2014/main" id="{0F231FD5-6EB5-4FCC-90F4-49B52E726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0" y="2266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288" name="Text Box 24">
                <a:extLst>
                  <a:ext uri="{FF2B5EF4-FFF2-40B4-BE49-F238E27FC236}">
                    <a16:creationId xmlns:a16="http://schemas.microsoft.com/office/drawing/2014/main" id="{2493DCF5-0D93-4196-91DC-A693F55C6D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26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95289" name="Text Box 25">
                <a:extLst>
                  <a:ext uri="{FF2B5EF4-FFF2-40B4-BE49-F238E27FC236}">
                    <a16:creationId xmlns:a16="http://schemas.microsoft.com/office/drawing/2014/main" id="{BD657E3B-B63A-4B2B-B685-541A00511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173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95290" name="Text Box 26">
                <a:extLst>
                  <a:ext uri="{FF2B5EF4-FFF2-40B4-BE49-F238E27FC236}">
                    <a16:creationId xmlns:a16="http://schemas.microsoft.com/office/drawing/2014/main" id="{D97848EE-92D6-4601-959D-345C52ED5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173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95291" name="Text Box 27">
                <a:extLst>
                  <a:ext uri="{FF2B5EF4-FFF2-40B4-BE49-F238E27FC236}">
                    <a16:creationId xmlns:a16="http://schemas.microsoft.com/office/drawing/2014/main" id="{50FBA96E-B1C1-4995-BD82-0FF788EA7C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4" y="115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95292" name="Text Box 28">
                <a:extLst>
                  <a:ext uri="{FF2B5EF4-FFF2-40B4-BE49-F238E27FC236}">
                    <a16:creationId xmlns:a16="http://schemas.microsoft.com/office/drawing/2014/main" id="{F27E2485-731C-4E38-A235-DE059D886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284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95293" name="Text Box 29">
                <a:extLst>
                  <a:ext uri="{FF2B5EF4-FFF2-40B4-BE49-F238E27FC236}">
                    <a16:creationId xmlns:a16="http://schemas.microsoft.com/office/drawing/2014/main" id="{AF135B54-5AEF-4AA2-9BBD-386A7F6CC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83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395294" name="Oval 30">
              <a:extLst>
                <a:ext uri="{FF2B5EF4-FFF2-40B4-BE49-F238E27FC236}">
                  <a16:creationId xmlns:a16="http://schemas.microsoft.com/office/drawing/2014/main" id="{D285AB34-5E72-46FB-8609-6D910FAB61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395295" name="Oval 31">
              <a:extLst>
                <a:ext uri="{FF2B5EF4-FFF2-40B4-BE49-F238E27FC236}">
                  <a16:creationId xmlns:a16="http://schemas.microsoft.com/office/drawing/2014/main" id="{93E70984-74F9-4D41-BBB1-C830019E06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32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95296" name="Oval 32">
              <a:extLst>
                <a:ext uri="{FF2B5EF4-FFF2-40B4-BE49-F238E27FC236}">
                  <a16:creationId xmlns:a16="http://schemas.microsoft.com/office/drawing/2014/main" id="{7380FD9C-81C6-44C5-AA3B-A33D8FDA6E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0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5297" name="Oval 33">
              <a:extLst>
                <a:ext uri="{FF2B5EF4-FFF2-40B4-BE49-F238E27FC236}">
                  <a16:creationId xmlns:a16="http://schemas.microsoft.com/office/drawing/2014/main" id="{68FD5B0C-6544-46C8-9884-F3FED274A9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40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95298" name="Oval 34">
              <a:extLst>
                <a:ext uri="{FF2B5EF4-FFF2-40B4-BE49-F238E27FC236}">
                  <a16:creationId xmlns:a16="http://schemas.microsoft.com/office/drawing/2014/main" id="{2C03D016-D352-48F8-B71E-3EF8A0DA0A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6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95299" name="Oval 35">
              <a:extLst>
                <a:ext uri="{FF2B5EF4-FFF2-40B4-BE49-F238E27FC236}">
                  <a16:creationId xmlns:a16="http://schemas.microsoft.com/office/drawing/2014/main" id="{253C1890-A76C-456D-B4C6-DC7D275789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8" y="134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cxnSp>
          <p:nvCxnSpPr>
            <p:cNvPr id="395300" name="AutoShape 36">
              <a:extLst>
                <a:ext uri="{FF2B5EF4-FFF2-40B4-BE49-F238E27FC236}">
                  <a16:creationId xmlns:a16="http://schemas.microsoft.com/office/drawing/2014/main" id="{D49E2FE1-54CE-4FEC-BA35-024B6824CBDF}"/>
                </a:ext>
              </a:extLst>
            </p:cNvPr>
            <p:cNvCxnSpPr>
              <a:cxnSpLocks noChangeShapeType="1"/>
              <a:stCxn id="395299" idx="3"/>
              <a:endCxn id="395298" idx="0"/>
            </p:cNvCxnSpPr>
            <p:nvPr/>
          </p:nvCxnSpPr>
          <p:spPr bwMode="auto">
            <a:xfrm flipH="1">
              <a:off x="3816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1" name="AutoShape 37">
              <a:extLst>
                <a:ext uri="{FF2B5EF4-FFF2-40B4-BE49-F238E27FC236}">
                  <a16:creationId xmlns:a16="http://schemas.microsoft.com/office/drawing/2014/main" id="{32C3C063-309C-47C8-8E00-51124E3EE3A2}"/>
                </a:ext>
              </a:extLst>
            </p:cNvPr>
            <p:cNvCxnSpPr>
              <a:cxnSpLocks noChangeShapeType="1"/>
              <a:stCxn id="395299" idx="5"/>
              <a:endCxn id="395297" idx="0"/>
            </p:cNvCxnSpPr>
            <p:nvPr/>
          </p:nvCxnSpPr>
          <p:spPr bwMode="auto">
            <a:xfrm>
              <a:off x="4573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2" name="AutoShape 38">
              <a:extLst>
                <a:ext uri="{FF2B5EF4-FFF2-40B4-BE49-F238E27FC236}">
                  <a16:creationId xmlns:a16="http://schemas.microsoft.com/office/drawing/2014/main" id="{1489B0B5-CD68-4A03-9BA4-FD2B09079B47}"/>
                </a:ext>
              </a:extLst>
            </p:cNvPr>
            <p:cNvCxnSpPr>
              <a:cxnSpLocks noChangeShapeType="1"/>
              <a:stCxn id="395297" idx="5"/>
              <a:endCxn id="395294" idx="0"/>
            </p:cNvCxnSpPr>
            <p:nvPr/>
          </p:nvCxnSpPr>
          <p:spPr bwMode="auto">
            <a:xfrm>
              <a:off x="5245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3" name="AutoShape 39">
              <a:extLst>
                <a:ext uri="{FF2B5EF4-FFF2-40B4-BE49-F238E27FC236}">
                  <a16:creationId xmlns:a16="http://schemas.microsoft.com/office/drawing/2014/main" id="{0F68C616-58C0-4589-9CED-01139A58DC29}"/>
                </a:ext>
              </a:extLst>
            </p:cNvPr>
            <p:cNvCxnSpPr>
              <a:cxnSpLocks noChangeShapeType="1"/>
              <a:stCxn id="395298" idx="3"/>
              <a:endCxn id="395296" idx="0"/>
            </p:cNvCxnSpPr>
            <p:nvPr/>
          </p:nvCxnSpPr>
          <p:spPr bwMode="auto">
            <a:xfrm flipH="1">
              <a:off x="3480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4" name="AutoShape 40">
              <a:extLst>
                <a:ext uri="{FF2B5EF4-FFF2-40B4-BE49-F238E27FC236}">
                  <a16:creationId xmlns:a16="http://schemas.microsoft.com/office/drawing/2014/main" id="{0131A2C7-417A-463F-8A42-26258F63FAB3}"/>
                </a:ext>
              </a:extLst>
            </p:cNvPr>
            <p:cNvCxnSpPr>
              <a:cxnSpLocks noChangeShapeType="1"/>
              <a:stCxn id="395298" idx="5"/>
              <a:endCxn id="395295" idx="0"/>
            </p:cNvCxnSpPr>
            <p:nvPr/>
          </p:nvCxnSpPr>
          <p:spPr bwMode="auto">
            <a:xfrm>
              <a:off x="3901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305" name="Oval 41">
              <a:extLst>
                <a:ext uri="{FF2B5EF4-FFF2-40B4-BE49-F238E27FC236}">
                  <a16:creationId xmlns:a16="http://schemas.microsoft.com/office/drawing/2014/main" id="{1FCEA598-AC94-4B32-8B33-AE9FF0522A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04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17</a:t>
              </a:r>
            </a:p>
          </p:txBody>
        </p:sp>
        <p:cxnSp>
          <p:nvCxnSpPr>
            <p:cNvPr id="395306" name="AutoShape 42">
              <a:extLst>
                <a:ext uri="{FF2B5EF4-FFF2-40B4-BE49-F238E27FC236}">
                  <a16:creationId xmlns:a16="http://schemas.microsoft.com/office/drawing/2014/main" id="{FEBB900A-DF18-4D85-BD33-2073939DAED4}"/>
                </a:ext>
              </a:extLst>
            </p:cNvPr>
            <p:cNvCxnSpPr>
              <a:cxnSpLocks noChangeShapeType="1"/>
              <a:stCxn id="395297" idx="3"/>
              <a:endCxn id="395305" idx="0"/>
            </p:cNvCxnSpPr>
            <p:nvPr/>
          </p:nvCxnSpPr>
          <p:spPr bwMode="auto">
            <a:xfrm flipH="1">
              <a:off x="4824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307" name="Oval 43">
              <a:extLst>
                <a:ext uri="{FF2B5EF4-FFF2-40B4-BE49-F238E27FC236}">
                  <a16:creationId xmlns:a16="http://schemas.microsoft.com/office/drawing/2014/main" id="{7E687A67-7589-426C-AF6D-CD47F8FF07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20" y="302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95308" name="AutoShape 44">
              <a:extLst>
                <a:ext uri="{FF2B5EF4-FFF2-40B4-BE49-F238E27FC236}">
                  <a16:creationId xmlns:a16="http://schemas.microsoft.com/office/drawing/2014/main" id="{B9D51B1A-C390-44E3-B33B-EEFEC427FDDD}"/>
                </a:ext>
              </a:extLst>
            </p:cNvPr>
            <p:cNvCxnSpPr>
              <a:cxnSpLocks noChangeShapeType="1"/>
              <a:stCxn id="395296" idx="5"/>
              <a:endCxn id="395307" idx="0"/>
            </p:cNvCxnSpPr>
            <p:nvPr/>
          </p:nvCxnSpPr>
          <p:spPr bwMode="auto">
            <a:xfrm>
              <a:off x="3565" y="2681"/>
              <a:ext cx="75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309" name="Text Box 45">
              <a:extLst>
                <a:ext uri="{FF2B5EF4-FFF2-40B4-BE49-F238E27FC236}">
                  <a16:creationId xmlns:a16="http://schemas.microsoft.com/office/drawing/2014/main" id="{4527FF60-A2B2-47F3-8931-23B01E817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5310" name="Text Box 46">
              <a:extLst>
                <a:ext uri="{FF2B5EF4-FFF2-40B4-BE49-F238E27FC236}">
                  <a16:creationId xmlns:a16="http://schemas.microsoft.com/office/drawing/2014/main" id="{2B7D3A54-295F-45E4-B769-3E875E89A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311" name="Text Box 47">
              <a:extLst>
                <a:ext uri="{FF2B5EF4-FFF2-40B4-BE49-F238E27FC236}">
                  <a16:creationId xmlns:a16="http://schemas.microsoft.com/office/drawing/2014/main" id="{71E3165D-8C9C-4DD5-81ED-725D3BC6A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0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312" name="Text Box 48">
              <a:extLst>
                <a:ext uri="{FF2B5EF4-FFF2-40B4-BE49-F238E27FC236}">
                  <a16:creationId xmlns:a16="http://schemas.microsoft.com/office/drawing/2014/main" id="{7FB5DC78-99DC-4CD9-8FFA-207D0504C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5313" name="Text Box 49">
              <a:extLst>
                <a:ext uri="{FF2B5EF4-FFF2-40B4-BE49-F238E27FC236}">
                  <a16:creationId xmlns:a16="http://schemas.microsoft.com/office/drawing/2014/main" id="{CCE834C6-964B-43CA-9CDF-BFB4C3B3A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2" y="226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314" name="Text Box 50">
              <a:extLst>
                <a:ext uri="{FF2B5EF4-FFF2-40B4-BE49-F238E27FC236}">
                  <a16:creationId xmlns:a16="http://schemas.microsoft.com/office/drawing/2014/main" id="{FA729895-84EC-4005-BCCB-173C8A9C6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5315" name="Text Box 51">
              <a:extLst>
                <a:ext uri="{FF2B5EF4-FFF2-40B4-BE49-F238E27FC236}">
                  <a16:creationId xmlns:a16="http://schemas.microsoft.com/office/drawing/2014/main" id="{BD73E388-79E6-40A8-836B-DD2278FB4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5316" name="Text Box 52">
              <a:extLst>
                <a:ext uri="{FF2B5EF4-FFF2-40B4-BE49-F238E27FC236}">
                  <a16:creationId xmlns:a16="http://schemas.microsoft.com/office/drawing/2014/main" id="{0353353F-D278-4844-9950-D0C25596E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5317" name="Text Box 53">
              <a:extLst>
                <a:ext uri="{FF2B5EF4-FFF2-40B4-BE49-F238E27FC236}">
                  <a16:creationId xmlns:a16="http://schemas.microsoft.com/office/drawing/2014/main" id="{6779BB2E-F99A-4710-A54D-D8D7245BC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5319" name="Text Box 55">
              <a:extLst>
                <a:ext uri="{FF2B5EF4-FFF2-40B4-BE49-F238E27FC236}">
                  <a16:creationId xmlns:a16="http://schemas.microsoft.com/office/drawing/2014/main" id="{5C97FF1F-EAE0-49B1-B986-5EA909226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5320" name="AutoShape 56">
              <a:extLst>
                <a:ext uri="{FF2B5EF4-FFF2-40B4-BE49-F238E27FC236}">
                  <a16:creationId xmlns:a16="http://schemas.microsoft.com/office/drawing/2014/main" id="{C0379780-CF12-404E-ADE3-AE1518D2C5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016"/>
              <a:ext cx="479" cy="171"/>
            </a:xfrm>
            <a:prstGeom prst="rightArrow">
              <a:avLst>
                <a:gd name="adj1" fmla="val 50000"/>
                <a:gd name="adj2" fmla="val 70029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1" name="AutoShape 57">
              <a:extLst>
                <a:ext uri="{FF2B5EF4-FFF2-40B4-BE49-F238E27FC236}">
                  <a16:creationId xmlns:a16="http://schemas.microsoft.com/office/drawing/2014/main" id="{1DAC3A12-B0E8-401D-BBC9-692839364A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1920" y="1296"/>
              <a:ext cx="672" cy="1380"/>
            </a:xfrm>
            <a:custGeom>
              <a:avLst/>
              <a:gdLst>
                <a:gd name="G0" fmla="+- 10539633 0 0"/>
                <a:gd name="G1" fmla="+- 7878576 0 0"/>
                <a:gd name="G2" fmla="+- 10539633 0 7878576"/>
                <a:gd name="G3" fmla="+- 10800 0 0"/>
                <a:gd name="G4" fmla="+- 0 0 10539633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900 0 0"/>
                <a:gd name="G9" fmla="+- 0 0 7878576"/>
                <a:gd name="G10" fmla="+- 8900 0 2700"/>
                <a:gd name="G11" fmla="cos G10 10539633"/>
                <a:gd name="G12" fmla="sin G10 10539633"/>
                <a:gd name="G13" fmla="cos 13500 10539633"/>
                <a:gd name="G14" fmla="sin 13500 10539633"/>
                <a:gd name="G15" fmla="+- G11 10800 0"/>
                <a:gd name="G16" fmla="+- G12 10800 0"/>
                <a:gd name="G17" fmla="+- G13 10800 0"/>
                <a:gd name="G18" fmla="+- G14 10800 0"/>
                <a:gd name="G19" fmla="*/ 8900 1 2"/>
                <a:gd name="G20" fmla="+- G19 5400 0"/>
                <a:gd name="G21" fmla="cos G20 10539633"/>
                <a:gd name="G22" fmla="sin G20 10539633"/>
                <a:gd name="G23" fmla="+- G21 10800 0"/>
                <a:gd name="G24" fmla="+- G12 G23 G22"/>
                <a:gd name="G25" fmla="+- G22 G23 G11"/>
                <a:gd name="G26" fmla="cos 10800 10539633"/>
                <a:gd name="G27" fmla="sin 10800 10539633"/>
                <a:gd name="G28" fmla="cos 8900 10539633"/>
                <a:gd name="G29" fmla="sin 8900 10539633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7878576"/>
                <a:gd name="G36" fmla="sin G34 7878576"/>
                <a:gd name="G37" fmla="+/ 7878576 10539633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900 G39"/>
                <a:gd name="G43" fmla="sin 89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2464 w 21600"/>
                <a:gd name="T5" fmla="*/ 17666 h 21600"/>
                <a:gd name="T6" fmla="*/ 5842 w 21600"/>
                <a:gd name="T7" fmla="*/ 19311 h 21600"/>
                <a:gd name="T8" fmla="*/ 3930 w 21600"/>
                <a:gd name="T9" fmla="*/ 16458 h 21600"/>
                <a:gd name="T10" fmla="*/ -1951 w 21600"/>
                <a:gd name="T11" fmla="*/ 15234 h 21600"/>
                <a:gd name="T12" fmla="*/ 297 w 21600"/>
                <a:gd name="T13" fmla="*/ 10587 h 21600"/>
                <a:gd name="T14" fmla="*/ 4944 w 21600"/>
                <a:gd name="T15" fmla="*/ 12836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2393" y="13723"/>
                  </a:moveTo>
                  <a:cubicBezTo>
                    <a:pt x="3091" y="15730"/>
                    <a:pt x="4484" y="17421"/>
                    <a:pt x="6320" y="18490"/>
                  </a:cubicBezTo>
                  <a:lnTo>
                    <a:pt x="5364" y="20132"/>
                  </a:lnTo>
                  <a:cubicBezTo>
                    <a:pt x="3136" y="18834"/>
                    <a:pt x="1446" y="16783"/>
                    <a:pt x="599" y="14347"/>
                  </a:cubicBezTo>
                  <a:lnTo>
                    <a:pt x="-1951" y="15234"/>
                  </a:lnTo>
                  <a:lnTo>
                    <a:pt x="297" y="10587"/>
                  </a:lnTo>
                  <a:lnTo>
                    <a:pt x="4944" y="12836"/>
                  </a:lnTo>
                  <a:lnTo>
                    <a:pt x="2393" y="13723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2" name="Rectangle 58">
              <a:extLst>
                <a:ext uri="{FF2B5EF4-FFF2-40B4-BE49-F238E27FC236}">
                  <a16:creationId xmlns:a16="http://schemas.microsoft.com/office/drawing/2014/main" id="{99361560-688E-40C1-B4F8-12FDC7C8F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26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95323" name="Text Box 59">
            <a:extLst>
              <a:ext uri="{FF2B5EF4-FFF2-40B4-BE49-F238E27FC236}">
                <a16:creationId xmlns:a16="http://schemas.microsoft.com/office/drawing/2014/main" id="{FDEFDE99-B84F-4B14-8487-92B121005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10200"/>
            <a:ext cx="534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Deletion can differ from insertion – </a:t>
            </a:r>
            <a:r>
              <a:rPr lang="en-US" altLang="en-US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How?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5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5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5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5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5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6" grpId="0"/>
      <p:bldP spid="3953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BB8D76A3-FFB2-4F99-B41D-C6E969EE8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 (Hard Case)</a:t>
            </a:r>
          </a:p>
        </p:txBody>
      </p:sp>
      <p:sp>
        <p:nvSpPr>
          <p:cNvPr id="397315" name="Text Box 3">
            <a:extLst>
              <a:ext uri="{FF2B5EF4-FFF2-40B4-BE49-F238E27FC236}">
                <a16:creationId xmlns:a16="http://schemas.microsoft.com/office/drawing/2014/main" id="{0C2C5313-C87F-4ED4-B00C-3D4E262F6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52600"/>
            <a:ext cx="133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97316" name="Oval 4">
            <a:extLst>
              <a:ext uri="{FF2B5EF4-FFF2-40B4-BE49-F238E27FC236}">
                <a16:creationId xmlns:a16="http://schemas.microsoft.com/office/drawing/2014/main" id="{E513B3C8-9532-416D-8C0C-DF4C7FF068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7317" name="Oval 5">
            <a:extLst>
              <a:ext uri="{FF2B5EF4-FFF2-40B4-BE49-F238E27FC236}">
                <a16:creationId xmlns:a16="http://schemas.microsoft.com/office/drawing/2014/main" id="{C0D2CB36-955F-4990-A284-3F2735900E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97318" name="Oval 6">
            <a:extLst>
              <a:ext uri="{FF2B5EF4-FFF2-40B4-BE49-F238E27FC236}">
                <a16:creationId xmlns:a16="http://schemas.microsoft.com/office/drawing/2014/main" id="{BDA4052A-B379-45FA-A55A-C38141F1BC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7319" name="Oval 7">
            <a:extLst>
              <a:ext uri="{FF2B5EF4-FFF2-40B4-BE49-F238E27FC236}">
                <a16:creationId xmlns:a16="http://schemas.microsoft.com/office/drawing/2014/main" id="{F7A58E32-2DEC-45AA-AAA5-438CB1C031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7320" name="Oval 8">
            <a:extLst>
              <a:ext uri="{FF2B5EF4-FFF2-40B4-BE49-F238E27FC236}">
                <a16:creationId xmlns:a16="http://schemas.microsoft.com/office/drawing/2014/main" id="{CE481C22-7393-4FC3-88C0-F2DDBE5C15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7321" name="Oval 9">
            <a:extLst>
              <a:ext uri="{FF2B5EF4-FFF2-40B4-BE49-F238E27FC236}">
                <a16:creationId xmlns:a16="http://schemas.microsoft.com/office/drawing/2014/main" id="{521E76A7-5D9A-4B8A-A6E5-B576165E98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7322" name="AutoShape 10">
            <a:extLst>
              <a:ext uri="{FF2B5EF4-FFF2-40B4-BE49-F238E27FC236}">
                <a16:creationId xmlns:a16="http://schemas.microsoft.com/office/drawing/2014/main" id="{CEEBE3B6-2ECA-42F8-A056-86F12733FC4A}"/>
              </a:ext>
            </a:extLst>
          </p:cNvPr>
          <p:cNvCxnSpPr>
            <a:cxnSpLocks noChangeShapeType="1"/>
            <a:stCxn id="397321" idx="3"/>
            <a:endCxn id="397320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3" name="AutoShape 11">
            <a:extLst>
              <a:ext uri="{FF2B5EF4-FFF2-40B4-BE49-F238E27FC236}">
                <a16:creationId xmlns:a16="http://schemas.microsoft.com/office/drawing/2014/main" id="{1FB5017A-B678-482D-91C9-D9E0B649D956}"/>
              </a:ext>
            </a:extLst>
          </p:cNvPr>
          <p:cNvCxnSpPr>
            <a:cxnSpLocks noChangeShapeType="1"/>
            <a:stCxn id="397321" idx="5"/>
            <a:endCxn id="397319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4" name="AutoShape 12">
            <a:extLst>
              <a:ext uri="{FF2B5EF4-FFF2-40B4-BE49-F238E27FC236}">
                <a16:creationId xmlns:a16="http://schemas.microsoft.com/office/drawing/2014/main" id="{A4492227-BFBB-4623-BCBC-E5C5EBCDD189}"/>
              </a:ext>
            </a:extLst>
          </p:cNvPr>
          <p:cNvCxnSpPr>
            <a:cxnSpLocks noChangeShapeType="1"/>
            <a:stCxn id="397319" idx="5"/>
            <a:endCxn id="397316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5" name="AutoShape 13">
            <a:extLst>
              <a:ext uri="{FF2B5EF4-FFF2-40B4-BE49-F238E27FC236}">
                <a16:creationId xmlns:a16="http://schemas.microsoft.com/office/drawing/2014/main" id="{FB95FF32-0FB4-4067-B7AB-2BB3CDBAC461}"/>
              </a:ext>
            </a:extLst>
          </p:cNvPr>
          <p:cNvCxnSpPr>
            <a:cxnSpLocks noChangeShapeType="1"/>
            <a:stCxn id="397320" idx="3"/>
            <a:endCxn id="397318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6" name="AutoShape 14">
            <a:extLst>
              <a:ext uri="{FF2B5EF4-FFF2-40B4-BE49-F238E27FC236}">
                <a16:creationId xmlns:a16="http://schemas.microsoft.com/office/drawing/2014/main" id="{5B4023F4-ADA2-40E8-839E-1DC863AAED73}"/>
              </a:ext>
            </a:extLst>
          </p:cNvPr>
          <p:cNvCxnSpPr>
            <a:cxnSpLocks noChangeShapeType="1"/>
            <a:stCxn id="397320" idx="5"/>
            <a:endCxn id="397317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27" name="Oval 15">
            <a:extLst>
              <a:ext uri="{FF2B5EF4-FFF2-40B4-BE49-F238E27FC236}">
                <a16:creationId xmlns:a16="http://schemas.microsoft.com/office/drawing/2014/main" id="{8A04D73F-8FE6-4886-BE61-100DF7BDCB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7328" name="AutoShape 16">
            <a:extLst>
              <a:ext uri="{FF2B5EF4-FFF2-40B4-BE49-F238E27FC236}">
                <a16:creationId xmlns:a16="http://schemas.microsoft.com/office/drawing/2014/main" id="{EEE74D07-4718-479D-8292-1F7B97F5D81C}"/>
              </a:ext>
            </a:extLst>
          </p:cNvPr>
          <p:cNvCxnSpPr>
            <a:cxnSpLocks noChangeShapeType="1"/>
            <a:stCxn id="397316" idx="5"/>
            <a:endCxn id="397327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29" name="Oval 17">
            <a:extLst>
              <a:ext uri="{FF2B5EF4-FFF2-40B4-BE49-F238E27FC236}">
                <a16:creationId xmlns:a16="http://schemas.microsoft.com/office/drawing/2014/main" id="{5570B483-F36C-47E3-908E-BB0156C1C5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7330" name="AutoShape 18">
            <a:extLst>
              <a:ext uri="{FF2B5EF4-FFF2-40B4-BE49-F238E27FC236}">
                <a16:creationId xmlns:a16="http://schemas.microsoft.com/office/drawing/2014/main" id="{1F634D93-C329-43DF-BD1F-0005CF048E1B}"/>
              </a:ext>
            </a:extLst>
          </p:cNvPr>
          <p:cNvCxnSpPr>
            <a:cxnSpLocks noChangeShapeType="1"/>
            <a:stCxn id="397318" idx="5"/>
            <a:endCxn id="397329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31" name="Oval 19">
            <a:extLst>
              <a:ext uri="{FF2B5EF4-FFF2-40B4-BE49-F238E27FC236}">
                <a16:creationId xmlns:a16="http://schemas.microsoft.com/office/drawing/2014/main" id="{ED76CF87-7166-4CA9-B1AE-AC59F9D56B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7332" name="AutoShape 20">
            <a:extLst>
              <a:ext uri="{FF2B5EF4-FFF2-40B4-BE49-F238E27FC236}">
                <a16:creationId xmlns:a16="http://schemas.microsoft.com/office/drawing/2014/main" id="{72BFBD45-F3A7-443D-A90A-F17E860DDC33}"/>
              </a:ext>
            </a:extLst>
          </p:cNvPr>
          <p:cNvCxnSpPr>
            <a:cxnSpLocks noChangeShapeType="1"/>
            <a:stCxn id="397319" idx="3"/>
            <a:endCxn id="397331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7333" name="Group 21">
            <a:extLst>
              <a:ext uri="{FF2B5EF4-FFF2-40B4-BE49-F238E27FC236}">
                <a16:creationId xmlns:a16="http://schemas.microsoft.com/office/drawing/2014/main" id="{AEAB7CB0-D00A-4E2B-9CCB-E318AEA01C03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97334" name="Text Box 22">
              <a:extLst>
                <a:ext uri="{FF2B5EF4-FFF2-40B4-BE49-F238E27FC236}">
                  <a16:creationId xmlns:a16="http://schemas.microsoft.com/office/drawing/2014/main" id="{3AA217E9-08B3-44D6-9713-34E87EA04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7335" name="Text Box 23">
              <a:extLst>
                <a:ext uri="{FF2B5EF4-FFF2-40B4-BE49-F238E27FC236}">
                  <a16:creationId xmlns:a16="http://schemas.microsoft.com/office/drawing/2014/main" id="{351A09D4-82B5-47C2-B219-945139D21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7336" name="Text Box 24">
              <a:extLst>
                <a:ext uri="{FF2B5EF4-FFF2-40B4-BE49-F238E27FC236}">
                  <a16:creationId xmlns:a16="http://schemas.microsoft.com/office/drawing/2014/main" id="{A6EE575E-FCE8-4314-82A9-953D955DFD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7337" name="Text Box 25">
              <a:extLst>
                <a:ext uri="{FF2B5EF4-FFF2-40B4-BE49-F238E27FC236}">
                  <a16:creationId xmlns:a16="http://schemas.microsoft.com/office/drawing/2014/main" id="{22F70A59-90EC-43BD-A488-C39066FD7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7338" name="Text Box 26">
              <a:extLst>
                <a:ext uri="{FF2B5EF4-FFF2-40B4-BE49-F238E27FC236}">
                  <a16:creationId xmlns:a16="http://schemas.microsoft.com/office/drawing/2014/main" id="{9AA8AF51-4A40-48BE-9751-B710BB117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7339" name="Text Box 27">
              <a:extLst>
                <a:ext uri="{FF2B5EF4-FFF2-40B4-BE49-F238E27FC236}">
                  <a16:creationId xmlns:a16="http://schemas.microsoft.com/office/drawing/2014/main" id="{C1D8B8BB-84BF-4143-B044-8D01FE7CB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7340" name="Text Box 28">
              <a:extLst>
                <a:ext uri="{FF2B5EF4-FFF2-40B4-BE49-F238E27FC236}">
                  <a16:creationId xmlns:a16="http://schemas.microsoft.com/office/drawing/2014/main" id="{3F5A3981-B0F3-415D-91DD-6BB76FDA8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7341" name="Text Box 29">
              <a:extLst>
                <a:ext uri="{FF2B5EF4-FFF2-40B4-BE49-F238E27FC236}">
                  <a16:creationId xmlns:a16="http://schemas.microsoft.com/office/drawing/2014/main" id="{4154B3BD-4AD5-4BD4-BD50-17B56BB7E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7342" name="Text Box 30">
              <a:extLst>
                <a:ext uri="{FF2B5EF4-FFF2-40B4-BE49-F238E27FC236}">
                  <a16:creationId xmlns:a16="http://schemas.microsoft.com/office/drawing/2014/main" id="{F3E65B8E-D637-41CE-BAD6-B0EDB2B1C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97343" name="Text Box 31">
              <a:extLst>
                <a:ext uri="{FF2B5EF4-FFF2-40B4-BE49-F238E27FC236}">
                  <a16:creationId xmlns:a16="http://schemas.microsoft.com/office/drawing/2014/main" id="{845ED6F7-37A1-42E9-AF5E-84821BCF9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7344" name="Text Box 32">
              <a:extLst>
                <a:ext uri="{FF2B5EF4-FFF2-40B4-BE49-F238E27FC236}">
                  <a16:creationId xmlns:a16="http://schemas.microsoft.com/office/drawing/2014/main" id="{211A2BE6-1A52-4A13-AA1D-CEA8DB722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97345" name="Oval 33">
            <a:extLst>
              <a:ext uri="{FF2B5EF4-FFF2-40B4-BE49-F238E27FC236}">
                <a16:creationId xmlns:a16="http://schemas.microsoft.com/office/drawing/2014/main" id="{DB0D4CD0-A69B-4FF6-9F9A-810C1DBE74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627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sp>
        <p:nvSpPr>
          <p:cNvPr id="397347" name="Oval 35">
            <a:extLst>
              <a:ext uri="{FF2B5EF4-FFF2-40B4-BE49-F238E27FC236}">
                <a16:creationId xmlns:a16="http://schemas.microsoft.com/office/drawing/2014/main" id="{AAFD9B09-991F-47DB-9A65-E46CEEFA07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7348" name="AutoShape 36">
            <a:extLst>
              <a:ext uri="{FF2B5EF4-FFF2-40B4-BE49-F238E27FC236}">
                <a16:creationId xmlns:a16="http://schemas.microsoft.com/office/drawing/2014/main" id="{29D68789-4280-4475-B76C-00ED8215B3DA}"/>
              </a:ext>
            </a:extLst>
          </p:cNvPr>
          <p:cNvCxnSpPr>
            <a:cxnSpLocks noChangeShapeType="1"/>
            <a:stCxn id="397331" idx="5"/>
            <a:endCxn id="397347" idx="0"/>
          </p:cNvCxnSpPr>
          <p:nvPr/>
        </p:nvCxnSpPr>
        <p:spPr bwMode="auto">
          <a:xfrm>
            <a:off x="52101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49" name="Oval 37">
            <a:extLst>
              <a:ext uri="{FF2B5EF4-FFF2-40B4-BE49-F238E27FC236}">
                <a16:creationId xmlns:a16="http://schemas.microsoft.com/office/drawing/2014/main" id="{6083DA37-CF84-40EC-8066-0E82DA4F9A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397351" name="Rectangle 39">
            <a:extLst>
              <a:ext uri="{FF2B5EF4-FFF2-40B4-BE49-F238E27FC236}">
                <a16:creationId xmlns:a16="http://schemas.microsoft.com/office/drawing/2014/main" id="{C51D0CA3-9B87-4462-90D6-0318DBA8A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52" name="Rectangle 40">
            <a:extLst>
              <a:ext uri="{FF2B5EF4-FFF2-40B4-BE49-F238E27FC236}">
                <a16:creationId xmlns:a16="http://schemas.microsoft.com/office/drawing/2014/main" id="{C6068332-A4EA-4BFD-9A7E-8F7310C87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53" name="Rectangle 41">
            <a:extLst>
              <a:ext uri="{FF2B5EF4-FFF2-40B4-BE49-F238E27FC236}">
                <a16:creationId xmlns:a16="http://schemas.microsoft.com/office/drawing/2014/main" id="{DE8D043E-CA72-427D-8F81-748BC705B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7354" name="Rectangle 42">
            <a:extLst>
              <a:ext uri="{FF2B5EF4-FFF2-40B4-BE49-F238E27FC236}">
                <a16:creationId xmlns:a16="http://schemas.microsoft.com/office/drawing/2014/main" id="{8286BE6A-80AD-4939-8472-513B3951B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55" name="Oval 43">
            <a:extLst>
              <a:ext uri="{FF2B5EF4-FFF2-40B4-BE49-F238E27FC236}">
                <a16:creationId xmlns:a16="http://schemas.microsoft.com/office/drawing/2014/main" id="{594116C0-6DE4-4FA5-8BDD-6552656634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7356" name="Oval 44">
            <a:extLst>
              <a:ext uri="{FF2B5EF4-FFF2-40B4-BE49-F238E27FC236}">
                <a16:creationId xmlns:a16="http://schemas.microsoft.com/office/drawing/2014/main" id="{BC0DEF5A-EAF9-4E78-8536-470CA56CE5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85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7357" name="AutoShape 45">
            <a:extLst>
              <a:ext uri="{FF2B5EF4-FFF2-40B4-BE49-F238E27FC236}">
                <a16:creationId xmlns:a16="http://schemas.microsoft.com/office/drawing/2014/main" id="{5E8A52D2-28EF-4113-BFCC-92DCCA4BEF60}"/>
              </a:ext>
            </a:extLst>
          </p:cNvPr>
          <p:cNvCxnSpPr>
            <a:cxnSpLocks noChangeShapeType="1"/>
            <a:stCxn id="397355" idx="5"/>
            <a:endCxn id="397356" idx="0"/>
          </p:cNvCxnSpPr>
          <p:nvPr/>
        </p:nvCxnSpPr>
        <p:spPr bwMode="auto">
          <a:xfrm>
            <a:off x="6269038" y="42560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58" name="Oval 46">
            <a:extLst>
              <a:ext uri="{FF2B5EF4-FFF2-40B4-BE49-F238E27FC236}">
                <a16:creationId xmlns:a16="http://schemas.microsoft.com/office/drawing/2014/main" id="{F451DA16-04DC-43FC-95E1-88496E9EE2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97359" name="Oval 47">
            <a:extLst>
              <a:ext uri="{FF2B5EF4-FFF2-40B4-BE49-F238E27FC236}">
                <a16:creationId xmlns:a16="http://schemas.microsoft.com/office/drawing/2014/main" id="{3D3F13BE-FD4F-41AC-A691-818541DF06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627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397360" name="AutoShape 48">
            <a:extLst>
              <a:ext uri="{FF2B5EF4-FFF2-40B4-BE49-F238E27FC236}">
                <a16:creationId xmlns:a16="http://schemas.microsoft.com/office/drawing/2014/main" id="{BCF0BFB0-5A4E-4CC0-B486-5B1B91B25250}"/>
              </a:ext>
            </a:extLst>
          </p:cNvPr>
          <p:cNvCxnSpPr>
            <a:cxnSpLocks noChangeShapeType="1"/>
            <a:stCxn id="397356" idx="4"/>
            <a:endCxn id="397359" idx="0"/>
          </p:cNvCxnSpPr>
          <p:nvPr/>
        </p:nvCxnSpPr>
        <p:spPr bwMode="auto">
          <a:xfrm>
            <a:off x="6400800" y="5208588"/>
            <a:ext cx="152400" cy="487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61" name="Oval 49">
            <a:extLst>
              <a:ext uri="{FF2B5EF4-FFF2-40B4-BE49-F238E27FC236}">
                <a16:creationId xmlns:a16="http://schemas.microsoft.com/office/drawing/2014/main" id="{21334D05-8587-421F-841C-90DD6C64ED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7362" name="AutoShape 50">
            <a:extLst>
              <a:ext uri="{FF2B5EF4-FFF2-40B4-BE49-F238E27FC236}">
                <a16:creationId xmlns:a16="http://schemas.microsoft.com/office/drawing/2014/main" id="{6213CF53-800E-48FF-8C39-DE2DE3C66B25}"/>
              </a:ext>
            </a:extLst>
          </p:cNvPr>
          <p:cNvCxnSpPr>
            <a:cxnSpLocks noChangeShapeType="1"/>
            <a:stCxn id="397358" idx="5"/>
            <a:endCxn id="397361" idx="0"/>
          </p:cNvCxnSpPr>
          <p:nvPr/>
        </p:nvCxnSpPr>
        <p:spPr bwMode="auto">
          <a:xfrm>
            <a:off x="52101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63" name="Oval 51">
            <a:extLst>
              <a:ext uri="{FF2B5EF4-FFF2-40B4-BE49-F238E27FC236}">
                <a16:creationId xmlns:a16="http://schemas.microsoft.com/office/drawing/2014/main" id="{1AC550AE-0DD3-4FEC-B555-318C28B400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397364" name="AutoShape 52">
            <a:extLst>
              <a:ext uri="{FF2B5EF4-FFF2-40B4-BE49-F238E27FC236}">
                <a16:creationId xmlns:a16="http://schemas.microsoft.com/office/drawing/2014/main" id="{605079CA-1C3D-4383-8EFD-3129C500E5C0}"/>
              </a:ext>
            </a:extLst>
          </p:cNvPr>
          <p:cNvCxnSpPr>
            <a:cxnSpLocks noChangeShapeType="1"/>
            <a:stCxn id="397361" idx="4"/>
            <a:endCxn id="397363" idx="0"/>
          </p:cNvCxnSpPr>
          <p:nvPr/>
        </p:nvCxnSpPr>
        <p:spPr bwMode="auto">
          <a:xfrm flipH="1">
            <a:off x="5143500" y="5211763"/>
            <a:ext cx="1524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65" name="Rectangle 53">
            <a:extLst>
              <a:ext uri="{FF2B5EF4-FFF2-40B4-BE49-F238E27FC236}">
                <a16:creationId xmlns:a16="http://schemas.microsoft.com/office/drawing/2014/main" id="{D6B0F4F8-B40B-4D53-A7B8-62278593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7366" name="Rectangle 54">
            <a:extLst>
              <a:ext uri="{FF2B5EF4-FFF2-40B4-BE49-F238E27FC236}">
                <a16:creationId xmlns:a16="http://schemas.microsoft.com/office/drawing/2014/main" id="{F9DA3702-C291-46B4-961B-D4550AD52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67" name="Rectangle 55">
            <a:extLst>
              <a:ext uri="{FF2B5EF4-FFF2-40B4-BE49-F238E27FC236}">
                <a16:creationId xmlns:a16="http://schemas.microsoft.com/office/drawing/2014/main" id="{A34AE4E8-30A5-4670-8D40-E29A3EC77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68" name="Rectangle 56">
            <a:extLst>
              <a:ext uri="{FF2B5EF4-FFF2-40B4-BE49-F238E27FC236}">
                <a16:creationId xmlns:a16="http://schemas.microsoft.com/office/drawing/2014/main" id="{D256C2E3-D7A0-4666-84AA-C63AF37A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4958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7369" name="Oval 57">
            <a:extLst>
              <a:ext uri="{FF2B5EF4-FFF2-40B4-BE49-F238E27FC236}">
                <a16:creationId xmlns:a16="http://schemas.microsoft.com/office/drawing/2014/main" id="{39B5D996-4B0B-428A-896C-6965F563CF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397370" name="AutoShape 58">
            <a:extLst>
              <a:ext uri="{FF2B5EF4-FFF2-40B4-BE49-F238E27FC236}">
                <a16:creationId xmlns:a16="http://schemas.microsoft.com/office/drawing/2014/main" id="{53D1406A-E81B-48C4-ABAC-21EFCA178CC9}"/>
              </a:ext>
            </a:extLst>
          </p:cNvPr>
          <p:cNvCxnSpPr>
            <a:cxnSpLocks noChangeShapeType="1"/>
            <a:stCxn id="397358" idx="3"/>
            <a:endCxn id="397369" idx="0"/>
          </p:cNvCxnSpPr>
          <p:nvPr/>
        </p:nvCxnSpPr>
        <p:spPr bwMode="auto">
          <a:xfrm flipH="1">
            <a:off x="4762500" y="42545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71" name="Rectangle 59">
            <a:extLst>
              <a:ext uri="{FF2B5EF4-FFF2-40B4-BE49-F238E27FC236}">
                <a16:creationId xmlns:a16="http://schemas.microsoft.com/office/drawing/2014/main" id="{F8F00F84-69C7-47BA-B122-C821625BA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72" name="Oval 60">
            <a:extLst>
              <a:ext uri="{FF2B5EF4-FFF2-40B4-BE49-F238E27FC236}">
                <a16:creationId xmlns:a16="http://schemas.microsoft.com/office/drawing/2014/main" id="{2F9DA2D8-0FBB-41D0-8591-DD8538911D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388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397373" name="AutoShape 61">
            <a:extLst>
              <a:ext uri="{FF2B5EF4-FFF2-40B4-BE49-F238E27FC236}">
                <a16:creationId xmlns:a16="http://schemas.microsoft.com/office/drawing/2014/main" id="{9DA206F3-6B3E-475F-B5AC-BC7579C76B92}"/>
              </a:ext>
            </a:extLst>
          </p:cNvPr>
          <p:cNvCxnSpPr>
            <a:cxnSpLocks noChangeShapeType="1"/>
            <a:stCxn id="397355" idx="3"/>
            <a:endCxn id="397372" idx="0"/>
          </p:cNvCxnSpPr>
          <p:nvPr/>
        </p:nvCxnSpPr>
        <p:spPr bwMode="auto">
          <a:xfrm flipH="1">
            <a:off x="5829300" y="42560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74" name="Rectangle 62">
            <a:extLst>
              <a:ext uri="{FF2B5EF4-FFF2-40B4-BE49-F238E27FC236}">
                <a16:creationId xmlns:a16="http://schemas.microsoft.com/office/drawing/2014/main" id="{D14512B8-1D8A-4949-8305-D4DCA5508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7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7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7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97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97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7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97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7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7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7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7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7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97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7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97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97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9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9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97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97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97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97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97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97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97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97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97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97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973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97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97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97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97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97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97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97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397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397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9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9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397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397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7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397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397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97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397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397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397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397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397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397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397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39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397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397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397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397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397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397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397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397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397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397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397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397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397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397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397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3973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397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397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4" grpId="0"/>
      <p:bldP spid="397315" grpId="0"/>
      <p:bldP spid="397316" grpId="0" animBg="1"/>
      <p:bldP spid="397317" grpId="0" animBg="1"/>
      <p:bldP spid="397318" grpId="0" animBg="1"/>
      <p:bldP spid="397319" grpId="0" animBg="1"/>
      <p:bldP spid="397320" grpId="0" animBg="1"/>
      <p:bldP spid="397321" grpId="0" animBg="1"/>
      <p:bldP spid="397327" grpId="0" animBg="1"/>
      <p:bldP spid="397329" grpId="0" animBg="1"/>
      <p:bldP spid="397331" grpId="0" animBg="1"/>
      <p:bldP spid="397345" grpId="0" animBg="1"/>
      <p:bldP spid="397347" grpId="0" animBg="1"/>
      <p:bldP spid="397349" grpId="0" animBg="1"/>
      <p:bldP spid="397351" grpId="0"/>
      <p:bldP spid="397352" grpId="0"/>
      <p:bldP spid="397353" grpId="0"/>
      <p:bldP spid="397354" grpId="0"/>
      <p:bldP spid="397355" grpId="0" animBg="1"/>
      <p:bldP spid="397356" grpId="0" animBg="1"/>
      <p:bldP spid="397358" grpId="0" animBg="1"/>
      <p:bldP spid="397359" grpId="0" animBg="1"/>
      <p:bldP spid="397361" grpId="0" animBg="1"/>
      <p:bldP spid="397363" grpId="0" animBg="1"/>
      <p:bldP spid="397365" grpId="0"/>
      <p:bldP spid="397366" grpId="0"/>
      <p:bldP spid="397367" grpId="0"/>
      <p:bldP spid="397368" grpId="0"/>
      <p:bldP spid="397369" grpId="0" animBg="1"/>
      <p:bldP spid="397371" grpId="0"/>
      <p:bldP spid="397372" grpId="0" animBg="1"/>
      <p:bldP spid="3973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42C206AE-EE17-4F1C-A90F-3CF4CF0AC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on Deletion</a:t>
            </a:r>
          </a:p>
        </p:txBody>
      </p:sp>
      <p:sp>
        <p:nvSpPr>
          <p:cNvPr id="399363" name="Oval 3">
            <a:extLst>
              <a:ext uri="{FF2B5EF4-FFF2-40B4-BE49-F238E27FC236}">
                <a16:creationId xmlns:a16="http://schemas.microsoft.com/office/drawing/2014/main" id="{4027890D-DA7D-49A2-B875-2936BF3287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399364" name="AutoShape 4">
            <a:extLst>
              <a:ext uri="{FF2B5EF4-FFF2-40B4-BE49-F238E27FC236}">
                <a16:creationId xmlns:a16="http://schemas.microsoft.com/office/drawing/2014/main" id="{FDA12AA6-4639-4AC1-9E79-9B1AC7BBD6B6}"/>
              </a:ext>
            </a:extLst>
          </p:cNvPr>
          <p:cNvCxnSpPr>
            <a:cxnSpLocks noChangeShapeType="1"/>
            <a:endCxn id="399363" idx="0"/>
          </p:cNvCxnSpPr>
          <p:nvPr/>
        </p:nvCxnSpPr>
        <p:spPr bwMode="auto">
          <a:xfrm flipH="1">
            <a:off x="4191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65" name="Oval 5">
            <a:extLst>
              <a:ext uri="{FF2B5EF4-FFF2-40B4-BE49-F238E27FC236}">
                <a16:creationId xmlns:a16="http://schemas.microsoft.com/office/drawing/2014/main" id="{D3039383-CFD4-4D32-AFBC-3410A5C0CF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9366" name="AutoShape 6">
            <a:extLst>
              <a:ext uri="{FF2B5EF4-FFF2-40B4-BE49-F238E27FC236}">
                <a16:creationId xmlns:a16="http://schemas.microsoft.com/office/drawing/2014/main" id="{90DE9ADA-BA0E-4087-B8B1-B5683E0DF6C6}"/>
              </a:ext>
            </a:extLst>
          </p:cNvPr>
          <p:cNvCxnSpPr>
            <a:cxnSpLocks noChangeShapeType="1"/>
            <a:stCxn id="399363" idx="5"/>
            <a:endCxn id="399365" idx="0"/>
          </p:cNvCxnSpPr>
          <p:nvPr/>
        </p:nvCxnSpPr>
        <p:spPr bwMode="auto">
          <a:xfrm>
            <a:off x="5540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67" name="Rectangle 7">
            <a:extLst>
              <a:ext uri="{FF2B5EF4-FFF2-40B4-BE49-F238E27FC236}">
                <a16:creationId xmlns:a16="http://schemas.microsoft.com/office/drawing/2014/main" id="{9614A2F9-458A-4A94-B108-815E77C37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368" name="AutoShape 8">
            <a:extLst>
              <a:ext uri="{FF2B5EF4-FFF2-40B4-BE49-F238E27FC236}">
                <a16:creationId xmlns:a16="http://schemas.microsoft.com/office/drawing/2014/main" id="{06EF5178-1751-4CCF-B089-D2B3F5F8B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9" name="Oval 9">
            <a:extLst>
              <a:ext uri="{FF2B5EF4-FFF2-40B4-BE49-F238E27FC236}">
                <a16:creationId xmlns:a16="http://schemas.microsoft.com/office/drawing/2014/main" id="{E5213E5A-BBCF-4BAA-B536-7C48CA1A45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9370" name="Oval 10">
            <a:extLst>
              <a:ext uri="{FF2B5EF4-FFF2-40B4-BE49-F238E27FC236}">
                <a16:creationId xmlns:a16="http://schemas.microsoft.com/office/drawing/2014/main" id="{8CCFE680-E2F6-41F3-83EB-913D894311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9371" name="Oval 11">
            <a:extLst>
              <a:ext uri="{FF2B5EF4-FFF2-40B4-BE49-F238E27FC236}">
                <a16:creationId xmlns:a16="http://schemas.microsoft.com/office/drawing/2014/main" id="{D52FEDC5-DFCC-483A-BE47-E90C46829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9372" name="Oval 12">
            <a:extLst>
              <a:ext uri="{FF2B5EF4-FFF2-40B4-BE49-F238E27FC236}">
                <a16:creationId xmlns:a16="http://schemas.microsoft.com/office/drawing/2014/main" id="{4645BFA4-43DC-4B1A-8A61-8BE442F3A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9373" name="Oval 13">
            <a:extLst>
              <a:ext uri="{FF2B5EF4-FFF2-40B4-BE49-F238E27FC236}">
                <a16:creationId xmlns:a16="http://schemas.microsoft.com/office/drawing/2014/main" id="{0493CC68-644E-407B-9BC4-C60523E517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9374" name="AutoShape 14">
            <a:extLst>
              <a:ext uri="{FF2B5EF4-FFF2-40B4-BE49-F238E27FC236}">
                <a16:creationId xmlns:a16="http://schemas.microsoft.com/office/drawing/2014/main" id="{BA5BE86F-1507-4ECE-93E2-B60377DE0BAC}"/>
              </a:ext>
            </a:extLst>
          </p:cNvPr>
          <p:cNvCxnSpPr>
            <a:cxnSpLocks noChangeShapeType="1"/>
            <a:stCxn id="399373" idx="3"/>
            <a:endCxn id="399372" idx="0"/>
          </p:cNvCxnSpPr>
          <p:nvPr/>
        </p:nvCxnSpPr>
        <p:spPr bwMode="auto">
          <a:xfrm flipH="1">
            <a:off x="9525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375" name="AutoShape 15">
            <a:extLst>
              <a:ext uri="{FF2B5EF4-FFF2-40B4-BE49-F238E27FC236}">
                <a16:creationId xmlns:a16="http://schemas.microsoft.com/office/drawing/2014/main" id="{8CFB3695-0898-4000-909D-F58C15B5D116}"/>
              </a:ext>
            </a:extLst>
          </p:cNvPr>
          <p:cNvCxnSpPr>
            <a:cxnSpLocks noChangeShapeType="1"/>
            <a:stCxn id="399373" idx="5"/>
            <a:endCxn id="399371" idx="0"/>
          </p:cNvCxnSpPr>
          <p:nvPr/>
        </p:nvCxnSpPr>
        <p:spPr bwMode="auto">
          <a:xfrm>
            <a:off x="21542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376" name="AutoShape 16">
            <a:extLst>
              <a:ext uri="{FF2B5EF4-FFF2-40B4-BE49-F238E27FC236}">
                <a16:creationId xmlns:a16="http://schemas.microsoft.com/office/drawing/2014/main" id="{FE39BA18-BC66-4B56-9666-39882CDB4DEE}"/>
              </a:ext>
            </a:extLst>
          </p:cNvPr>
          <p:cNvCxnSpPr>
            <a:cxnSpLocks noChangeShapeType="1"/>
            <a:stCxn id="399371" idx="5"/>
            <a:endCxn id="399369" idx="0"/>
          </p:cNvCxnSpPr>
          <p:nvPr/>
        </p:nvCxnSpPr>
        <p:spPr bwMode="auto">
          <a:xfrm>
            <a:off x="3221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377" name="AutoShape 17">
            <a:extLst>
              <a:ext uri="{FF2B5EF4-FFF2-40B4-BE49-F238E27FC236}">
                <a16:creationId xmlns:a16="http://schemas.microsoft.com/office/drawing/2014/main" id="{D21FD056-DEEB-4BBD-A101-ADC16409ED54}"/>
              </a:ext>
            </a:extLst>
          </p:cNvPr>
          <p:cNvCxnSpPr>
            <a:cxnSpLocks noChangeShapeType="1"/>
            <a:stCxn id="399372" idx="3"/>
            <a:endCxn id="399370" idx="0"/>
          </p:cNvCxnSpPr>
          <p:nvPr/>
        </p:nvCxnSpPr>
        <p:spPr bwMode="auto">
          <a:xfrm flipH="1">
            <a:off x="4191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78" name="Oval 18">
            <a:extLst>
              <a:ext uri="{FF2B5EF4-FFF2-40B4-BE49-F238E27FC236}">
                <a16:creationId xmlns:a16="http://schemas.microsoft.com/office/drawing/2014/main" id="{2B8BFE07-A7AB-404B-9323-50856D453E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8085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9379" name="AutoShape 19">
            <a:extLst>
              <a:ext uri="{FF2B5EF4-FFF2-40B4-BE49-F238E27FC236}">
                <a16:creationId xmlns:a16="http://schemas.microsoft.com/office/drawing/2014/main" id="{B420C06D-A844-4C9C-85E3-0C240E8684DF}"/>
              </a:ext>
            </a:extLst>
          </p:cNvPr>
          <p:cNvCxnSpPr>
            <a:cxnSpLocks noChangeShapeType="1"/>
            <a:stCxn id="399369" idx="5"/>
            <a:endCxn id="399378" idx="0"/>
          </p:cNvCxnSpPr>
          <p:nvPr/>
        </p:nvCxnSpPr>
        <p:spPr bwMode="auto">
          <a:xfrm>
            <a:off x="3754438" y="42560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80" name="Oval 20">
            <a:extLst>
              <a:ext uri="{FF2B5EF4-FFF2-40B4-BE49-F238E27FC236}">
                <a16:creationId xmlns:a16="http://schemas.microsoft.com/office/drawing/2014/main" id="{8F8B975B-F209-43EB-9FAD-73BE0A9DDD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701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9381" name="AutoShape 21">
            <a:extLst>
              <a:ext uri="{FF2B5EF4-FFF2-40B4-BE49-F238E27FC236}">
                <a16:creationId xmlns:a16="http://schemas.microsoft.com/office/drawing/2014/main" id="{DF0F3B08-3B29-42E9-83C3-6C7307ABED66}"/>
              </a:ext>
            </a:extLst>
          </p:cNvPr>
          <p:cNvCxnSpPr>
            <a:cxnSpLocks noChangeShapeType="1"/>
            <a:stCxn id="399371" idx="3"/>
            <a:endCxn id="399380" idx="0"/>
          </p:cNvCxnSpPr>
          <p:nvPr/>
        </p:nvCxnSpPr>
        <p:spPr bwMode="auto">
          <a:xfrm flipH="1">
            <a:off x="25606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9382" name="Group 22">
            <a:extLst>
              <a:ext uri="{FF2B5EF4-FFF2-40B4-BE49-F238E27FC236}">
                <a16:creationId xmlns:a16="http://schemas.microsoft.com/office/drawing/2014/main" id="{A3592FF0-2C6D-46DB-9C63-279B43A5CA6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828800"/>
            <a:ext cx="4114800" cy="3079750"/>
            <a:chOff x="1632" y="1152"/>
            <a:chExt cx="2592" cy="1940"/>
          </a:xfrm>
        </p:grpSpPr>
        <p:sp>
          <p:nvSpPr>
            <p:cNvPr id="399383" name="Text Box 23">
              <a:extLst>
                <a:ext uri="{FF2B5EF4-FFF2-40B4-BE49-F238E27FC236}">
                  <a16:creationId xmlns:a16="http://schemas.microsoft.com/office/drawing/2014/main" id="{B5345333-9089-40B7-A0CC-9E09118D1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384" name="Text Box 24">
              <a:extLst>
                <a:ext uri="{FF2B5EF4-FFF2-40B4-BE49-F238E27FC236}">
                  <a16:creationId xmlns:a16="http://schemas.microsoft.com/office/drawing/2014/main" id="{1E1465AE-57A2-4209-9F24-9C03C8A81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85" name="Text Box 25">
              <a:extLst>
                <a:ext uri="{FF2B5EF4-FFF2-40B4-BE49-F238E27FC236}">
                  <a16:creationId xmlns:a16="http://schemas.microsoft.com/office/drawing/2014/main" id="{B0C0E577-5AC2-452B-AAC1-E77A3B3F4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86" name="Text Box 26">
              <a:extLst>
                <a:ext uri="{FF2B5EF4-FFF2-40B4-BE49-F238E27FC236}">
                  <a16:creationId xmlns:a16="http://schemas.microsoft.com/office/drawing/2014/main" id="{561FB3B2-8EE0-4F3A-B1BF-C6D928F78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387" name="Text Box 27">
              <a:extLst>
                <a:ext uri="{FF2B5EF4-FFF2-40B4-BE49-F238E27FC236}">
                  <a16:creationId xmlns:a16="http://schemas.microsoft.com/office/drawing/2014/main" id="{4B024EC4-4979-4FB7-BA34-3E89C3015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388" name="Text Box 28">
              <a:extLst>
                <a:ext uri="{FF2B5EF4-FFF2-40B4-BE49-F238E27FC236}">
                  <a16:creationId xmlns:a16="http://schemas.microsoft.com/office/drawing/2014/main" id="{682F441A-9BBA-4D7D-B88B-0B88AB387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89" name="Text Box 29">
              <a:extLst>
                <a:ext uri="{FF2B5EF4-FFF2-40B4-BE49-F238E27FC236}">
                  <a16:creationId xmlns:a16="http://schemas.microsoft.com/office/drawing/2014/main" id="{686E2681-E313-4288-90A3-4C9BAC07A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390" name="Text Box 30">
              <a:extLst>
                <a:ext uri="{FF2B5EF4-FFF2-40B4-BE49-F238E27FC236}">
                  <a16:creationId xmlns:a16="http://schemas.microsoft.com/office/drawing/2014/main" id="{05F42789-8703-4200-AC3F-917FDF2A4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9391" name="Text Box 31">
              <a:extLst>
                <a:ext uri="{FF2B5EF4-FFF2-40B4-BE49-F238E27FC236}">
                  <a16:creationId xmlns:a16="http://schemas.microsoft.com/office/drawing/2014/main" id="{955ADFE8-4FBC-4F62-BFF3-901B43DC9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99392" name="Text Box 32">
              <a:extLst>
                <a:ext uri="{FF2B5EF4-FFF2-40B4-BE49-F238E27FC236}">
                  <a16:creationId xmlns:a16="http://schemas.microsoft.com/office/drawing/2014/main" id="{345BEA65-B6F5-447B-9FEF-33F3ED777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93" name="Text Box 33">
              <a:extLst>
                <a:ext uri="{FF2B5EF4-FFF2-40B4-BE49-F238E27FC236}">
                  <a16:creationId xmlns:a16="http://schemas.microsoft.com/office/drawing/2014/main" id="{C0212942-91EE-4F7E-91CD-6B46AA018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9394" name="Oval 34">
            <a:extLst>
              <a:ext uri="{FF2B5EF4-FFF2-40B4-BE49-F238E27FC236}">
                <a16:creationId xmlns:a16="http://schemas.microsoft.com/office/drawing/2014/main" id="{7C2CEE8F-C6B5-407A-A126-B69162443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481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399395" name="AutoShape 35">
            <a:extLst>
              <a:ext uri="{FF2B5EF4-FFF2-40B4-BE49-F238E27FC236}">
                <a16:creationId xmlns:a16="http://schemas.microsoft.com/office/drawing/2014/main" id="{9A58A20E-5E92-4D10-A77D-4ECB5A5054BB}"/>
              </a:ext>
            </a:extLst>
          </p:cNvPr>
          <p:cNvCxnSpPr>
            <a:cxnSpLocks noChangeShapeType="1"/>
            <a:stCxn id="399378" idx="5"/>
            <a:endCxn id="399394" idx="0"/>
          </p:cNvCxnSpPr>
          <p:nvPr/>
        </p:nvCxnSpPr>
        <p:spPr bwMode="auto">
          <a:xfrm>
            <a:off x="4021138" y="5153025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96" name="Oval 36">
            <a:extLst>
              <a:ext uri="{FF2B5EF4-FFF2-40B4-BE49-F238E27FC236}">
                <a16:creationId xmlns:a16="http://schemas.microsoft.com/office/drawing/2014/main" id="{ADA47D7D-5BC5-4636-9AD5-C0D6BCBB9A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9397" name="AutoShape 37">
            <a:extLst>
              <a:ext uri="{FF2B5EF4-FFF2-40B4-BE49-F238E27FC236}">
                <a16:creationId xmlns:a16="http://schemas.microsoft.com/office/drawing/2014/main" id="{792565E2-7952-46C4-9441-F7199F53496C}"/>
              </a:ext>
            </a:extLst>
          </p:cNvPr>
          <p:cNvCxnSpPr>
            <a:cxnSpLocks noChangeShapeType="1"/>
            <a:stCxn id="399380" idx="5"/>
            <a:endCxn id="399396" idx="0"/>
          </p:cNvCxnSpPr>
          <p:nvPr/>
        </p:nvCxnSpPr>
        <p:spPr bwMode="auto">
          <a:xfrm>
            <a:off x="26955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98" name="Oval 38">
            <a:extLst>
              <a:ext uri="{FF2B5EF4-FFF2-40B4-BE49-F238E27FC236}">
                <a16:creationId xmlns:a16="http://schemas.microsoft.com/office/drawing/2014/main" id="{18E9B9D5-CCAC-4C99-8516-21F9AA71A7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399399" name="AutoShape 39">
            <a:extLst>
              <a:ext uri="{FF2B5EF4-FFF2-40B4-BE49-F238E27FC236}">
                <a16:creationId xmlns:a16="http://schemas.microsoft.com/office/drawing/2014/main" id="{71550236-BDB2-43ED-AADE-7D71FD5D13ED}"/>
              </a:ext>
            </a:extLst>
          </p:cNvPr>
          <p:cNvCxnSpPr>
            <a:cxnSpLocks noChangeShapeType="1"/>
            <a:stCxn id="399396" idx="3"/>
            <a:endCxn id="399398" idx="0"/>
          </p:cNvCxnSpPr>
          <p:nvPr/>
        </p:nvCxnSpPr>
        <p:spPr bwMode="auto">
          <a:xfrm flipH="1">
            <a:off x="2628900" y="5156200"/>
            <a:ext cx="174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00" name="Rectangle 40">
            <a:extLst>
              <a:ext uri="{FF2B5EF4-FFF2-40B4-BE49-F238E27FC236}">
                <a16:creationId xmlns:a16="http://schemas.microsoft.com/office/drawing/2014/main" id="{CAA6FE5D-4A4D-461D-9356-7585EAF6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01" name="Rectangle 41">
            <a:extLst>
              <a:ext uri="{FF2B5EF4-FFF2-40B4-BE49-F238E27FC236}">
                <a16:creationId xmlns:a16="http://schemas.microsoft.com/office/drawing/2014/main" id="{C8B88A5B-CCB3-4C93-B6F5-286696A12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02" name="Rectangle 42">
            <a:extLst>
              <a:ext uri="{FF2B5EF4-FFF2-40B4-BE49-F238E27FC236}">
                <a16:creationId xmlns:a16="http://schemas.microsoft.com/office/drawing/2014/main" id="{6F21CADE-3CBB-41DE-B1EB-AD9073B62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03" name="Rectangle 43">
            <a:extLst>
              <a:ext uri="{FF2B5EF4-FFF2-40B4-BE49-F238E27FC236}">
                <a16:creationId xmlns:a16="http://schemas.microsoft.com/office/drawing/2014/main" id="{45A124FA-F621-4FF0-907C-1E3A26F79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04" name="Oval 44">
            <a:extLst>
              <a:ext uri="{FF2B5EF4-FFF2-40B4-BE49-F238E27FC236}">
                <a16:creationId xmlns:a16="http://schemas.microsoft.com/office/drawing/2014/main" id="{38260277-AEF8-4417-83CD-65A0A937BD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399405" name="AutoShape 45">
            <a:extLst>
              <a:ext uri="{FF2B5EF4-FFF2-40B4-BE49-F238E27FC236}">
                <a16:creationId xmlns:a16="http://schemas.microsoft.com/office/drawing/2014/main" id="{0B31282D-232E-4B92-926C-434EB0FB27F8}"/>
              </a:ext>
            </a:extLst>
          </p:cNvPr>
          <p:cNvCxnSpPr>
            <a:cxnSpLocks noChangeShapeType="1"/>
            <a:stCxn id="399380" idx="3"/>
            <a:endCxn id="399404" idx="0"/>
          </p:cNvCxnSpPr>
          <p:nvPr/>
        </p:nvCxnSpPr>
        <p:spPr bwMode="auto">
          <a:xfrm flipH="1">
            <a:off x="2247900" y="42545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06" name="Rectangle 46">
            <a:extLst>
              <a:ext uri="{FF2B5EF4-FFF2-40B4-BE49-F238E27FC236}">
                <a16:creationId xmlns:a16="http://schemas.microsoft.com/office/drawing/2014/main" id="{54D49B89-BA74-4806-8152-845B1DB5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07" name="Oval 47">
            <a:extLst>
              <a:ext uri="{FF2B5EF4-FFF2-40B4-BE49-F238E27FC236}">
                <a16:creationId xmlns:a16="http://schemas.microsoft.com/office/drawing/2014/main" id="{F2223588-C73C-486B-A480-EEA1985F2A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399408" name="AutoShape 48">
            <a:extLst>
              <a:ext uri="{FF2B5EF4-FFF2-40B4-BE49-F238E27FC236}">
                <a16:creationId xmlns:a16="http://schemas.microsoft.com/office/drawing/2014/main" id="{4B6FC21B-C147-422A-BA00-EA005B3E593F}"/>
              </a:ext>
            </a:extLst>
          </p:cNvPr>
          <p:cNvCxnSpPr>
            <a:cxnSpLocks noChangeShapeType="1"/>
            <a:stCxn id="399369" idx="3"/>
            <a:endCxn id="399407" idx="0"/>
          </p:cNvCxnSpPr>
          <p:nvPr/>
        </p:nvCxnSpPr>
        <p:spPr bwMode="auto">
          <a:xfrm flipH="1">
            <a:off x="3314700" y="42560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09" name="Rectangle 49">
            <a:extLst>
              <a:ext uri="{FF2B5EF4-FFF2-40B4-BE49-F238E27FC236}">
                <a16:creationId xmlns:a16="http://schemas.microsoft.com/office/drawing/2014/main" id="{A2132077-5903-4084-B28B-D17089504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10" name="Oval 50">
            <a:extLst>
              <a:ext uri="{FF2B5EF4-FFF2-40B4-BE49-F238E27FC236}">
                <a16:creationId xmlns:a16="http://schemas.microsoft.com/office/drawing/2014/main" id="{32C0F0DA-326C-4373-B763-B41FFFC975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01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9411" name="Oval 51">
            <a:extLst>
              <a:ext uri="{FF2B5EF4-FFF2-40B4-BE49-F238E27FC236}">
                <a16:creationId xmlns:a16="http://schemas.microsoft.com/office/drawing/2014/main" id="{1C244370-E1F9-4C44-805F-D326BE2B2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9412" name="Oval 52">
            <a:extLst>
              <a:ext uri="{FF2B5EF4-FFF2-40B4-BE49-F238E27FC236}">
                <a16:creationId xmlns:a16="http://schemas.microsoft.com/office/drawing/2014/main" id="{36B29BCA-023F-4BAB-BB5C-F3A89DFB3E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9413" name="Oval 53">
            <a:extLst>
              <a:ext uri="{FF2B5EF4-FFF2-40B4-BE49-F238E27FC236}">
                <a16:creationId xmlns:a16="http://schemas.microsoft.com/office/drawing/2014/main" id="{73613FAB-D2C7-4A1E-827A-4BBEEC35B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9414" name="Oval 54">
            <a:extLst>
              <a:ext uri="{FF2B5EF4-FFF2-40B4-BE49-F238E27FC236}">
                <a16:creationId xmlns:a16="http://schemas.microsoft.com/office/drawing/2014/main" id="{EDE87B7A-402A-477F-8C5C-04C359362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9415" name="Oval 55">
            <a:extLst>
              <a:ext uri="{FF2B5EF4-FFF2-40B4-BE49-F238E27FC236}">
                <a16:creationId xmlns:a16="http://schemas.microsoft.com/office/drawing/2014/main" id="{053AA9AD-0C5E-4AF7-A7AC-67B7FAF6A1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2133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9416" name="AutoShape 56">
            <a:extLst>
              <a:ext uri="{FF2B5EF4-FFF2-40B4-BE49-F238E27FC236}">
                <a16:creationId xmlns:a16="http://schemas.microsoft.com/office/drawing/2014/main" id="{228C1C58-B22D-4E68-B3BA-31839C0CE24A}"/>
              </a:ext>
            </a:extLst>
          </p:cNvPr>
          <p:cNvCxnSpPr>
            <a:cxnSpLocks noChangeShapeType="1"/>
            <a:stCxn id="399415" idx="3"/>
            <a:endCxn id="399414" idx="0"/>
          </p:cNvCxnSpPr>
          <p:nvPr/>
        </p:nvCxnSpPr>
        <p:spPr bwMode="auto">
          <a:xfrm flipH="1">
            <a:off x="55245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17" name="AutoShape 57">
            <a:extLst>
              <a:ext uri="{FF2B5EF4-FFF2-40B4-BE49-F238E27FC236}">
                <a16:creationId xmlns:a16="http://schemas.microsoft.com/office/drawing/2014/main" id="{151973F4-411A-435F-B4B5-B61A9DA3010F}"/>
              </a:ext>
            </a:extLst>
          </p:cNvPr>
          <p:cNvCxnSpPr>
            <a:cxnSpLocks noChangeShapeType="1"/>
            <a:stCxn id="399415" idx="5"/>
            <a:endCxn id="399413" idx="0"/>
          </p:cNvCxnSpPr>
          <p:nvPr/>
        </p:nvCxnSpPr>
        <p:spPr bwMode="auto">
          <a:xfrm>
            <a:off x="67262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18" name="AutoShape 58">
            <a:extLst>
              <a:ext uri="{FF2B5EF4-FFF2-40B4-BE49-F238E27FC236}">
                <a16:creationId xmlns:a16="http://schemas.microsoft.com/office/drawing/2014/main" id="{756EE4FF-07DD-4C27-BA80-2FBEE2D83745}"/>
              </a:ext>
            </a:extLst>
          </p:cNvPr>
          <p:cNvCxnSpPr>
            <a:cxnSpLocks noChangeShapeType="1"/>
            <a:stCxn id="399413" idx="5"/>
            <a:endCxn id="399410" idx="0"/>
          </p:cNvCxnSpPr>
          <p:nvPr/>
        </p:nvCxnSpPr>
        <p:spPr bwMode="auto">
          <a:xfrm>
            <a:off x="7793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19" name="AutoShape 59">
            <a:extLst>
              <a:ext uri="{FF2B5EF4-FFF2-40B4-BE49-F238E27FC236}">
                <a16:creationId xmlns:a16="http://schemas.microsoft.com/office/drawing/2014/main" id="{0E2EF3A6-ADBB-4DA6-A04C-00FF55B1E869}"/>
              </a:ext>
            </a:extLst>
          </p:cNvPr>
          <p:cNvCxnSpPr>
            <a:cxnSpLocks noChangeShapeType="1"/>
            <a:stCxn id="399414" idx="3"/>
            <a:endCxn id="399412" idx="0"/>
          </p:cNvCxnSpPr>
          <p:nvPr/>
        </p:nvCxnSpPr>
        <p:spPr bwMode="auto">
          <a:xfrm flipH="1">
            <a:off x="49911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20" name="AutoShape 60">
            <a:extLst>
              <a:ext uri="{FF2B5EF4-FFF2-40B4-BE49-F238E27FC236}">
                <a16:creationId xmlns:a16="http://schemas.microsoft.com/office/drawing/2014/main" id="{22CB90FF-99C2-49BF-8370-16ADB3626CD2}"/>
              </a:ext>
            </a:extLst>
          </p:cNvPr>
          <p:cNvCxnSpPr>
            <a:cxnSpLocks noChangeShapeType="1"/>
            <a:stCxn id="399414" idx="5"/>
            <a:endCxn id="399411" idx="0"/>
          </p:cNvCxnSpPr>
          <p:nvPr/>
        </p:nvCxnSpPr>
        <p:spPr bwMode="auto">
          <a:xfrm>
            <a:off x="56594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21" name="Oval 61">
            <a:extLst>
              <a:ext uri="{FF2B5EF4-FFF2-40B4-BE49-F238E27FC236}">
                <a16:creationId xmlns:a16="http://schemas.microsoft.com/office/drawing/2014/main" id="{EFF63739-4180-4DA0-9D1F-39401C2B5E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67700" y="48085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9422" name="AutoShape 62">
            <a:extLst>
              <a:ext uri="{FF2B5EF4-FFF2-40B4-BE49-F238E27FC236}">
                <a16:creationId xmlns:a16="http://schemas.microsoft.com/office/drawing/2014/main" id="{466C5AD5-6DD7-4F00-AFF2-D7468237E5AC}"/>
              </a:ext>
            </a:extLst>
          </p:cNvPr>
          <p:cNvCxnSpPr>
            <a:cxnSpLocks noChangeShapeType="1"/>
            <a:stCxn id="399410" idx="5"/>
            <a:endCxn id="399421" idx="0"/>
          </p:cNvCxnSpPr>
          <p:nvPr/>
        </p:nvCxnSpPr>
        <p:spPr bwMode="auto">
          <a:xfrm>
            <a:off x="8326438" y="42560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23" name="Oval 63">
            <a:extLst>
              <a:ext uri="{FF2B5EF4-FFF2-40B4-BE49-F238E27FC236}">
                <a16:creationId xmlns:a16="http://schemas.microsoft.com/office/drawing/2014/main" id="{25CE446B-F821-42E0-A164-FED862CB28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21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9424" name="AutoShape 64">
            <a:extLst>
              <a:ext uri="{FF2B5EF4-FFF2-40B4-BE49-F238E27FC236}">
                <a16:creationId xmlns:a16="http://schemas.microsoft.com/office/drawing/2014/main" id="{3995D760-B24C-4DBD-AF46-6B3EB39DE0C4}"/>
              </a:ext>
            </a:extLst>
          </p:cNvPr>
          <p:cNvCxnSpPr>
            <a:cxnSpLocks noChangeShapeType="1"/>
            <a:stCxn id="399413" idx="3"/>
            <a:endCxn id="399423" idx="0"/>
          </p:cNvCxnSpPr>
          <p:nvPr/>
        </p:nvCxnSpPr>
        <p:spPr bwMode="auto">
          <a:xfrm flipH="1">
            <a:off x="71326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9425" name="Group 65">
            <a:extLst>
              <a:ext uri="{FF2B5EF4-FFF2-40B4-BE49-F238E27FC236}">
                <a16:creationId xmlns:a16="http://schemas.microsoft.com/office/drawing/2014/main" id="{9498E3FC-31D9-4C78-883B-8A30BF9F0F28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828800"/>
            <a:ext cx="4114800" cy="3079750"/>
            <a:chOff x="1632" y="1152"/>
            <a:chExt cx="2592" cy="1940"/>
          </a:xfrm>
        </p:grpSpPr>
        <p:sp>
          <p:nvSpPr>
            <p:cNvPr id="399426" name="Text Box 66">
              <a:extLst>
                <a:ext uri="{FF2B5EF4-FFF2-40B4-BE49-F238E27FC236}">
                  <a16:creationId xmlns:a16="http://schemas.microsoft.com/office/drawing/2014/main" id="{37ACDC6F-7F5E-451B-978D-3EC4DDD12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9427" name="Text Box 67">
              <a:extLst>
                <a:ext uri="{FF2B5EF4-FFF2-40B4-BE49-F238E27FC236}">
                  <a16:creationId xmlns:a16="http://schemas.microsoft.com/office/drawing/2014/main" id="{5C228EC6-EA82-4A8E-8E5A-53351AB0F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28" name="Text Box 68">
              <a:extLst>
                <a:ext uri="{FF2B5EF4-FFF2-40B4-BE49-F238E27FC236}">
                  <a16:creationId xmlns:a16="http://schemas.microsoft.com/office/drawing/2014/main" id="{EF976EEB-2EFE-46B1-8DA7-499B8B7DC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29" name="Text Box 69">
              <a:extLst>
                <a:ext uri="{FF2B5EF4-FFF2-40B4-BE49-F238E27FC236}">
                  <a16:creationId xmlns:a16="http://schemas.microsoft.com/office/drawing/2014/main" id="{D8B93CE3-EE42-4A94-B0C9-793508BC5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430" name="Text Box 70">
              <a:extLst>
                <a:ext uri="{FF2B5EF4-FFF2-40B4-BE49-F238E27FC236}">
                  <a16:creationId xmlns:a16="http://schemas.microsoft.com/office/drawing/2014/main" id="{5CDFC949-177D-45CF-B41B-D72F966AD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431" name="Text Box 71">
              <a:extLst>
                <a:ext uri="{FF2B5EF4-FFF2-40B4-BE49-F238E27FC236}">
                  <a16:creationId xmlns:a16="http://schemas.microsoft.com/office/drawing/2014/main" id="{8D4AE72A-3A67-4964-8C7C-586E813A2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9432" name="Text Box 72">
              <a:extLst>
                <a:ext uri="{FF2B5EF4-FFF2-40B4-BE49-F238E27FC236}">
                  <a16:creationId xmlns:a16="http://schemas.microsoft.com/office/drawing/2014/main" id="{04832E67-D488-4C73-A307-B4BB930FD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433" name="Text Box 73">
              <a:extLst>
                <a:ext uri="{FF2B5EF4-FFF2-40B4-BE49-F238E27FC236}">
                  <a16:creationId xmlns:a16="http://schemas.microsoft.com/office/drawing/2014/main" id="{65E304B8-32DF-4F9E-9B86-A30EC83C3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9434" name="Text Box 74">
              <a:extLst>
                <a:ext uri="{FF2B5EF4-FFF2-40B4-BE49-F238E27FC236}">
                  <a16:creationId xmlns:a16="http://schemas.microsoft.com/office/drawing/2014/main" id="{E7FC0744-4889-4DAC-B328-1D62CF405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99435" name="Text Box 75">
              <a:extLst>
                <a:ext uri="{FF2B5EF4-FFF2-40B4-BE49-F238E27FC236}">
                  <a16:creationId xmlns:a16="http://schemas.microsoft.com/office/drawing/2014/main" id="{5ECEC3F8-D248-4765-AA99-8CD9039FB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36" name="Text Box 76">
              <a:extLst>
                <a:ext uri="{FF2B5EF4-FFF2-40B4-BE49-F238E27FC236}">
                  <a16:creationId xmlns:a16="http://schemas.microsoft.com/office/drawing/2014/main" id="{A08BAEBF-6D68-4FC0-BAE1-E4952B141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9437" name="Oval 77">
            <a:extLst>
              <a:ext uri="{FF2B5EF4-FFF2-40B4-BE49-F238E27FC236}">
                <a16:creationId xmlns:a16="http://schemas.microsoft.com/office/drawing/2014/main" id="{38872EFA-FD2C-4150-977B-23BBD50F1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201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399438" name="AutoShape 78">
            <a:extLst>
              <a:ext uri="{FF2B5EF4-FFF2-40B4-BE49-F238E27FC236}">
                <a16:creationId xmlns:a16="http://schemas.microsoft.com/office/drawing/2014/main" id="{E2F1335B-6D2E-4522-A5A0-1724B867707F}"/>
              </a:ext>
            </a:extLst>
          </p:cNvPr>
          <p:cNvCxnSpPr>
            <a:cxnSpLocks noChangeShapeType="1"/>
            <a:stCxn id="399421" idx="5"/>
            <a:endCxn id="399437" idx="0"/>
          </p:cNvCxnSpPr>
          <p:nvPr/>
        </p:nvCxnSpPr>
        <p:spPr bwMode="auto">
          <a:xfrm>
            <a:off x="8593138" y="5153025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39" name="Oval 79">
            <a:extLst>
              <a:ext uri="{FF2B5EF4-FFF2-40B4-BE49-F238E27FC236}">
                <a16:creationId xmlns:a16="http://schemas.microsoft.com/office/drawing/2014/main" id="{1A247399-2353-41B8-8169-5FD907493C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9440" name="AutoShape 80">
            <a:extLst>
              <a:ext uri="{FF2B5EF4-FFF2-40B4-BE49-F238E27FC236}">
                <a16:creationId xmlns:a16="http://schemas.microsoft.com/office/drawing/2014/main" id="{E4FCA391-7973-4A7B-BF49-A43D8600BE9B}"/>
              </a:ext>
            </a:extLst>
          </p:cNvPr>
          <p:cNvCxnSpPr>
            <a:cxnSpLocks noChangeShapeType="1"/>
            <a:stCxn id="399423" idx="5"/>
            <a:endCxn id="399439" idx="0"/>
          </p:cNvCxnSpPr>
          <p:nvPr/>
        </p:nvCxnSpPr>
        <p:spPr bwMode="auto">
          <a:xfrm>
            <a:off x="72675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41" name="Oval 81">
            <a:extLst>
              <a:ext uri="{FF2B5EF4-FFF2-40B4-BE49-F238E27FC236}">
                <a16:creationId xmlns:a16="http://schemas.microsoft.com/office/drawing/2014/main" id="{F6C9E1C5-3D79-4891-8CEA-9E4249B852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399442" name="AutoShape 82">
            <a:extLst>
              <a:ext uri="{FF2B5EF4-FFF2-40B4-BE49-F238E27FC236}">
                <a16:creationId xmlns:a16="http://schemas.microsoft.com/office/drawing/2014/main" id="{7394866D-6568-4053-AF5D-0592DD249D9C}"/>
              </a:ext>
            </a:extLst>
          </p:cNvPr>
          <p:cNvCxnSpPr>
            <a:cxnSpLocks noChangeShapeType="1"/>
            <a:stCxn id="399439" idx="3"/>
            <a:endCxn id="399441" idx="0"/>
          </p:cNvCxnSpPr>
          <p:nvPr/>
        </p:nvCxnSpPr>
        <p:spPr bwMode="auto">
          <a:xfrm flipH="1">
            <a:off x="7200900" y="5156200"/>
            <a:ext cx="174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43" name="Rectangle 83">
            <a:extLst>
              <a:ext uri="{FF2B5EF4-FFF2-40B4-BE49-F238E27FC236}">
                <a16:creationId xmlns:a16="http://schemas.microsoft.com/office/drawing/2014/main" id="{295176A5-37B2-4325-A806-024127202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44" name="Rectangle 84">
            <a:extLst>
              <a:ext uri="{FF2B5EF4-FFF2-40B4-BE49-F238E27FC236}">
                <a16:creationId xmlns:a16="http://schemas.microsoft.com/office/drawing/2014/main" id="{79D338E6-C8E5-4225-B28D-9476EC643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45" name="Rectangle 85">
            <a:extLst>
              <a:ext uri="{FF2B5EF4-FFF2-40B4-BE49-F238E27FC236}">
                <a16:creationId xmlns:a16="http://schemas.microsoft.com/office/drawing/2014/main" id="{6CF22240-1078-4167-B4B1-D2D04F55D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04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46" name="Rectangle 86">
            <a:extLst>
              <a:ext uri="{FF2B5EF4-FFF2-40B4-BE49-F238E27FC236}">
                <a16:creationId xmlns:a16="http://schemas.microsoft.com/office/drawing/2014/main" id="{C89E7860-957E-4C5B-A5B0-051B580C8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47" name="Oval 87">
            <a:extLst>
              <a:ext uri="{FF2B5EF4-FFF2-40B4-BE49-F238E27FC236}">
                <a16:creationId xmlns:a16="http://schemas.microsoft.com/office/drawing/2014/main" id="{80D9E711-E30E-4E67-BCD3-AAF1E1BF7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399448" name="AutoShape 88">
            <a:extLst>
              <a:ext uri="{FF2B5EF4-FFF2-40B4-BE49-F238E27FC236}">
                <a16:creationId xmlns:a16="http://schemas.microsoft.com/office/drawing/2014/main" id="{B0C844C9-26F9-4087-A152-FDF9DDFD1CB3}"/>
              </a:ext>
            </a:extLst>
          </p:cNvPr>
          <p:cNvCxnSpPr>
            <a:cxnSpLocks noChangeShapeType="1"/>
            <a:stCxn id="399423" idx="3"/>
            <a:endCxn id="399447" idx="0"/>
          </p:cNvCxnSpPr>
          <p:nvPr/>
        </p:nvCxnSpPr>
        <p:spPr bwMode="auto">
          <a:xfrm flipH="1">
            <a:off x="6819900" y="42545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49" name="Rectangle 89">
            <a:extLst>
              <a:ext uri="{FF2B5EF4-FFF2-40B4-BE49-F238E27FC236}">
                <a16:creationId xmlns:a16="http://schemas.microsoft.com/office/drawing/2014/main" id="{68B308A3-DB2E-4E9A-B97B-43B785A27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50" name="Oval 90">
            <a:extLst>
              <a:ext uri="{FF2B5EF4-FFF2-40B4-BE49-F238E27FC236}">
                <a16:creationId xmlns:a16="http://schemas.microsoft.com/office/drawing/2014/main" id="{1E7CC431-C9DD-4779-912F-94804E9D1D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962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399451" name="AutoShape 91">
            <a:extLst>
              <a:ext uri="{FF2B5EF4-FFF2-40B4-BE49-F238E27FC236}">
                <a16:creationId xmlns:a16="http://schemas.microsoft.com/office/drawing/2014/main" id="{3125D146-4C76-45A8-8D8D-121B14B650C5}"/>
              </a:ext>
            </a:extLst>
          </p:cNvPr>
          <p:cNvCxnSpPr>
            <a:cxnSpLocks noChangeShapeType="1"/>
            <a:stCxn id="399410" idx="3"/>
            <a:endCxn id="399450" idx="0"/>
          </p:cNvCxnSpPr>
          <p:nvPr/>
        </p:nvCxnSpPr>
        <p:spPr bwMode="auto">
          <a:xfrm flipH="1">
            <a:off x="7886700" y="42560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52" name="Rectangle 92">
            <a:extLst>
              <a:ext uri="{FF2B5EF4-FFF2-40B4-BE49-F238E27FC236}">
                <a16:creationId xmlns:a16="http://schemas.microsoft.com/office/drawing/2014/main" id="{2B76B2BA-81B1-41B1-9735-8CD7554E2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53" name="Rectangle 93">
            <a:extLst>
              <a:ext uri="{FF2B5EF4-FFF2-40B4-BE49-F238E27FC236}">
                <a16:creationId xmlns:a16="http://schemas.microsoft.com/office/drawing/2014/main" id="{FADAC91E-B094-464F-AF9B-0DF2E5AAF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54" name="Text Box 94">
            <a:extLst>
              <a:ext uri="{FF2B5EF4-FFF2-40B4-BE49-F238E27FC236}">
                <a16:creationId xmlns:a16="http://schemas.microsoft.com/office/drawing/2014/main" id="{CF5B34EC-B24C-4FE6-B115-B6BE43646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676400"/>
            <a:ext cx="1600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FF0000"/>
                </a:solidFill>
                <a:latin typeface="Times New Roman" panose="02020603050405020304" pitchFamily="18" charset="0"/>
              </a:rPr>
              <a:t>Not finished!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9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9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99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99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99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99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9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9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99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99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993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9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99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993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93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993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993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99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99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993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99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99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99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99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99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99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99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99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99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993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9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9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993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9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9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993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9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9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99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9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9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993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993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9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9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994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9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9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99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99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9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9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99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99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99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99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99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99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99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99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99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99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994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99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99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399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99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99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399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99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99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399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99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399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399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399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399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399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399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399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399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399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399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399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399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399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399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399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399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399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399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399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399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399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399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399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399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399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399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399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399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399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399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3994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399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399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399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399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399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399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399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399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399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399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399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1000"/>
                                        <p:tgtEl>
                                          <p:spTgt spid="399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399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399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399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399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399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399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399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399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399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399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399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399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399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399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399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399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399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1000"/>
                                        <p:tgtEl>
                                          <p:spTgt spid="3994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399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399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399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39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39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1000"/>
                                        <p:tgtEl>
                                          <p:spTgt spid="399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399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399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399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399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399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00"/>
                                        <p:tgtEl>
                                          <p:spTgt spid="399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399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399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399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399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399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1000"/>
                                        <p:tgtEl>
                                          <p:spTgt spid="399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399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399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000"/>
                                        <p:tgtEl>
                                          <p:spTgt spid="399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399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399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1000"/>
                                        <p:tgtEl>
                                          <p:spTgt spid="399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399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399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/>
      <p:bldP spid="399363" grpId="0" animBg="1"/>
      <p:bldP spid="399365" grpId="0" animBg="1"/>
      <p:bldP spid="399367" grpId="0"/>
      <p:bldP spid="399368" grpId="0" animBg="1"/>
      <p:bldP spid="399369" grpId="0" animBg="1"/>
      <p:bldP spid="399370" grpId="0" animBg="1"/>
      <p:bldP spid="399371" grpId="0" animBg="1"/>
      <p:bldP spid="399372" grpId="0" animBg="1"/>
      <p:bldP spid="399373" grpId="0" animBg="1"/>
      <p:bldP spid="399378" grpId="0" animBg="1"/>
      <p:bldP spid="399380" grpId="0" animBg="1"/>
      <p:bldP spid="399394" grpId="0" animBg="1"/>
      <p:bldP spid="399396" grpId="0" animBg="1"/>
      <p:bldP spid="399398" grpId="0" animBg="1"/>
      <p:bldP spid="399400" grpId="0"/>
      <p:bldP spid="399401" grpId="0"/>
      <p:bldP spid="399402" grpId="0"/>
      <p:bldP spid="399403" grpId="0"/>
      <p:bldP spid="399404" grpId="0" animBg="1"/>
      <p:bldP spid="399406" grpId="0"/>
      <p:bldP spid="399407" grpId="0" animBg="1"/>
      <p:bldP spid="399409" grpId="0"/>
      <p:bldP spid="399410" grpId="0" animBg="1"/>
      <p:bldP spid="399411" grpId="0" animBg="1"/>
      <p:bldP spid="399412" grpId="0" animBg="1"/>
      <p:bldP spid="399413" grpId="0" animBg="1"/>
      <p:bldP spid="399414" grpId="0" animBg="1"/>
      <p:bldP spid="399415" grpId="0" animBg="1"/>
      <p:bldP spid="399421" grpId="0" animBg="1"/>
      <p:bldP spid="399423" grpId="0" animBg="1"/>
      <p:bldP spid="399437" grpId="0" animBg="1"/>
      <p:bldP spid="399439" grpId="0" animBg="1"/>
      <p:bldP spid="399441" grpId="0" animBg="1"/>
      <p:bldP spid="399443" grpId="0"/>
      <p:bldP spid="399444" grpId="0"/>
      <p:bldP spid="399445" grpId="0"/>
      <p:bldP spid="399446" grpId="0"/>
      <p:bldP spid="399447" grpId="0" animBg="1"/>
      <p:bldP spid="399449" grpId="0"/>
      <p:bldP spid="399450" grpId="0" animBg="1"/>
      <p:bldP spid="399452" grpId="0"/>
      <p:bldP spid="399453" grpId="0"/>
      <p:bldP spid="39945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D3840B8A-A0BB-4ABB-9655-FFB72B66D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Deletion with Propagation</a:t>
            </a:r>
          </a:p>
        </p:txBody>
      </p:sp>
      <p:sp>
        <p:nvSpPr>
          <p:cNvPr id="401411" name="Text Box 3">
            <a:extLst>
              <a:ext uri="{FF2B5EF4-FFF2-40B4-BE49-F238E27FC236}">
                <a16:creationId xmlns:a16="http://schemas.microsoft.com/office/drawing/2014/main" id="{91EFAF9F-B80A-4FE9-8977-688A9C550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962400"/>
            <a:ext cx="3422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We get to choose whether </a:t>
            </a:r>
          </a:p>
          <a:p>
            <a:pPr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to single or double rotate!</a:t>
            </a:r>
          </a:p>
        </p:txBody>
      </p:sp>
      <p:sp>
        <p:nvSpPr>
          <p:cNvPr id="401412" name="Oval 4">
            <a:extLst>
              <a:ext uri="{FF2B5EF4-FFF2-40B4-BE49-F238E27FC236}">
                <a16:creationId xmlns:a16="http://schemas.microsoft.com/office/drawing/2014/main" id="{A0895FF1-1750-49CB-B1C4-DD7BA21056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5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1413" name="Oval 5">
            <a:extLst>
              <a:ext uri="{FF2B5EF4-FFF2-40B4-BE49-F238E27FC236}">
                <a16:creationId xmlns:a16="http://schemas.microsoft.com/office/drawing/2014/main" id="{02A35653-40D8-4690-9EF3-0CEFC9EB15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52600" y="375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1414" name="Oval 6">
            <a:extLst>
              <a:ext uri="{FF2B5EF4-FFF2-40B4-BE49-F238E27FC236}">
                <a16:creationId xmlns:a16="http://schemas.microsoft.com/office/drawing/2014/main" id="{786F7276-2970-4F79-9B88-FF750156E7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800" y="375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1415" name="Oval 7">
            <a:extLst>
              <a:ext uri="{FF2B5EF4-FFF2-40B4-BE49-F238E27FC236}">
                <a16:creationId xmlns:a16="http://schemas.microsoft.com/office/drawing/2014/main" id="{C684F517-697F-493F-A46B-CB9DE68599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870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1416" name="Oval 8">
            <a:extLst>
              <a:ext uri="{FF2B5EF4-FFF2-40B4-BE49-F238E27FC236}">
                <a16:creationId xmlns:a16="http://schemas.microsoft.com/office/drawing/2014/main" id="{4E2A41D2-B257-4350-9222-4AE9B42BA5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9200" y="2870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1417" name="Oval 9">
            <a:extLst>
              <a:ext uri="{FF2B5EF4-FFF2-40B4-BE49-F238E27FC236}">
                <a16:creationId xmlns:a16="http://schemas.microsoft.com/office/drawing/2014/main" id="{A190865F-B37C-4932-B68F-CAA8E40B82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19812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1418" name="AutoShape 10">
            <a:extLst>
              <a:ext uri="{FF2B5EF4-FFF2-40B4-BE49-F238E27FC236}">
                <a16:creationId xmlns:a16="http://schemas.microsoft.com/office/drawing/2014/main" id="{0B1A18C3-A8E2-4F63-AFF3-7688E7CE8420}"/>
              </a:ext>
            </a:extLst>
          </p:cNvPr>
          <p:cNvCxnSpPr>
            <a:cxnSpLocks noChangeShapeType="1"/>
            <a:stCxn id="401417" idx="3"/>
            <a:endCxn id="401416" idx="0"/>
          </p:cNvCxnSpPr>
          <p:nvPr/>
        </p:nvCxnSpPr>
        <p:spPr bwMode="auto">
          <a:xfrm flipH="1">
            <a:off x="1409700" y="23256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19" name="AutoShape 11">
            <a:extLst>
              <a:ext uri="{FF2B5EF4-FFF2-40B4-BE49-F238E27FC236}">
                <a16:creationId xmlns:a16="http://schemas.microsoft.com/office/drawing/2014/main" id="{34603558-D438-4E27-9EE4-FAB2BB61A3D4}"/>
              </a:ext>
            </a:extLst>
          </p:cNvPr>
          <p:cNvCxnSpPr>
            <a:cxnSpLocks noChangeShapeType="1"/>
            <a:stCxn id="401417" idx="5"/>
            <a:endCxn id="401415" idx="0"/>
          </p:cNvCxnSpPr>
          <p:nvPr/>
        </p:nvCxnSpPr>
        <p:spPr bwMode="auto">
          <a:xfrm>
            <a:off x="2611438" y="23256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20" name="AutoShape 12">
            <a:extLst>
              <a:ext uri="{FF2B5EF4-FFF2-40B4-BE49-F238E27FC236}">
                <a16:creationId xmlns:a16="http://schemas.microsoft.com/office/drawing/2014/main" id="{B8AD57C2-AA38-4464-9CC5-EA50BE1C1A4C}"/>
              </a:ext>
            </a:extLst>
          </p:cNvPr>
          <p:cNvCxnSpPr>
            <a:cxnSpLocks noChangeShapeType="1"/>
            <a:stCxn id="401415" idx="5"/>
            <a:endCxn id="401412" idx="0"/>
          </p:cNvCxnSpPr>
          <p:nvPr/>
        </p:nvCxnSpPr>
        <p:spPr bwMode="auto">
          <a:xfrm>
            <a:off x="3678238" y="3214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21" name="AutoShape 13">
            <a:extLst>
              <a:ext uri="{FF2B5EF4-FFF2-40B4-BE49-F238E27FC236}">
                <a16:creationId xmlns:a16="http://schemas.microsoft.com/office/drawing/2014/main" id="{66AFD49B-EDDC-4D04-ABBA-68311A11FE9A}"/>
              </a:ext>
            </a:extLst>
          </p:cNvPr>
          <p:cNvCxnSpPr>
            <a:cxnSpLocks noChangeShapeType="1"/>
            <a:stCxn id="401416" idx="3"/>
            <a:endCxn id="401414" idx="0"/>
          </p:cNvCxnSpPr>
          <p:nvPr/>
        </p:nvCxnSpPr>
        <p:spPr bwMode="auto">
          <a:xfrm flipH="1">
            <a:off x="876300" y="32146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22" name="AutoShape 14">
            <a:extLst>
              <a:ext uri="{FF2B5EF4-FFF2-40B4-BE49-F238E27FC236}">
                <a16:creationId xmlns:a16="http://schemas.microsoft.com/office/drawing/2014/main" id="{877E5795-76D3-40D5-B417-8A6A8FD0C5E7}"/>
              </a:ext>
            </a:extLst>
          </p:cNvPr>
          <p:cNvCxnSpPr>
            <a:cxnSpLocks noChangeShapeType="1"/>
            <a:stCxn id="401416" idx="5"/>
            <a:endCxn id="401413" idx="0"/>
          </p:cNvCxnSpPr>
          <p:nvPr/>
        </p:nvCxnSpPr>
        <p:spPr bwMode="auto">
          <a:xfrm>
            <a:off x="1544638" y="3214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23" name="Oval 15">
            <a:extLst>
              <a:ext uri="{FF2B5EF4-FFF2-40B4-BE49-F238E27FC236}">
                <a16:creationId xmlns:a16="http://schemas.microsoft.com/office/drawing/2014/main" id="{589E47A4-ACBE-4461-BE37-86DC5DB0B2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2900" y="46561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1424" name="AutoShape 16">
            <a:extLst>
              <a:ext uri="{FF2B5EF4-FFF2-40B4-BE49-F238E27FC236}">
                <a16:creationId xmlns:a16="http://schemas.microsoft.com/office/drawing/2014/main" id="{7FD367DF-2C9C-4833-A0C9-B8ADCB12CA27}"/>
              </a:ext>
            </a:extLst>
          </p:cNvPr>
          <p:cNvCxnSpPr>
            <a:cxnSpLocks noChangeShapeType="1"/>
            <a:stCxn id="401412" idx="5"/>
            <a:endCxn id="401423" idx="0"/>
          </p:cNvCxnSpPr>
          <p:nvPr/>
        </p:nvCxnSpPr>
        <p:spPr bwMode="auto">
          <a:xfrm>
            <a:off x="4211638" y="41036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25" name="Oval 17">
            <a:extLst>
              <a:ext uri="{FF2B5EF4-FFF2-40B4-BE49-F238E27FC236}">
                <a16:creationId xmlns:a16="http://schemas.microsoft.com/office/drawing/2014/main" id="{AA8635C0-5C75-43BB-8EAB-CED19BF67A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37576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1426" name="AutoShape 18">
            <a:extLst>
              <a:ext uri="{FF2B5EF4-FFF2-40B4-BE49-F238E27FC236}">
                <a16:creationId xmlns:a16="http://schemas.microsoft.com/office/drawing/2014/main" id="{A4D913CA-03D6-4A2E-93AC-4A741F9E3D34}"/>
              </a:ext>
            </a:extLst>
          </p:cNvPr>
          <p:cNvCxnSpPr>
            <a:cxnSpLocks noChangeShapeType="1"/>
            <a:stCxn id="401415" idx="3"/>
            <a:endCxn id="401425" idx="0"/>
          </p:cNvCxnSpPr>
          <p:nvPr/>
        </p:nvCxnSpPr>
        <p:spPr bwMode="auto">
          <a:xfrm flipH="1">
            <a:off x="3017838" y="32146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1427" name="Group 19">
            <a:extLst>
              <a:ext uri="{FF2B5EF4-FFF2-40B4-BE49-F238E27FC236}">
                <a16:creationId xmlns:a16="http://schemas.microsoft.com/office/drawing/2014/main" id="{E1E9DC4A-0664-4E44-9AC1-E6085676672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76400"/>
            <a:ext cx="4114800" cy="3079750"/>
            <a:chOff x="1632" y="1152"/>
            <a:chExt cx="2592" cy="1940"/>
          </a:xfrm>
        </p:grpSpPr>
        <p:sp>
          <p:nvSpPr>
            <p:cNvPr id="401428" name="Text Box 20">
              <a:extLst>
                <a:ext uri="{FF2B5EF4-FFF2-40B4-BE49-F238E27FC236}">
                  <a16:creationId xmlns:a16="http://schemas.microsoft.com/office/drawing/2014/main" id="{C32D7477-B3D2-4C77-A39A-B9A05878F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1429" name="Text Box 21">
              <a:extLst>
                <a:ext uri="{FF2B5EF4-FFF2-40B4-BE49-F238E27FC236}">
                  <a16:creationId xmlns:a16="http://schemas.microsoft.com/office/drawing/2014/main" id="{7E9919B2-C2B2-4CDC-B510-4BEAE20BE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1430" name="Text Box 22">
              <a:extLst>
                <a:ext uri="{FF2B5EF4-FFF2-40B4-BE49-F238E27FC236}">
                  <a16:creationId xmlns:a16="http://schemas.microsoft.com/office/drawing/2014/main" id="{CCD960DA-2FD3-4F4C-93EC-9134926FF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1431" name="Text Box 23">
              <a:extLst>
                <a:ext uri="{FF2B5EF4-FFF2-40B4-BE49-F238E27FC236}">
                  <a16:creationId xmlns:a16="http://schemas.microsoft.com/office/drawing/2014/main" id="{CA9DB2E7-4FE1-46B5-BE63-B7A327F08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1432" name="Text Box 24">
              <a:extLst>
                <a:ext uri="{FF2B5EF4-FFF2-40B4-BE49-F238E27FC236}">
                  <a16:creationId xmlns:a16="http://schemas.microsoft.com/office/drawing/2014/main" id="{35B9500C-3E63-4884-B662-367ED934D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1433" name="Text Box 25">
              <a:extLst>
                <a:ext uri="{FF2B5EF4-FFF2-40B4-BE49-F238E27FC236}">
                  <a16:creationId xmlns:a16="http://schemas.microsoft.com/office/drawing/2014/main" id="{B702BFCE-00DA-4004-83DB-DB1CC0F7B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1434" name="Text Box 26">
              <a:extLst>
                <a:ext uri="{FF2B5EF4-FFF2-40B4-BE49-F238E27FC236}">
                  <a16:creationId xmlns:a16="http://schemas.microsoft.com/office/drawing/2014/main" id="{9FD14DBE-EFFB-45B6-BFAC-6948F6A94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1435" name="Text Box 27">
              <a:extLst>
                <a:ext uri="{FF2B5EF4-FFF2-40B4-BE49-F238E27FC236}">
                  <a16:creationId xmlns:a16="http://schemas.microsoft.com/office/drawing/2014/main" id="{8C0FBC09-162D-4D70-A122-B4C1C0E10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1436" name="Text Box 28">
              <a:extLst>
                <a:ext uri="{FF2B5EF4-FFF2-40B4-BE49-F238E27FC236}">
                  <a16:creationId xmlns:a16="http://schemas.microsoft.com/office/drawing/2014/main" id="{AB9B9BA1-ADE3-4295-B247-CC27D97DD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1437" name="Text Box 29">
              <a:extLst>
                <a:ext uri="{FF2B5EF4-FFF2-40B4-BE49-F238E27FC236}">
                  <a16:creationId xmlns:a16="http://schemas.microsoft.com/office/drawing/2014/main" id="{F16B4CDB-1D37-401E-AFA0-3B2291E5A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1438" name="Text Box 30">
              <a:extLst>
                <a:ext uri="{FF2B5EF4-FFF2-40B4-BE49-F238E27FC236}">
                  <a16:creationId xmlns:a16="http://schemas.microsoft.com/office/drawing/2014/main" id="{A500B29B-F4C6-439A-B2A8-06966D403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1439" name="Oval 31">
            <a:extLst>
              <a:ext uri="{FF2B5EF4-FFF2-40B4-BE49-F238E27FC236}">
                <a16:creationId xmlns:a16="http://schemas.microsoft.com/office/drawing/2014/main" id="{72A25597-203F-4291-AF87-340EC19996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5300" y="556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1440" name="AutoShape 32">
            <a:extLst>
              <a:ext uri="{FF2B5EF4-FFF2-40B4-BE49-F238E27FC236}">
                <a16:creationId xmlns:a16="http://schemas.microsoft.com/office/drawing/2014/main" id="{D715E4AD-8DD2-4313-8759-DADDF6A4F486}"/>
              </a:ext>
            </a:extLst>
          </p:cNvPr>
          <p:cNvCxnSpPr>
            <a:cxnSpLocks noChangeShapeType="1"/>
            <a:endCxn id="401439" idx="0"/>
          </p:cNvCxnSpPr>
          <p:nvPr/>
        </p:nvCxnSpPr>
        <p:spPr bwMode="auto">
          <a:xfrm>
            <a:off x="4419600" y="5029200"/>
            <a:ext cx="762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41" name="Oval 33">
            <a:extLst>
              <a:ext uri="{FF2B5EF4-FFF2-40B4-BE49-F238E27FC236}">
                <a16:creationId xmlns:a16="http://schemas.microsoft.com/office/drawing/2014/main" id="{F5A67BD9-FF3A-4D1E-8832-1BF4D6DF53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4659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1442" name="AutoShape 34">
            <a:extLst>
              <a:ext uri="{FF2B5EF4-FFF2-40B4-BE49-F238E27FC236}">
                <a16:creationId xmlns:a16="http://schemas.microsoft.com/office/drawing/2014/main" id="{49CFF0C2-A242-4636-9A8C-593883A1133F}"/>
              </a:ext>
            </a:extLst>
          </p:cNvPr>
          <p:cNvCxnSpPr>
            <a:cxnSpLocks noChangeShapeType="1"/>
            <a:stCxn id="401425" idx="5"/>
            <a:endCxn id="401441" idx="0"/>
          </p:cNvCxnSpPr>
          <p:nvPr/>
        </p:nvCxnSpPr>
        <p:spPr bwMode="auto">
          <a:xfrm>
            <a:off x="3152775" y="41021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43" name="Oval 35">
            <a:extLst>
              <a:ext uri="{FF2B5EF4-FFF2-40B4-BE49-F238E27FC236}">
                <a16:creationId xmlns:a16="http://schemas.microsoft.com/office/drawing/2014/main" id="{60A091B4-5EBC-4963-AED7-F11B56AFE2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5573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1444" name="AutoShape 36">
            <a:extLst>
              <a:ext uri="{FF2B5EF4-FFF2-40B4-BE49-F238E27FC236}">
                <a16:creationId xmlns:a16="http://schemas.microsoft.com/office/drawing/2014/main" id="{8A7C1A7C-A15E-4C93-AF3E-C2DFBC8AA02E}"/>
              </a:ext>
            </a:extLst>
          </p:cNvPr>
          <p:cNvCxnSpPr>
            <a:cxnSpLocks noChangeShapeType="1"/>
            <a:stCxn id="401441" idx="4"/>
            <a:endCxn id="401443" idx="0"/>
          </p:cNvCxnSpPr>
          <p:nvPr/>
        </p:nvCxnSpPr>
        <p:spPr bwMode="auto">
          <a:xfrm flipH="1">
            <a:off x="3086100" y="5059363"/>
            <a:ext cx="1524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45" name="Rectangle 37">
            <a:extLst>
              <a:ext uri="{FF2B5EF4-FFF2-40B4-BE49-F238E27FC236}">
                <a16:creationId xmlns:a16="http://schemas.microsoft.com/office/drawing/2014/main" id="{269E9354-5726-4806-87DC-45A8B9C5F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1446" name="Rectangle 38">
            <a:extLst>
              <a:ext uri="{FF2B5EF4-FFF2-40B4-BE49-F238E27FC236}">
                <a16:creationId xmlns:a16="http://schemas.microsoft.com/office/drawing/2014/main" id="{17C651B8-428D-406E-9AAD-B307FE673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5257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47" name="Rectangle 39">
            <a:extLst>
              <a:ext uri="{FF2B5EF4-FFF2-40B4-BE49-F238E27FC236}">
                <a16:creationId xmlns:a16="http://schemas.microsoft.com/office/drawing/2014/main" id="{5177A4FD-01AE-4531-8D90-71C622E2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650" y="5257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48" name="Rectangle 40">
            <a:extLst>
              <a:ext uri="{FF2B5EF4-FFF2-40B4-BE49-F238E27FC236}">
                <a16:creationId xmlns:a16="http://schemas.microsoft.com/office/drawing/2014/main" id="{4F1FB503-9C82-4488-97ED-4B1FCF2E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1449" name="Oval 41">
            <a:extLst>
              <a:ext uri="{FF2B5EF4-FFF2-40B4-BE49-F238E27FC236}">
                <a16:creationId xmlns:a16="http://schemas.microsoft.com/office/drawing/2014/main" id="{BF98F211-B083-46EB-A8C3-1812C7B63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4659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1450" name="AutoShape 42">
            <a:extLst>
              <a:ext uri="{FF2B5EF4-FFF2-40B4-BE49-F238E27FC236}">
                <a16:creationId xmlns:a16="http://schemas.microsoft.com/office/drawing/2014/main" id="{FC6A6F63-23E8-427A-84D8-730A30F3DA96}"/>
              </a:ext>
            </a:extLst>
          </p:cNvPr>
          <p:cNvCxnSpPr>
            <a:cxnSpLocks noChangeShapeType="1"/>
            <a:stCxn id="401425" idx="3"/>
            <a:endCxn id="401449" idx="0"/>
          </p:cNvCxnSpPr>
          <p:nvPr/>
        </p:nvCxnSpPr>
        <p:spPr bwMode="auto">
          <a:xfrm flipH="1">
            <a:off x="2705100" y="41021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51" name="Rectangle 43">
            <a:extLst>
              <a:ext uri="{FF2B5EF4-FFF2-40B4-BE49-F238E27FC236}">
                <a16:creationId xmlns:a16="http://schemas.microsoft.com/office/drawing/2014/main" id="{DC0DFA36-37E7-4549-A56C-A9BEC11B1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52" name="Oval 44">
            <a:extLst>
              <a:ext uri="{FF2B5EF4-FFF2-40B4-BE49-F238E27FC236}">
                <a16:creationId xmlns:a16="http://schemas.microsoft.com/office/drawing/2014/main" id="{8266745E-0078-4DAF-AE71-A240BE0C2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4659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1453" name="AutoShape 45">
            <a:extLst>
              <a:ext uri="{FF2B5EF4-FFF2-40B4-BE49-F238E27FC236}">
                <a16:creationId xmlns:a16="http://schemas.microsoft.com/office/drawing/2014/main" id="{F2EF87E5-BE35-4EA8-BE4F-57CB737D58CE}"/>
              </a:ext>
            </a:extLst>
          </p:cNvPr>
          <p:cNvCxnSpPr>
            <a:cxnSpLocks noChangeShapeType="1"/>
            <a:stCxn id="401412" idx="3"/>
            <a:endCxn id="401452" idx="0"/>
          </p:cNvCxnSpPr>
          <p:nvPr/>
        </p:nvCxnSpPr>
        <p:spPr bwMode="auto">
          <a:xfrm flipH="1">
            <a:off x="3771900" y="41036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54" name="Rectangle 46">
            <a:extLst>
              <a:ext uri="{FF2B5EF4-FFF2-40B4-BE49-F238E27FC236}">
                <a16:creationId xmlns:a16="http://schemas.microsoft.com/office/drawing/2014/main" id="{C1E3732D-12E2-45F6-A3EB-6EBAB805B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55" name="Text Box 47">
            <a:extLst>
              <a:ext uri="{FF2B5EF4-FFF2-40B4-BE49-F238E27FC236}">
                <a16:creationId xmlns:a16="http://schemas.microsoft.com/office/drawing/2014/main" id="{2FC47AFF-F1AE-4B22-8003-0609E65C1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2098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What different about this case?</a:t>
            </a:r>
          </a:p>
        </p:txBody>
      </p:sp>
      <p:grpSp>
        <p:nvGrpSpPr>
          <p:cNvPr id="401456" name="Group 48">
            <a:extLst>
              <a:ext uri="{FF2B5EF4-FFF2-40B4-BE49-F238E27FC236}">
                <a16:creationId xmlns:a16="http://schemas.microsoft.com/office/drawing/2014/main" id="{BBCFFC9D-C70D-4F6A-BE74-61BD6DB2F61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4953000"/>
            <a:ext cx="320675" cy="533400"/>
            <a:chOff x="480" y="2592"/>
            <a:chExt cx="144" cy="240"/>
          </a:xfrm>
        </p:grpSpPr>
        <p:sp>
          <p:nvSpPr>
            <p:cNvPr id="401457" name="Line 49">
              <a:extLst>
                <a:ext uri="{FF2B5EF4-FFF2-40B4-BE49-F238E27FC236}">
                  <a16:creationId xmlns:a16="http://schemas.microsoft.com/office/drawing/2014/main" id="{530794F5-94C7-45F0-ACDC-472480F3C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59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1458" name="Line 50">
              <a:extLst>
                <a:ext uri="{FF2B5EF4-FFF2-40B4-BE49-F238E27FC236}">
                  <a16:creationId xmlns:a16="http://schemas.microsoft.com/office/drawing/2014/main" id="{D78C969E-FA6F-45BA-94CD-57A6559ED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688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01459" name="Group 51">
            <a:extLst>
              <a:ext uri="{FF2B5EF4-FFF2-40B4-BE49-F238E27FC236}">
                <a16:creationId xmlns:a16="http://schemas.microsoft.com/office/drawing/2014/main" id="{E7468982-6D01-40D6-8DFF-0FBD56BC2660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5029200"/>
            <a:ext cx="228600" cy="533400"/>
            <a:chOff x="720" y="3168"/>
            <a:chExt cx="144" cy="336"/>
          </a:xfrm>
        </p:grpSpPr>
        <p:sp>
          <p:nvSpPr>
            <p:cNvPr id="401460" name="Line 52">
              <a:extLst>
                <a:ext uri="{FF2B5EF4-FFF2-40B4-BE49-F238E27FC236}">
                  <a16:creationId xmlns:a16="http://schemas.microsoft.com/office/drawing/2014/main" id="{AD6F96C8-15DC-4D29-A246-1FFF8768E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68"/>
              <a:ext cx="135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1461" name="Line 53">
              <a:extLst>
                <a:ext uri="{FF2B5EF4-FFF2-40B4-BE49-F238E27FC236}">
                  <a16:creationId xmlns:a16="http://schemas.microsoft.com/office/drawing/2014/main" id="{6AD433AE-850D-430E-870D-D9DED5394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7" y="3302"/>
              <a:ext cx="67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1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1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1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1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1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1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1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1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1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1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1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1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1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1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1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1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1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1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1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1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1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1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14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1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1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1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1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01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01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1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01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1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1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1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1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1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1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01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0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01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0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1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014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0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01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0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0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01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01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01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0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0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01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0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1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0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01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0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01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01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01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01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1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1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1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01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401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401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401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0" grpId="0"/>
      <p:bldP spid="401411" grpId="0"/>
      <p:bldP spid="401412" grpId="0" animBg="1"/>
      <p:bldP spid="401413" grpId="0" animBg="1"/>
      <p:bldP spid="401414" grpId="0" animBg="1"/>
      <p:bldP spid="401415" grpId="0" animBg="1"/>
      <p:bldP spid="401416" grpId="0" animBg="1"/>
      <p:bldP spid="401417" grpId="0" animBg="1"/>
      <p:bldP spid="401423" grpId="0" animBg="1"/>
      <p:bldP spid="401425" grpId="0" animBg="1"/>
      <p:bldP spid="401439" grpId="0" animBg="1"/>
      <p:bldP spid="401441" grpId="0" animBg="1"/>
      <p:bldP spid="401443" grpId="0" animBg="1"/>
      <p:bldP spid="401445" grpId="0"/>
      <p:bldP spid="401446" grpId="0"/>
      <p:bldP spid="401447" grpId="0"/>
      <p:bldP spid="401448" grpId="0"/>
      <p:bldP spid="401449" grpId="0" animBg="1"/>
      <p:bldP spid="401451" grpId="0"/>
      <p:bldP spid="401452" grpId="0" animBg="1"/>
      <p:bldP spid="401454" grpId="0"/>
      <p:bldP spid="40145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3FAA71DD-9DF5-4E61-84EA-083186385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Propagated Single Rotation</a:t>
            </a:r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72F88939-E878-444E-97B5-FCAB2BA6D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60" name="Oval 4">
            <a:extLst>
              <a:ext uri="{FF2B5EF4-FFF2-40B4-BE49-F238E27FC236}">
                <a16:creationId xmlns:a16="http://schemas.microsoft.com/office/drawing/2014/main" id="{07926526-A3BF-49DF-8A49-B9EDF94DB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3835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03461" name="Oval 5">
            <a:extLst>
              <a:ext uri="{FF2B5EF4-FFF2-40B4-BE49-F238E27FC236}">
                <a16:creationId xmlns:a16="http://schemas.microsoft.com/office/drawing/2014/main" id="{6E824F93-930D-4E7D-B04E-30E56A1D3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0" y="2946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3462" name="Oval 6">
            <a:extLst>
              <a:ext uri="{FF2B5EF4-FFF2-40B4-BE49-F238E27FC236}">
                <a16:creationId xmlns:a16="http://schemas.microsoft.com/office/drawing/2014/main" id="{17BF6CE3-9495-42BB-939B-78EBBE8F97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20574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03463" name="AutoShape 7">
            <a:extLst>
              <a:ext uri="{FF2B5EF4-FFF2-40B4-BE49-F238E27FC236}">
                <a16:creationId xmlns:a16="http://schemas.microsoft.com/office/drawing/2014/main" id="{604290DB-0860-4705-83D9-8FBDFE10529D}"/>
              </a:ext>
            </a:extLst>
          </p:cNvPr>
          <p:cNvCxnSpPr>
            <a:cxnSpLocks noChangeShapeType="1"/>
            <a:stCxn id="403462" idx="3"/>
            <a:endCxn id="403481" idx="0"/>
          </p:cNvCxnSpPr>
          <p:nvPr/>
        </p:nvCxnSpPr>
        <p:spPr bwMode="auto">
          <a:xfrm flipH="1">
            <a:off x="5600700" y="2401888"/>
            <a:ext cx="931863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464" name="AutoShape 8">
            <a:extLst>
              <a:ext uri="{FF2B5EF4-FFF2-40B4-BE49-F238E27FC236}">
                <a16:creationId xmlns:a16="http://schemas.microsoft.com/office/drawing/2014/main" id="{EF4952D2-E1D3-4F5D-9AAE-AA383F407B53}"/>
              </a:ext>
            </a:extLst>
          </p:cNvPr>
          <p:cNvCxnSpPr>
            <a:cxnSpLocks noChangeShapeType="1"/>
            <a:stCxn id="403462" idx="5"/>
            <a:endCxn id="403461" idx="0"/>
          </p:cNvCxnSpPr>
          <p:nvPr/>
        </p:nvCxnSpPr>
        <p:spPr bwMode="auto">
          <a:xfrm>
            <a:off x="6802438" y="24018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465" name="AutoShape 9">
            <a:extLst>
              <a:ext uri="{FF2B5EF4-FFF2-40B4-BE49-F238E27FC236}">
                <a16:creationId xmlns:a16="http://schemas.microsoft.com/office/drawing/2014/main" id="{C0F4F4D2-44A5-4D3A-9489-B62A637DC51C}"/>
              </a:ext>
            </a:extLst>
          </p:cNvPr>
          <p:cNvCxnSpPr>
            <a:cxnSpLocks noChangeShapeType="1"/>
            <a:stCxn id="403461" idx="5"/>
            <a:endCxn id="403460" idx="0"/>
          </p:cNvCxnSpPr>
          <p:nvPr/>
        </p:nvCxnSpPr>
        <p:spPr bwMode="auto">
          <a:xfrm>
            <a:off x="7869238" y="32908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66" name="Oval 10">
            <a:extLst>
              <a:ext uri="{FF2B5EF4-FFF2-40B4-BE49-F238E27FC236}">
                <a16:creationId xmlns:a16="http://schemas.microsoft.com/office/drawing/2014/main" id="{027FD716-AFEA-488C-B1DB-E1A386F470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39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3467" name="AutoShape 11">
            <a:extLst>
              <a:ext uri="{FF2B5EF4-FFF2-40B4-BE49-F238E27FC236}">
                <a16:creationId xmlns:a16="http://schemas.microsoft.com/office/drawing/2014/main" id="{C6BB4BD2-30F3-49B8-8499-CC827286EDB8}"/>
              </a:ext>
            </a:extLst>
          </p:cNvPr>
          <p:cNvCxnSpPr>
            <a:cxnSpLocks noChangeShapeType="1"/>
            <a:stCxn id="403460" idx="5"/>
            <a:endCxn id="403466" idx="0"/>
          </p:cNvCxnSpPr>
          <p:nvPr/>
        </p:nvCxnSpPr>
        <p:spPr bwMode="auto">
          <a:xfrm>
            <a:off x="8402638" y="41798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68" name="Oval 12">
            <a:extLst>
              <a:ext uri="{FF2B5EF4-FFF2-40B4-BE49-F238E27FC236}">
                <a16:creationId xmlns:a16="http://schemas.microsoft.com/office/drawing/2014/main" id="{E0CB640E-BA86-4AF2-B36A-96973F7FC7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81688" y="38338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3469" name="AutoShape 13">
            <a:extLst>
              <a:ext uri="{FF2B5EF4-FFF2-40B4-BE49-F238E27FC236}">
                <a16:creationId xmlns:a16="http://schemas.microsoft.com/office/drawing/2014/main" id="{A56ED34E-B917-4912-A095-62AA377EEEF0}"/>
              </a:ext>
            </a:extLst>
          </p:cNvPr>
          <p:cNvCxnSpPr>
            <a:cxnSpLocks noChangeShapeType="1"/>
            <a:stCxn id="403481" idx="5"/>
            <a:endCxn id="403468" idx="0"/>
          </p:cNvCxnSpPr>
          <p:nvPr/>
        </p:nvCxnSpPr>
        <p:spPr bwMode="auto">
          <a:xfrm>
            <a:off x="5735638" y="3284538"/>
            <a:ext cx="336550" cy="530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70" name="Oval 14">
            <a:extLst>
              <a:ext uri="{FF2B5EF4-FFF2-40B4-BE49-F238E27FC236}">
                <a16:creationId xmlns:a16="http://schemas.microsoft.com/office/drawing/2014/main" id="{136ADC2F-D878-461C-9429-1CD020686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02350" y="47355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3471" name="AutoShape 15">
            <a:extLst>
              <a:ext uri="{FF2B5EF4-FFF2-40B4-BE49-F238E27FC236}">
                <a16:creationId xmlns:a16="http://schemas.microsoft.com/office/drawing/2014/main" id="{353AA6D5-86BD-4301-8434-59A53E39D8B3}"/>
              </a:ext>
            </a:extLst>
          </p:cNvPr>
          <p:cNvCxnSpPr>
            <a:cxnSpLocks noChangeShapeType="1"/>
            <a:stCxn id="403468" idx="5"/>
            <a:endCxn id="403470" idx="0"/>
          </p:cNvCxnSpPr>
          <p:nvPr/>
        </p:nvCxnSpPr>
        <p:spPr bwMode="auto">
          <a:xfrm>
            <a:off x="6207125" y="41783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72" name="Oval 16">
            <a:extLst>
              <a:ext uri="{FF2B5EF4-FFF2-40B4-BE49-F238E27FC236}">
                <a16:creationId xmlns:a16="http://schemas.microsoft.com/office/drawing/2014/main" id="{4DD9A6DE-C24C-483A-B573-7920F9E346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9950" y="5649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3473" name="AutoShape 17">
            <a:extLst>
              <a:ext uri="{FF2B5EF4-FFF2-40B4-BE49-F238E27FC236}">
                <a16:creationId xmlns:a16="http://schemas.microsoft.com/office/drawing/2014/main" id="{FE45EC79-A98E-4FE6-BABE-41EEE5A6CF21}"/>
              </a:ext>
            </a:extLst>
          </p:cNvPr>
          <p:cNvCxnSpPr>
            <a:cxnSpLocks noChangeShapeType="1"/>
            <a:stCxn id="403470" idx="3"/>
            <a:endCxn id="403472" idx="0"/>
          </p:cNvCxnSpPr>
          <p:nvPr/>
        </p:nvCxnSpPr>
        <p:spPr bwMode="auto">
          <a:xfrm flipH="1">
            <a:off x="6140450" y="5080000"/>
            <a:ext cx="174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74" name="Rectangle 18">
            <a:extLst>
              <a:ext uri="{FF2B5EF4-FFF2-40B4-BE49-F238E27FC236}">
                <a16:creationId xmlns:a16="http://schemas.microsoft.com/office/drawing/2014/main" id="{D8BD7EA2-A4E3-4480-82F8-EA790D780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475" name="Rectangle 19">
            <a:extLst>
              <a:ext uri="{FF2B5EF4-FFF2-40B4-BE49-F238E27FC236}">
                <a16:creationId xmlns:a16="http://schemas.microsoft.com/office/drawing/2014/main" id="{B1B54707-6E21-47DD-91F2-4ADEFB8F1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334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76" name="Oval 20">
            <a:extLst>
              <a:ext uri="{FF2B5EF4-FFF2-40B4-BE49-F238E27FC236}">
                <a16:creationId xmlns:a16="http://schemas.microsoft.com/office/drawing/2014/main" id="{0EEF50EC-8954-477B-B3B3-B4AB63619F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4613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3477" name="Oval 21">
            <a:extLst>
              <a:ext uri="{FF2B5EF4-FFF2-40B4-BE49-F238E27FC236}">
                <a16:creationId xmlns:a16="http://schemas.microsoft.com/office/drawing/2014/main" id="{0D0FEF6E-CA50-444B-9081-BF9B839C19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19638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78" name="Oval 22">
            <a:extLst>
              <a:ext uri="{FF2B5EF4-FFF2-40B4-BE49-F238E27FC236}">
                <a16:creationId xmlns:a16="http://schemas.microsoft.com/office/drawing/2014/main" id="{91B9392F-E1BD-4145-9F66-D6C4A7DFDF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3835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403479" name="AutoShape 23">
            <a:extLst>
              <a:ext uri="{FF2B5EF4-FFF2-40B4-BE49-F238E27FC236}">
                <a16:creationId xmlns:a16="http://schemas.microsoft.com/office/drawing/2014/main" id="{8F1270B0-9775-488E-8C18-50DEA10CE728}"/>
              </a:ext>
            </a:extLst>
          </p:cNvPr>
          <p:cNvCxnSpPr>
            <a:cxnSpLocks noChangeShapeType="1"/>
            <a:stCxn id="403478" idx="3"/>
            <a:endCxn id="403477" idx="0"/>
          </p:cNvCxnSpPr>
          <p:nvPr/>
        </p:nvCxnSpPr>
        <p:spPr bwMode="auto">
          <a:xfrm flipH="1">
            <a:off x="4910138" y="4179888"/>
            <a:ext cx="9842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480" name="AutoShape 24">
            <a:extLst>
              <a:ext uri="{FF2B5EF4-FFF2-40B4-BE49-F238E27FC236}">
                <a16:creationId xmlns:a16="http://schemas.microsoft.com/office/drawing/2014/main" id="{92F80547-4E64-4F49-9701-C409390C5315}"/>
              </a:ext>
            </a:extLst>
          </p:cNvPr>
          <p:cNvCxnSpPr>
            <a:cxnSpLocks noChangeShapeType="1"/>
            <a:stCxn id="403478" idx="5"/>
            <a:endCxn id="403476" idx="0"/>
          </p:cNvCxnSpPr>
          <p:nvPr/>
        </p:nvCxnSpPr>
        <p:spPr bwMode="auto">
          <a:xfrm>
            <a:off x="5278438" y="4179888"/>
            <a:ext cx="6667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81" name="Oval 25">
            <a:extLst>
              <a:ext uri="{FF2B5EF4-FFF2-40B4-BE49-F238E27FC236}">
                <a16:creationId xmlns:a16="http://schemas.microsoft.com/office/drawing/2014/main" id="{728F6109-0709-4ECE-BBBF-01A5F0B2E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294005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3482" name="AutoShape 26">
            <a:extLst>
              <a:ext uri="{FF2B5EF4-FFF2-40B4-BE49-F238E27FC236}">
                <a16:creationId xmlns:a16="http://schemas.microsoft.com/office/drawing/2014/main" id="{DC8D8455-E1FA-4523-826A-50056421F7ED}"/>
              </a:ext>
            </a:extLst>
          </p:cNvPr>
          <p:cNvCxnSpPr>
            <a:cxnSpLocks noChangeShapeType="1"/>
            <a:stCxn id="403481" idx="3"/>
            <a:endCxn id="403478" idx="0"/>
          </p:cNvCxnSpPr>
          <p:nvPr/>
        </p:nvCxnSpPr>
        <p:spPr bwMode="auto">
          <a:xfrm flipH="1">
            <a:off x="5143500" y="3284538"/>
            <a:ext cx="322263" cy="531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83" name="Rectangle 27">
            <a:extLst>
              <a:ext uri="{FF2B5EF4-FFF2-40B4-BE49-F238E27FC236}">
                <a16:creationId xmlns:a16="http://schemas.microsoft.com/office/drawing/2014/main" id="{95E8F287-C495-41FF-A437-EFE91E250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752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3484" name="Rectangle 28">
            <a:extLst>
              <a:ext uri="{FF2B5EF4-FFF2-40B4-BE49-F238E27FC236}">
                <a16:creationId xmlns:a16="http://schemas.microsoft.com/office/drawing/2014/main" id="{5D8DFBE1-490C-4466-AF78-C9FC7071A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3485" name="Rectangle 29">
            <a:extLst>
              <a:ext uri="{FF2B5EF4-FFF2-40B4-BE49-F238E27FC236}">
                <a16:creationId xmlns:a16="http://schemas.microsoft.com/office/drawing/2014/main" id="{671A84DF-5BB1-4345-9F6C-E3EFFB418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86" name="Rectangle 30">
            <a:extLst>
              <a:ext uri="{FF2B5EF4-FFF2-40B4-BE49-F238E27FC236}">
                <a16:creationId xmlns:a16="http://schemas.microsoft.com/office/drawing/2014/main" id="{5BCB95E1-13A9-4FEE-BCAD-884822DAD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487" name="Rectangle 31">
            <a:extLst>
              <a:ext uri="{FF2B5EF4-FFF2-40B4-BE49-F238E27FC236}">
                <a16:creationId xmlns:a16="http://schemas.microsoft.com/office/drawing/2014/main" id="{37469BE7-0849-4F0F-9268-D3EC85694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88" name="Rectangle 32">
            <a:extLst>
              <a:ext uri="{FF2B5EF4-FFF2-40B4-BE49-F238E27FC236}">
                <a16:creationId xmlns:a16="http://schemas.microsoft.com/office/drawing/2014/main" id="{5FD5E4E8-6942-469E-9209-524778BB7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489" name="Rectangle 33">
            <a:extLst>
              <a:ext uri="{FF2B5EF4-FFF2-40B4-BE49-F238E27FC236}">
                <a16:creationId xmlns:a16="http://schemas.microsoft.com/office/drawing/2014/main" id="{DA69A0DA-064D-4FC6-A896-BE44570BF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0" name="Rectangle 34">
            <a:extLst>
              <a:ext uri="{FF2B5EF4-FFF2-40B4-BE49-F238E27FC236}">
                <a16:creationId xmlns:a16="http://schemas.microsoft.com/office/drawing/2014/main" id="{946C014C-D9CE-46A6-881A-C6415CDE9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30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1" name="Rectangle 35">
            <a:extLst>
              <a:ext uri="{FF2B5EF4-FFF2-40B4-BE49-F238E27FC236}">
                <a16:creationId xmlns:a16="http://schemas.microsoft.com/office/drawing/2014/main" id="{B13EA9C9-3E64-4F42-8288-449474137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2" name="AutoShape 36">
            <a:extLst>
              <a:ext uri="{FF2B5EF4-FFF2-40B4-BE49-F238E27FC236}">
                <a16:creationId xmlns:a16="http://schemas.microsoft.com/office/drawing/2014/main" id="{E150D42D-C7E9-4D1C-AD75-EDB7D3781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3493" name="Oval 37">
            <a:extLst>
              <a:ext uri="{FF2B5EF4-FFF2-40B4-BE49-F238E27FC236}">
                <a16:creationId xmlns:a16="http://schemas.microsoft.com/office/drawing/2014/main" id="{4843845B-6A9A-4D11-AA67-E488FFE22E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785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3494" name="AutoShape 38">
            <a:extLst>
              <a:ext uri="{FF2B5EF4-FFF2-40B4-BE49-F238E27FC236}">
                <a16:creationId xmlns:a16="http://schemas.microsoft.com/office/drawing/2014/main" id="{E2D0BE68-1E14-4CE5-8E3D-78D2A564280A}"/>
              </a:ext>
            </a:extLst>
          </p:cNvPr>
          <p:cNvCxnSpPr>
            <a:cxnSpLocks noChangeShapeType="1"/>
            <a:stCxn id="403468" idx="3"/>
            <a:endCxn id="403493" idx="0"/>
          </p:cNvCxnSpPr>
          <p:nvPr/>
        </p:nvCxnSpPr>
        <p:spPr bwMode="auto">
          <a:xfrm flipH="1">
            <a:off x="5848350" y="4178300"/>
            <a:ext cx="88900" cy="527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95" name="Rectangle 39">
            <a:extLst>
              <a:ext uri="{FF2B5EF4-FFF2-40B4-BE49-F238E27FC236}">
                <a16:creationId xmlns:a16="http://schemas.microsoft.com/office/drawing/2014/main" id="{0700931D-83D8-44FD-AA82-D2023EFB6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6" name="Oval 40">
            <a:extLst>
              <a:ext uri="{FF2B5EF4-FFF2-40B4-BE49-F238E27FC236}">
                <a16:creationId xmlns:a16="http://schemas.microsoft.com/office/drawing/2014/main" id="{B9726A7A-829D-47FE-BD35-19F35257EB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3497" name="Oval 41">
            <a:extLst>
              <a:ext uri="{FF2B5EF4-FFF2-40B4-BE49-F238E27FC236}">
                <a16:creationId xmlns:a16="http://schemas.microsoft.com/office/drawing/2014/main" id="{71676CA0-13F8-4625-BD42-4CFA6E3DC3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54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3498" name="Oval 42">
            <a:extLst>
              <a:ext uri="{FF2B5EF4-FFF2-40B4-BE49-F238E27FC236}">
                <a16:creationId xmlns:a16="http://schemas.microsoft.com/office/drawing/2014/main" id="{D38C72D6-326F-4468-9E3A-66AF9A6739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99" name="Oval 43">
            <a:extLst>
              <a:ext uri="{FF2B5EF4-FFF2-40B4-BE49-F238E27FC236}">
                <a16:creationId xmlns:a16="http://schemas.microsoft.com/office/drawing/2014/main" id="{7A84AF02-5D88-4DD0-A351-DED5180C4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2935288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3500" name="Oval 44">
            <a:extLst>
              <a:ext uri="{FF2B5EF4-FFF2-40B4-BE49-F238E27FC236}">
                <a16:creationId xmlns:a16="http://schemas.microsoft.com/office/drawing/2014/main" id="{E291C6E1-7577-45A5-81FE-CAF194B66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935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3501" name="Oval 45">
            <a:extLst>
              <a:ext uri="{FF2B5EF4-FFF2-40B4-BE49-F238E27FC236}">
                <a16:creationId xmlns:a16="http://schemas.microsoft.com/office/drawing/2014/main" id="{32FB7D56-16EA-4C16-961A-92161A6A78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" y="2046288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3502" name="AutoShape 46">
            <a:extLst>
              <a:ext uri="{FF2B5EF4-FFF2-40B4-BE49-F238E27FC236}">
                <a16:creationId xmlns:a16="http://schemas.microsoft.com/office/drawing/2014/main" id="{A6ED000B-2F66-4AA4-A3DB-B93F6CB5C54C}"/>
              </a:ext>
            </a:extLst>
          </p:cNvPr>
          <p:cNvCxnSpPr>
            <a:cxnSpLocks noChangeShapeType="1"/>
            <a:stCxn id="403501" idx="3"/>
            <a:endCxn id="403500" idx="0"/>
          </p:cNvCxnSpPr>
          <p:nvPr/>
        </p:nvCxnSpPr>
        <p:spPr bwMode="auto">
          <a:xfrm flipH="1">
            <a:off x="952500" y="2390775"/>
            <a:ext cx="9318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3" name="AutoShape 47">
            <a:extLst>
              <a:ext uri="{FF2B5EF4-FFF2-40B4-BE49-F238E27FC236}">
                <a16:creationId xmlns:a16="http://schemas.microsoft.com/office/drawing/2014/main" id="{DF748DFE-9D5A-4A12-9943-E38445E3E548}"/>
              </a:ext>
            </a:extLst>
          </p:cNvPr>
          <p:cNvCxnSpPr>
            <a:cxnSpLocks noChangeShapeType="1"/>
            <a:stCxn id="403501" idx="5"/>
            <a:endCxn id="403499" idx="0"/>
          </p:cNvCxnSpPr>
          <p:nvPr/>
        </p:nvCxnSpPr>
        <p:spPr bwMode="auto">
          <a:xfrm>
            <a:off x="2154238" y="2390775"/>
            <a:ext cx="9318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4" name="AutoShape 48">
            <a:extLst>
              <a:ext uri="{FF2B5EF4-FFF2-40B4-BE49-F238E27FC236}">
                <a16:creationId xmlns:a16="http://schemas.microsoft.com/office/drawing/2014/main" id="{600BF7F9-50D4-4451-A7E9-624C76E03D3E}"/>
              </a:ext>
            </a:extLst>
          </p:cNvPr>
          <p:cNvCxnSpPr>
            <a:cxnSpLocks noChangeShapeType="1"/>
            <a:stCxn id="403499" idx="5"/>
            <a:endCxn id="403496" idx="0"/>
          </p:cNvCxnSpPr>
          <p:nvPr/>
        </p:nvCxnSpPr>
        <p:spPr bwMode="auto">
          <a:xfrm>
            <a:off x="32210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5" name="AutoShape 49">
            <a:extLst>
              <a:ext uri="{FF2B5EF4-FFF2-40B4-BE49-F238E27FC236}">
                <a16:creationId xmlns:a16="http://schemas.microsoft.com/office/drawing/2014/main" id="{AF43DEA4-7415-4B72-86C6-0FEBCC8A6FBD}"/>
              </a:ext>
            </a:extLst>
          </p:cNvPr>
          <p:cNvCxnSpPr>
            <a:cxnSpLocks noChangeShapeType="1"/>
            <a:stCxn id="403500" idx="3"/>
            <a:endCxn id="403498" idx="0"/>
          </p:cNvCxnSpPr>
          <p:nvPr/>
        </p:nvCxnSpPr>
        <p:spPr bwMode="auto">
          <a:xfrm flipH="1">
            <a:off x="419100" y="3279775"/>
            <a:ext cx="3984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6" name="AutoShape 50">
            <a:extLst>
              <a:ext uri="{FF2B5EF4-FFF2-40B4-BE49-F238E27FC236}">
                <a16:creationId xmlns:a16="http://schemas.microsoft.com/office/drawing/2014/main" id="{C5496239-DF03-40E9-B984-6208AB4CA6EC}"/>
              </a:ext>
            </a:extLst>
          </p:cNvPr>
          <p:cNvCxnSpPr>
            <a:cxnSpLocks noChangeShapeType="1"/>
            <a:stCxn id="403500" idx="5"/>
            <a:endCxn id="403497" idx="0"/>
          </p:cNvCxnSpPr>
          <p:nvPr/>
        </p:nvCxnSpPr>
        <p:spPr bwMode="auto">
          <a:xfrm>
            <a:off x="10874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07" name="Oval 51">
            <a:extLst>
              <a:ext uri="{FF2B5EF4-FFF2-40B4-BE49-F238E27FC236}">
                <a16:creationId xmlns:a16="http://schemas.microsoft.com/office/drawing/2014/main" id="{39040DB5-3EB7-4215-8AEF-9F188B4E5E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7212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3508" name="AutoShape 52">
            <a:extLst>
              <a:ext uri="{FF2B5EF4-FFF2-40B4-BE49-F238E27FC236}">
                <a16:creationId xmlns:a16="http://schemas.microsoft.com/office/drawing/2014/main" id="{A54339E0-5ABA-4C7B-8D14-6E7CEE3F2DFE}"/>
              </a:ext>
            </a:extLst>
          </p:cNvPr>
          <p:cNvCxnSpPr>
            <a:cxnSpLocks noChangeShapeType="1"/>
            <a:stCxn id="403496" idx="5"/>
            <a:endCxn id="403507" idx="0"/>
          </p:cNvCxnSpPr>
          <p:nvPr/>
        </p:nvCxnSpPr>
        <p:spPr bwMode="auto">
          <a:xfrm>
            <a:off x="3754438" y="4168775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09" name="Oval 53">
            <a:extLst>
              <a:ext uri="{FF2B5EF4-FFF2-40B4-BE49-F238E27FC236}">
                <a16:creationId xmlns:a16="http://schemas.microsoft.com/office/drawing/2014/main" id="{4FEC2820-080C-4786-BBA1-B9069301E2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70138" y="38227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3510" name="AutoShape 54">
            <a:extLst>
              <a:ext uri="{FF2B5EF4-FFF2-40B4-BE49-F238E27FC236}">
                <a16:creationId xmlns:a16="http://schemas.microsoft.com/office/drawing/2014/main" id="{3012BB9A-82DA-48B3-BDF2-0AD6B779A809}"/>
              </a:ext>
            </a:extLst>
          </p:cNvPr>
          <p:cNvCxnSpPr>
            <a:cxnSpLocks noChangeShapeType="1"/>
            <a:stCxn id="403499" idx="3"/>
            <a:endCxn id="403509" idx="0"/>
          </p:cNvCxnSpPr>
          <p:nvPr/>
        </p:nvCxnSpPr>
        <p:spPr bwMode="auto">
          <a:xfrm flipH="1">
            <a:off x="2560638" y="3279775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3511" name="Group 55">
            <a:extLst>
              <a:ext uri="{FF2B5EF4-FFF2-40B4-BE49-F238E27FC236}">
                <a16:creationId xmlns:a16="http://schemas.microsoft.com/office/drawing/2014/main" id="{492E1B5E-E88C-43C7-89BE-F0CCC0F079F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741488"/>
            <a:ext cx="4114800" cy="3079750"/>
            <a:chOff x="1632" y="1152"/>
            <a:chExt cx="2592" cy="1940"/>
          </a:xfrm>
        </p:grpSpPr>
        <p:sp>
          <p:nvSpPr>
            <p:cNvPr id="403512" name="Text Box 56">
              <a:extLst>
                <a:ext uri="{FF2B5EF4-FFF2-40B4-BE49-F238E27FC236}">
                  <a16:creationId xmlns:a16="http://schemas.microsoft.com/office/drawing/2014/main" id="{8D7539E6-752D-40B0-9DB6-45A90F770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3513" name="Text Box 57">
              <a:extLst>
                <a:ext uri="{FF2B5EF4-FFF2-40B4-BE49-F238E27FC236}">
                  <a16:creationId xmlns:a16="http://schemas.microsoft.com/office/drawing/2014/main" id="{7182ABD5-2CC4-4113-B442-B37307E25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3514" name="Text Box 58">
              <a:extLst>
                <a:ext uri="{FF2B5EF4-FFF2-40B4-BE49-F238E27FC236}">
                  <a16:creationId xmlns:a16="http://schemas.microsoft.com/office/drawing/2014/main" id="{0ECA8D2B-7F23-4E01-814C-67C6E3D60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3515" name="Text Box 59">
              <a:extLst>
                <a:ext uri="{FF2B5EF4-FFF2-40B4-BE49-F238E27FC236}">
                  <a16:creationId xmlns:a16="http://schemas.microsoft.com/office/drawing/2014/main" id="{3C587964-E733-4005-B95B-5B340CFA3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3516" name="Text Box 60">
              <a:extLst>
                <a:ext uri="{FF2B5EF4-FFF2-40B4-BE49-F238E27FC236}">
                  <a16:creationId xmlns:a16="http://schemas.microsoft.com/office/drawing/2014/main" id="{D1D72FFE-A890-4AB0-84FC-E43119AB0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3517" name="Text Box 61">
              <a:extLst>
                <a:ext uri="{FF2B5EF4-FFF2-40B4-BE49-F238E27FC236}">
                  <a16:creationId xmlns:a16="http://schemas.microsoft.com/office/drawing/2014/main" id="{CDAE56F9-DA34-4617-9F50-C057520BB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3518" name="Text Box 62">
              <a:extLst>
                <a:ext uri="{FF2B5EF4-FFF2-40B4-BE49-F238E27FC236}">
                  <a16:creationId xmlns:a16="http://schemas.microsoft.com/office/drawing/2014/main" id="{FBF0A24D-BB1C-4104-B62B-0C5C4802E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3519" name="Text Box 63">
              <a:extLst>
                <a:ext uri="{FF2B5EF4-FFF2-40B4-BE49-F238E27FC236}">
                  <a16:creationId xmlns:a16="http://schemas.microsoft.com/office/drawing/2014/main" id="{250B1D03-C0A7-4FFC-AFE0-0992B99D5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3520" name="Text Box 64">
              <a:extLst>
                <a:ext uri="{FF2B5EF4-FFF2-40B4-BE49-F238E27FC236}">
                  <a16:creationId xmlns:a16="http://schemas.microsoft.com/office/drawing/2014/main" id="{CAB12D46-08A2-458D-93F4-098A3453B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3521" name="Text Box 65">
              <a:extLst>
                <a:ext uri="{FF2B5EF4-FFF2-40B4-BE49-F238E27FC236}">
                  <a16:creationId xmlns:a16="http://schemas.microsoft.com/office/drawing/2014/main" id="{46FA917F-9E93-4313-BE4D-29B6F181D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3522" name="Text Box 66">
              <a:extLst>
                <a:ext uri="{FF2B5EF4-FFF2-40B4-BE49-F238E27FC236}">
                  <a16:creationId xmlns:a16="http://schemas.microsoft.com/office/drawing/2014/main" id="{7ACF9ECF-76DC-4BBC-9E98-913E13FEE5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3523" name="Oval 67">
            <a:extLst>
              <a:ext uri="{FF2B5EF4-FFF2-40B4-BE49-F238E27FC236}">
                <a16:creationId xmlns:a16="http://schemas.microsoft.com/office/drawing/2014/main" id="{EDD61C2A-BFDF-4466-AC49-12CD1C45A9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48100" y="56276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3524" name="AutoShape 68">
            <a:extLst>
              <a:ext uri="{FF2B5EF4-FFF2-40B4-BE49-F238E27FC236}">
                <a16:creationId xmlns:a16="http://schemas.microsoft.com/office/drawing/2014/main" id="{80557FEF-985B-475E-A55C-94F073BD9FEA}"/>
              </a:ext>
            </a:extLst>
          </p:cNvPr>
          <p:cNvCxnSpPr>
            <a:cxnSpLocks noChangeShapeType="1"/>
            <a:stCxn id="403507" idx="5"/>
            <a:endCxn id="403523" idx="0"/>
          </p:cNvCxnSpPr>
          <p:nvPr/>
        </p:nvCxnSpPr>
        <p:spPr bwMode="auto">
          <a:xfrm>
            <a:off x="4021138" y="5065713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25" name="Oval 69">
            <a:extLst>
              <a:ext uri="{FF2B5EF4-FFF2-40B4-BE49-F238E27FC236}">
                <a16:creationId xmlns:a16="http://schemas.microsoft.com/office/drawing/2014/main" id="{2EB02F30-2250-409B-A7B3-BC9BA683C5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3526" name="AutoShape 70">
            <a:extLst>
              <a:ext uri="{FF2B5EF4-FFF2-40B4-BE49-F238E27FC236}">
                <a16:creationId xmlns:a16="http://schemas.microsoft.com/office/drawing/2014/main" id="{0159E15C-5BA8-4FDA-AE01-3ACAAF0B89E1}"/>
              </a:ext>
            </a:extLst>
          </p:cNvPr>
          <p:cNvCxnSpPr>
            <a:cxnSpLocks noChangeShapeType="1"/>
            <a:stCxn id="403509" idx="5"/>
            <a:endCxn id="403525" idx="0"/>
          </p:cNvCxnSpPr>
          <p:nvPr/>
        </p:nvCxnSpPr>
        <p:spPr bwMode="auto">
          <a:xfrm>
            <a:off x="2695575" y="4167188"/>
            <a:ext cx="85725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27" name="Oval 71">
            <a:extLst>
              <a:ext uri="{FF2B5EF4-FFF2-40B4-BE49-F238E27FC236}">
                <a16:creationId xmlns:a16="http://schemas.microsoft.com/office/drawing/2014/main" id="{357665B4-C7F4-469E-93CD-68BADCB391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0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3528" name="AutoShape 72">
            <a:extLst>
              <a:ext uri="{FF2B5EF4-FFF2-40B4-BE49-F238E27FC236}">
                <a16:creationId xmlns:a16="http://schemas.microsoft.com/office/drawing/2014/main" id="{A3110F3E-9FD9-4EAD-A782-2DB448531F48}"/>
              </a:ext>
            </a:extLst>
          </p:cNvPr>
          <p:cNvCxnSpPr>
            <a:cxnSpLocks noChangeShapeType="1"/>
            <a:stCxn id="403525" idx="3"/>
            <a:endCxn id="403527" idx="0"/>
          </p:cNvCxnSpPr>
          <p:nvPr/>
        </p:nvCxnSpPr>
        <p:spPr bwMode="auto">
          <a:xfrm flipH="1">
            <a:off x="2628900" y="5068888"/>
            <a:ext cx="174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29" name="Rectangle 73">
            <a:extLst>
              <a:ext uri="{FF2B5EF4-FFF2-40B4-BE49-F238E27FC236}">
                <a16:creationId xmlns:a16="http://schemas.microsoft.com/office/drawing/2014/main" id="{9D9F7D59-D398-4239-A0E6-B4A1099CF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530" name="Rectangle 74">
            <a:extLst>
              <a:ext uri="{FF2B5EF4-FFF2-40B4-BE49-F238E27FC236}">
                <a16:creationId xmlns:a16="http://schemas.microsoft.com/office/drawing/2014/main" id="{4ADB950F-0926-469C-88E8-E3D6C3BB1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531" name="Rectangle 75">
            <a:extLst>
              <a:ext uri="{FF2B5EF4-FFF2-40B4-BE49-F238E27FC236}">
                <a16:creationId xmlns:a16="http://schemas.microsoft.com/office/drawing/2014/main" id="{B5584526-BE38-41A4-A48C-F09EA02F7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532" name="Oval 76">
            <a:extLst>
              <a:ext uri="{FF2B5EF4-FFF2-40B4-BE49-F238E27FC236}">
                <a16:creationId xmlns:a16="http://schemas.microsoft.com/office/drawing/2014/main" id="{78C23EB7-0D0E-4642-A338-ADA7296F5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3533" name="AutoShape 77">
            <a:extLst>
              <a:ext uri="{FF2B5EF4-FFF2-40B4-BE49-F238E27FC236}">
                <a16:creationId xmlns:a16="http://schemas.microsoft.com/office/drawing/2014/main" id="{B3B0CE70-FF84-4CEA-B730-94F0867F3FC7}"/>
              </a:ext>
            </a:extLst>
          </p:cNvPr>
          <p:cNvCxnSpPr>
            <a:cxnSpLocks noChangeShapeType="1"/>
            <a:stCxn id="403509" idx="3"/>
            <a:endCxn id="403532" idx="0"/>
          </p:cNvCxnSpPr>
          <p:nvPr/>
        </p:nvCxnSpPr>
        <p:spPr bwMode="auto">
          <a:xfrm flipH="1">
            <a:off x="2247900" y="4167188"/>
            <a:ext cx="1778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34" name="Rectangle 78">
            <a:extLst>
              <a:ext uri="{FF2B5EF4-FFF2-40B4-BE49-F238E27FC236}">
                <a16:creationId xmlns:a16="http://schemas.microsoft.com/office/drawing/2014/main" id="{BFDC35F3-46DF-40AE-A800-FA9510161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535" name="Oval 79">
            <a:extLst>
              <a:ext uri="{FF2B5EF4-FFF2-40B4-BE49-F238E27FC236}">
                <a16:creationId xmlns:a16="http://schemas.microsoft.com/office/drawing/2014/main" id="{12C258E9-51D1-477A-AAF6-64C200049D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3536" name="AutoShape 80">
            <a:extLst>
              <a:ext uri="{FF2B5EF4-FFF2-40B4-BE49-F238E27FC236}">
                <a16:creationId xmlns:a16="http://schemas.microsoft.com/office/drawing/2014/main" id="{5B72AC3B-C953-4231-B9DC-9F3A8F32C3A4}"/>
              </a:ext>
            </a:extLst>
          </p:cNvPr>
          <p:cNvCxnSpPr>
            <a:cxnSpLocks noChangeShapeType="1"/>
            <a:stCxn id="403496" idx="3"/>
            <a:endCxn id="403535" idx="0"/>
          </p:cNvCxnSpPr>
          <p:nvPr/>
        </p:nvCxnSpPr>
        <p:spPr bwMode="auto">
          <a:xfrm flipH="1">
            <a:off x="3314700" y="4168775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37" name="Rectangle 81">
            <a:extLst>
              <a:ext uri="{FF2B5EF4-FFF2-40B4-BE49-F238E27FC236}">
                <a16:creationId xmlns:a16="http://schemas.microsoft.com/office/drawing/2014/main" id="{5837FC44-81DC-4AD6-866B-EAD262DCE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538" name="Oval 82">
            <a:extLst>
              <a:ext uri="{FF2B5EF4-FFF2-40B4-BE49-F238E27FC236}">
                <a16:creationId xmlns:a16="http://schemas.microsoft.com/office/drawing/2014/main" id="{6C8AB117-B9DF-4144-9874-DF6A99E070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38179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3539" name="AutoShape 83">
            <a:extLst>
              <a:ext uri="{FF2B5EF4-FFF2-40B4-BE49-F238E27FC236}">
                <a16:creationId xmlns:a16="http://schemas.microsoft.com/office/drawing/2014/main" id="{4504B391-1912-4E48-8F07-A4ECA0046C10}"/>
              </a:ext>
            </a:extLst>
          </p:cNvPr>
          <p:cNvCxnSpPr>
            <a:cxnSpLocks noChangeShapeType="1"/>
            <a:stCxn id="403461" idx="3"/>
            <a:endCxn id="403538" idx="0"/>
          </p:cNvCxnSpPr>
          <p:nvPr/>
        </p:nvCxnSpPr>
        <p:spPr bwMode="auto">
          <a:xfrm flipH="1">
            <a:off x="7200900" y="3290888"/>
            <a:ext cx="398463" cy="508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40" name="Rectangle 84">
            <a:extLst>
              <a:ext uri="{FF2B5EF4-FFF2-40B4-BE49-F238E27FC236}">
                <a16:creationId xmlns:a16="http://schemas.microsoft.com/office/drawing/2014/main" id="{6B2345CB-3A96-416F-B249-B8396461E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3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3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34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34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3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34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3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3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34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3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3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3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34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3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3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03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034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3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3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03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034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3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03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03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03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03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03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03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034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03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3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034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0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0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034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34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03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03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3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034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034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034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03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034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0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0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034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03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03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403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4035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0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0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03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03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03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403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03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03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403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40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40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03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03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403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403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403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403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403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03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403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403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03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403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4035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403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403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4035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40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0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403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40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40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4035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403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403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4035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403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403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4035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0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40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4035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403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403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403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403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403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4035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40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40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403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403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403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4035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403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403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403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403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403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403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403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403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403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403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403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403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403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403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403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403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403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0"/>
                                        <p:tgtEl>
                                          <p:spTgt spid="403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403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403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403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403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403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1000"/>
                                        <p:tgtEl>
                                          <p:spTgt spid="403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403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000" fill="hold"/>
                                        <p:tgtEl>
                                          <p:spTgt spid="403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403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403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403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403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403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403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/>
      <p:bldP spid="403459" grpId="0"/>
      <p:bldP spid="403460" grpId="0" animBg="1"/>
      <p:bldP spid="403461" grpId="0" animBg="1"/>
      <p:bldP spid="403462" grpId="0" animBg="1"/>
      <p:bldP spid="403466" grpId="0" animBg="1"/>
      <p:bldP spid="403468" grpId="0" animBg="1"/>
      <p:bldP spid="403470" grpId="0" animBg="1"/>
      <p:bldP spid="403472" grpId="0" animBg="1"/>
      <p:bldP spid="403474" grpId="0"/>
      <p:bldP spid="403475" grpId="0"/>
      <p:bldP spid="403476" grpId="0" animBg="1"/>
      <p:bldP spid="403477" grpId="0" animBg="1"/>
      <p:bldP spid="403478" grpId="0" animBg="1"/>
      <p:bldP spid="403481" grpId="0" animBg="1"/>
      <p:bldP spid="403483" grpId="0"/>
      <p:bldP spid="403484" grpId="0"/>
      <p:bldP spid="403485" grpId="0"/>
      <p:bldP spid="403486" grpId="0"/>
      <p:bldP spid="403487" grpId="0"/>
      <p:bldP spid="403488" grpId="0"/>
      <p:bldP spid="403489" grpId="0"/>
      <p:bldP spid="403490" grpId="0"/>
      <p:bldP spid="403491" grpId="0"/>
      <p:bldP spid="403492" grpId="0" animBg="1"/>
      <p:bldP spid="403493" grpId="0" animBg="1"/>
      <p:bldP spid="403495" grpId="0"/>
      <p:bldP spid="403496" grpId="0" animBg="1"/>
      <p:bldP spid="403497" grpId="0" animBg="1"/>
      <p:bldP spid="403498" grpId="0" animBg="1"/>
      <p:bldP spid="403499" grpId="0" animBg="1"/>
      <p:bldP spid="403500" grpId="0" animBg="1"/>
      <p:bldP spid="403501" grpId="0" animBg="1"/>
      <p:bldP spid="403507" grpId="0" animBg="1"/>
      <p:bldP spid="403509" grpId="0" animBg="1"/>
      <p:bldP spid="403523" grpId="0" animBg="1"/>
      <p:bldP spid="403525" grpId="0" animBg="1"/>
      <p:bldP spid="403527" grpId="0" animBg="1"/>
      <p:bldP spid="403529" grpId="0"/>
      <p:bldP spid="403530" grpId="0"/>
      <p:bldP spid="403531" grpId="0"/>
      <p:bldP spid="403532" grpId="0" animBg="1"/>
      <p:bldP spid="403534" grpId="0"/>
      <p:bldP spid="403535" grpId="0" animBg="1"/>
      <p:bldP spid="403537" grpId="0"/>
      <p:bldP spid="403538" grpId="0" animBg="1"/>
      <p:bldP spid="40354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0A7AEDFB-B989-40DF-B262-767ED5974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Propagated Double Rotation</a:t>
            </a: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A98FDE35-BA95-46C7-96D9-F88B8FD30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08" name="Oval 4">
            <a:extLst>
              <a:ext uri="{FF2B5EF4-FFF2-40B4-BE49-F238E27FC236}">
                <a16:creationId xmlns:a16="http://schemas.microsoft.com/office/drawing/2014/main" id="{7E95F6C7-F3AB-4330-9E3E-FB0556B75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0" y="2946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5509" name="Oval 5">
            <a:extLst>
              <a:ext uri="{FF2B5EF4-FFF2-40B4-BE49-F238E27FC236}">
                <a16:creationId xmlns:a16="http://schemas.microsoft.com/office/drawing/2014/main" id="{D7FF63D2-02F0-4175-8442-D7FEBB203D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20574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5510" name="AutoShape 6">
            <a:extLst>
              <a:ext uri="{FF2B5EF4-FFF2-40B4-BE49-F238E27FC236}">
                <a16:creationId xmlns:a16="http://schemas.microsoft.com/office/drawing/2014/main" id="{A6FB889E-F5F6-4960-A583-FF95D8A813A2}"/>
              </a:ext>
            </a:extLst>
          </p:cNvPr>
          <p:cNvCxnSpPr>
            <a:cxnSpLocks noChangeShapeType="1"/>
            <a:stCxn id="405509" idx="3"/>
            <a:endCxn id="405520" idx="0"/>
          </p:cNvCxnSpPr>
          <p:nvPr/>
        </p:nvCxnSpPr>
        <p:spPr bwMode="auto">
          <a:xfrm flipH="1">
            <a:off x="5600700" y="2401888"/>
            <a:ext cx="931863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11" name="AutoShape 7">
            <a:extLst>
              <a:ext uri="{FF2B5EF4-FFF2-40B4-BE49-F238E27FC236}">
                <a16:creationId xmlns:a16="http://schemas.microsoft.com/office/drawing/2014/main" id="{175DC516-9BBA-4FA9-9CAB-5D5218D61944}"/>
              </a:ext>
            </a:extLst>
          </p:cNvPr>
          <p:cNvCxnSpPr>
            <a:cxnSpLocks noChangeShapeType="1"/>
            <a:stCxn id="405509" idx="5"/>
            <a:endCxn id="405508" idx="0"/>
          </p:cNvCxnSpPr>
          <p:nvPr/>
        </p:nvCxnSpPr>
        <p:spPr bwMode="auto">
          <a:xfrm>
            <a:off x="6802438" y="24018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12" name="AutoShape 8">
            <a:extLst>
              <a:ext uri="{FF2B5EF4-FFF2-40B4-BE49-F238E27FC236}">
                <a16:creationId xmlns:a16="http://schemas.microsoft.com/office/drawing/2014/main" id="{37EFAF8D-98FA-48AE-BA41-3DC3C73AC707}"/>
              </a:ext>
            </a:extLst>
          </p:cNvPr>
          <p:cNvCxnSpPr>
            <a:cxnSpLocks noChangeShapeType="1"/>
            <a:stCxn id="405508" idx="5"/>
            <a:endCxn id="405576" idx="0"/>
          </p:cNvCxnSpPr>
          <p:nvPr/>
        </p:nvCxnSpPr>
        <p:spPr bwMode="auto">
          <a:xfrm>
            <a:off x="7869238" y="3290888"/>
            <a:ext cx="398462" cy="509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13" name="Oval 9">
            <a:extLst>
              <a:ext uri="{FF2B5EF4-FFF2-40B4-BE49-F238E27FC236}">
                <a16:creationId xmlns:a16="http://schemas.microsoft.com/office/drawing/2014/main" id="{31738BEA-7C9A-4A2F-89E1-8A4240F13A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81688" y="38338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5514" name="AutoShape 10">
            <a:extLst>
              <a:ext uri="{FF2B5EF4-FFF2-40B4-BE49-F238E27FC236}">
                <a16:creationId xmlns:a16="http://schemas.microsoft.com/office/drawing/2014/main" id="{CABA4F33-503B-4BC5-BFD8-B52D8CC7980F}"/>
              </a:ext>
            </a:extLst>
          </p:cNvPr>
          <p:cNvCxnSpPr>
            <a:cxnSpLocks noChangeShapeType="1"/>
            <a:stCxn id="405520" idx="5"/>
            <a:endCxn id="405513" idx="0"/>
          </p:cNvCxnSpPr>
          <p:nvPr/>
        </p:nvCxnSpPr>
        <p:spPr bwMode="auto">
          <a:xfrm>
            <a:off x="5735638" y="3284538"/>
            <a:ext cx="336550" cy="530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15" name="Oval 11">
            <a:extLst>
              <a:ext uri="{FF2B5EF4-FFF2-40B4-BE49-F238E27FC236}">
                <a16:creationId xmlns:a16="http://schemas.microsoft.com/office/drawing/2014/main" id="{A71334D1-9633-462D-98E2-2E0F8142F1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4613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5516" name="Oval 12">
            <a:extLst>
              <a:ext uri="{FF2B5EF4-FFF2-40B4-BE49-F238E27FC236}">
                <a16:creationId xmlns:a16="http://schemas.microsoft.com/office/drawing/2014/main" id="{386722ED-44E7-44BE-BC8B-9C8C4DE7BA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19638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5517" name="Oval 13">
            <a:extLst>
              <a:ext uri="{FF2B5EF4-FFF2-40B4-BE49-F238E27FC236}">
                <a16:creationId xmlns:a16="http://schemas.microsoft.com/office/drawing/2014/main" id="{A64432C8-F897-472F-89CB-BCD391E1F1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3835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405518" name="AutoShape 14">
            <a:extLst>
              <a:ext uri="{FF2B5EF4-FFF2-40B4-BE49-F238E27FC236}">
                <a16:creationId xmlns:a16="http://schemas.microsoft.com/office/drawing/2014/main" id="{4AD1EF07-C339-43AF-A14C-72B2AD16BDBE}"/>
              </a:ext>
            </a:extLst>
          </p:cNvPr>
          <p:cNvCxnSpPr>
            <a:cxnSpLocks noChangeShapeType="1"/>
            <a:stCxn id="405517" idx="3"/>
            <a:endCxn id="405516" idx="0"/>
          </p:cNvCxnSpPr>
          <p:nvPr/>
        </p:nvCxnSpPr>
        <p:spPr bwMode="auto">
          <a:xfrm flipH="1">
            <a:off x="4910138" y="4179888"/>
            <a:ext cx="9842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19" name="AutoShape 15">
            <a:extLst>
              <a:ext uri="{FF2B5EF4-FFF2-40B4-BE49-F238E27FC236}">
                <a16:creationId xmlns:a16="http://schemas.microsoft.com/office/drawing/2014/main" id="{0B794A3B-7086-4BEA-95AF-C53434643D49}"/>
              </a:ext>
            </a:extLst>
          </p:cNvPr>
          <p:cNvCxnSpPr>
            <a:cxnSpLocks noChangeShapeType="1"/>
            <a:stCxn id="405517" idx="5"/>
            <a:endCxn id="405515" idx="0"/>
          </p:cNvCxnSpPr>
          <p:nvPr/>
        </p:nvCxnSpPr>
        <p:spPr bwMode="auto">
          <a:xfrm>
            <a:off x="5278438" y="4179888"/>
            <a:ext cx="6667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20" name="Oval 16">
            <a:extLst>
              <a:ext uri="{FF2B5EF4-FFF2-40B4-BE49-F238E27FC236}">
                <a16:creationId xmlns:a16="http://schemas.microsoft.com/office/drawing/2014/main" id="{AAAFA650-F3AF-4A6D-91FD-A9A27265CE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294005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5521" name="AutoShape 17">
            <a:extLst>
              <a:ext uri="{FF2B5EF4-FFF2-40B4-BE49-F238E27FC236}">
                <a16:creationId xmlns:a16="http://schemas.microsoft.com/office/drawing/2014/main" id="{E86949B5-B866-417D-93BC-2615C6ACBA43}"/>
              </a:ext>
            </a:extLst>
          </p:cNvPr>
          <p:cNvCxnSpPr>
            <a:cxnSpLocks noChangeShapeType="1"/>
            <a:stCxn id="405520" idx="3"/>
            <a:endCxn id="405517" idx="0"/>
          </p:cNvCxnSpPr>
          <p:nvPr/>
        </p:nvCxnSpPr>
        <p:spPr bwMode="auto">
          <a:xfrm flipH="1">
            <a:off x="5143500" y="3284538"/>
            <a:ext cx="322263" cy="531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22" name="Rectangle 18">
            <a:extLst>
              <a:ext uri="{FF2B5EF4-FFF2-40B4-BE49-F238E27FC236}">
                <a16:creationId xmlns:a16="http://schemas.microsoft.com/office/drawing/2014/main" id="{12107061-D0F0-4DE6-BBDC-10F864D07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752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5523" name="Rectangle 19">
            <a:extLst>
              <a:ext uri="{FF2B5EF4-FFF2-40B4-BE49-F238E27FC236}">
                <a16:creationId xmlns:a16="http://schemas.microsoft.com/office/drawing/2014/main" id="{75539FEA-2F89-4FEE-B61C-B633F8E9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5524" name="Rectangle 20">
            <a:extLst>
              <a:ext uri="{FF2B5EF4-FFF2-40B4-BE49-F238E27FC236}">
                <a16:creationId xmlns:a16="http://schemas.microsoft.com/office/drawing/2014/main" id="{617D6455-C3D9-447D-A885-7F934562B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5525" name="Rectangle 21">
            <a:extLst>
              <a:ext uri="{FF2B5EF4-FFF2-40B4-BE49-F238E27FC236}">
                <a16:creationId xmlns:a16="http://schemas.microsoft.com/office/drawing/2014/main" id="{5F45D3DB-370F-4B84-A782-07842D90F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26" name="Rectangle 22">
            <a:extLst>
              <a:ext uri="{FF2B5EF4-FFF2-40B4-BE49-F238E27FC236}">
                <a16:creationId xmlns:a16="http://schemas.microsoft.com/office/drawing/2014/main" id="{843DA3C8-F8EB-4670-9155-0402DB08D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27" name="Rectangle 23">
            <a:extLst>
              <a:ext uri="{FF2B5EF4-FFF2-40B4-BE49-F238E27FC236}">
                <a16:creationId xmlns:a16="http://schemas.microsoft.com/office/drawing/2014/main" id="{60577852-5DCA-4C7E-8D06-86318D096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28" name="AutoShape 24">
            <a:extLst>
              <a:ext uri="{FF2B5EF4-FFF2-40B4-BE49-F238E27FC236}">
                <a16:creationId xmlns:a16="http://schemas.microsoft.com/office/drawing/2014/main" id="{57FEF22B-E830-4855-A785-3A416D196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5529" name="Rectangle 25">
            <a:extLst>
              <a:ext uri="{FF2B5EF4-FFF2-40B4-BE49-F238E27FC236}">
                <a16:creationId xmlns:a16="http://schemas.microsoft.com/office/drawing/2014/main" id="{67003804-1CA7-4EC0-8B2A-0F851C936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30" name="Oval 26">
            <a:extLst>
              <a:ext uri="{FF2B5EF4-FFF2-40B4-BE49-F238E27FC236}">
                <a16:creationId xmlns:a16="http://schemas.microsoft.com/office/drawing/2014/main" id="{E7437ECE-C30D-4A08-A643-8343AFC978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5531" name="Oval 27">
            <a:extLst>
              <a:ext uri="{FF2B5EF4-FFF2-40B4-BE49-F238E27FC236}">
                <a16:creationId xmlns:a16="http://schemas.microsoft.com/office/drawing/2014/main" id="{31C26324-5C78-4782-9955-52606C46B3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54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5532" name="Oval 28">
            <a:extLst>
              <a:ext uri="{FF2B5EF4-FFF2-40B4-BE49-F238E27FC236}">
                <a16:creationId xmlns:a16="http://schemas.microsoft.com/office/drawing/2014/main" id="{5CEF6F45-D885-4DF2-AD58-AF514E41DC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5533" name="Oval 29">
            <a:extLst>
              <a:ext uri="{FF2B5EF4-FFF2-40B4-BE49-F238E27FC236}">
                <a16:creationId xmlns:a16="http://schemas.microsoft.com/office/drawing/2014/main" id="{69322227-BF21-415F-92AB-55FB51BFC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2935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5534" name="Oval 30">
            <a:extLst>
              <a:ext uri="{FF2B5EF4-FFF2-40B4-BE49-F238E27FC236}">
                <a16:creationId xmlns:a16="http://schemas.microsoft.com/office/drawing/2014/main" id="{A7215D22-A54D-446E-926F-C2D7DC78F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935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5535" name="Oval 31">
            <a:extLst>
              <a:ext uri="{FF2B5EF4-FFF2-40B4-BE49-F238E27FC236}">
                <a16:creationId xmlns:a16="http://schemas.microsoft.com/office/drawing/2014/main" id="{A468FB4A-330B-44AC-A8A5-956CFAF36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" y="2046288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5536" name="AutoShape 32">
            <a:extLst>
              <a:ext uri="{FF2B5EF4-FFF2-40B4-BE49-F238E27FC236}">
                <a16:creationId xmlns:a16="http://schemas.microsoft.com/office/drawing/2014/main" id="{6659F517-45EE-4D47-ACC9-B561AA830873}"/>
              </a:ext>
            </a:extLst>
          </p:cNvPr>
          <p:cNvCxnSpPr>
            <a:cxnSpLocks noChangeShapeType="1"/>
            <a:stCxn id="405535" idx="3"/>
            <a:endCxn id="405534" idx="0"/>
          </p:cNvCxnSpPr>
          <p:nvPr/>
        </p:nvCxnSpPr>
        <p:spPr bwMode="auto">
          <a:xfrm flipH="1">
            <a:off x="952500" y="2390775"/>
            <a:ext cx="9318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37" name="AutoShape 33">
            <a:extLst>
              <a:ext uri="{FF2B5EF4-FFF2-40B4-BE49-F238E27FC236}">
                <a16:creationId xmlns:a16="http://schemas.microsoft.com/office/drawing/2014/main" id="{52D83CEE-02C5-4B31-AE5E-D858C04FEF4D}"/>
              </a:ext>
            </a:extLst>
          </p:cNvPr>
          <p:cNvCxnSpPr>
            <a:cxnSpLocks noChangeShapeType="1"/>
            <a:stCxn id="405535" idx="5"/>
            <a:endCxn id="405533" idx="0"/>
          </p:cNvCxnSpPr>
          <p:nvPr/>
        </p:nvCxnSpPr>
        <p:spPr bwMode="auto">
          <a:xfrm>
            <a:off x="2154238" y="2390775"/>
            <a:ext cx="9318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38" name="AutoShape 34">
            <a:extLst>
              <a:ext uri="{FF2B5EF4-FFF2-40B4-BE49-F238E27FC236}">
                <a16:creationId xmlns:a16="http://schemas.microsoft.com/office/drawing/2014/main" id="{F9C3D33A-6823-43CF-9B14-A940E41B8E7F}"/>
              </a:ext>
            </a:extLst>
          </p:cNvPr>
          <p:cNvCxnSpPr>
            <a:cxnSpLocks noChangeShapeType="1"/>
            <a:stCxn id="405533" idx="5"/>
            <a:endCxn id="405530" idx="0"/>
          </p:cNvCxnSpPr>
          <p:nvPr/>
        </p:nvCxnSpPr>
        <p:spPr bwMode="auto">
          <a:xfrm>
            <a:off x="32210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39" name="AutoShape 35">
            <a:extLst>
              <a:ext uri="{FF2B5EF4-FFF2-40B4-BE49-F238E27FC236}">
                <a16:creationId xmlns:a16="http://schemas.microsoft.com/office/drawing/2014/main" id="{F383FC7D-19A3-4971-8587-786B4F3F825A}"/>
              </a:ext>
            </a:extLst>
          </p:cNvPr>
          <p:cNvCxnSpPr>
            <a:cxnSpLocks noChangeShapeType="1"/>
            <a:stCxn id="405534" idx="3"/>
            <a:endCxn id="405532" idx="0"/>
          </p:cNvCxnSpPr>
          <p:nvPr/>
        </p:nvCxnSpPr>
        <p:spPr bwMode="auto">
          <a:xfrm flipH="1">
            <a:off x="419100" y="3279775"/>
            <a:ext cx="3984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40" name="AutoShape 36">
            <a:extLst>
              <a:ext uri="{FF2B5EF4-FFF2-40B4-BE49-F238E27FC236}">
                <a16:creationId xmlns:a16="http://schemas.microsoft.com/office/drawing/2014/main" id="{BE32BBB1-BBAB-4682-86BB-ACB24D715570}"/>
              </a:ext>
            </a:extLst>
          </p:cNvPr>
          <p:cNvCxnSpPr>
            <a:cxnSpLocks noChangeShapeType="1"/>
            <a:stCxn id="405534" idx="5"/>
            <a:endCxn id="405531" idx="0"/>
          </p:cNvCxnSpPr>
          <p:nvPr/>
        </p:nvCxnSpPr>
        <p:spPr bwMode="auto">
          <a:xfrm>
            <a:off x="10874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41" name="Oval 37">
            <a:extLst>
              <a:ext uri="{FF2B5EF4-FFF2-40B4-BE49-F238E27FC236}">
                <a16:creationId xmlns:a16="http://schemas.microsoft.com/office/drawing/2014/main" id="{9E6B2098-C8E6-40B7-9729-BD757BFACA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7212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5542" name="AutoShape 38">
            <a:extLst>
              <a:ext uri="{FF2B5EF4-FFF2-40B4-BE49-F238E27FC236}">
                <a16:creationId xmlns:a16="http://schemas.microsoft.com/office/drawing/2014/main" id="{D2BC77C0-B750-4804-BC7F-7B550261A47B}"/>
              </a:ext>
            </a:extLst>
          </p:cNvPr>
          <p:cNvCxnSpPr>
            <a:cxnSpLocks noChangeShapeType="1"/>
            <a:stCxn id="405530" idx="5"/>
            <a:endCxn id="405541" idx="0"/>
          </p:cNvCxnSpPr>
          <p:nvPr/>
        </p:nvCxnSpPr>
        <p:spPr bwMode="auto">
          <a:xfrm>
            <a:off x="3754438" y="4168775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43" name="Oval 39">
            <a:extLst>
              <a:ext uri="{FF2B5EF4-FFF2-40B4-BE49-F238E27FC236}">
                <a16:creationId xmlns:a16="http://schemas.microsoft.com/office/drawing/2014/main" id="{08B58E76-9A5D-41D6-B274-4A3118C4D9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70138" y="38227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5544" name="AutoShape 40">
            <a:extLst>
              <a:ext uri="{FF2B5EF4-FFF2-40B4-BE49-F238E27FC236}">
                <a16:creationId xmlns:a16="http://schemas.microsoft.com/office/drawing/2014/main" id="{545F4E35-2610-4033-B2C3-F5C8C72044DB}"/>
              </a:ext>
            </a:extLst>
          </p:cNvPr>
          <p:cNvCxnSpPr>
            <a:cxnSpLocks noChangeShapeType="1"/>
            <a:stCxn id="405533" idx="3"/>
            <a:endCxn id="405543" idx="0"/>
          </p:cNvCxnSpPr>
          <p:nvPr/>
        </p:nvCxnSpPr>
        <p:spPr bwMode="auto">
          <a:xfrm flipH="1">
            <a:off x="2560638" y="3279775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5545" name="Group 41">
            <a:extLst>
              <a:ext uri="{FF2B5EF4-FFF2-40B4-BE49-F238E27FC236}">
                <a16:creationId xmlns:a16="http://schemas.microsoft.com/office/drawing/2014/main" id="{1911A98C-2598-42E1-973D-A69D114890A5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741488"/>
            <a:ext cx="4114800" cy="3079750"/>
            <a:chOff x="1632" y="1152"/>
            <a:chExt cx="2592" cy="1940"/>
          </a:xfrm>
        </p:grpSpPr>
        <p:sp>
          <p:nvSpPr>
            <p:cNvPr id="405546" name="Text Box 42">
              <a:extLst>
                <a:ext uri="{FF2B5EF4-FFF2-40B4-BE49-F238E27FC236}">
                  <a16:creationId xmlns:a16="http://schemas.microsoft.com/office/drawing/2014/main" id="{AC26C1A3-B0CF-4626-B2C2-271F34066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5547" name="Text Box 43">
              <a:extLst>
                <a:ext uri="{FF2B5EF4-FFF2-40B4-BE49-F238E27FC236}">
                  <a16:creationId xmlns:a16="http://schemas.microsoft.com/office/drawing/2014/main" id="{70F22730-E1E3-442C-85F8-24C5CBDB3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5548" name="Text Box 44">
              <a:extLst>
                <a:ext uri="{FF2B5EF4-FFF2-40B4-BE49-F238E27FC236}">
                  <a16:creationId xmlns:a16="http://schemas.microsoft.com/office/drawing/2014/main" id="{57C12E44-2A7A-46E4-9333-71F271CDB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5549" name="Text Box 45">
              <a:extLst>
                <a:ext uri="{FF2B5EF4-FFF2-40B4-BE49-F238E27FC236}">
                  <a16:creationId xmlns:a16="http://schemas.microsoft.com/office/drawing/2014/main" id="{3FDEA448-AB3B-40FB-9FC8-3B84FBF83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5550" name="Text Box 46">
              <a:extLst>
                <a:ext uri="{FF2B5EF4-FFF2-40B4-BE49-F238E27FC236}">
                  <a16:creationId xmlns:a16="http://schemas.microsoft.com/office/drawing/2014/main" id="{61F19D09-7165-424F-8795-CEEA29F17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5551" name="Text Box 47">
              <a:extLst>
                <a:ext uri="{FF2B5EF4-FFF2-40B4-BE49-F238E27FC236}">
                  <a16:creationId xmlns:a16="http://schemas.microsoft.com/office/drawing/2014/main" id="{DDA091A6-9D97-4905-8932-543AAA2DA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5552" name="Text Box 48">
              <a:extLst>
                <a:ext uri="{FF2B5EF4-FFF2-40B4-BE49-F238E27FC236}">
                  <a16:creationId xmlns:a16="http://schemas.microsoft.com/office/drawing/2014/main" id="{82EA13B4-A5E3-4BBF-B473-7194245BE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5553" name="Text Box 49">
              <a:extLst>
                <a:ext uri="{FF2B5EF4-FFF2-40B4-BE49-F238E27FC236}">
                  <a16:creationId xmlns:a16="http://schemas.microsoft.com/office/drawing/2014/main" id="{1FD22232-6639-4812-9F93-1F4740B85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5554" name="Text Box 50">
              <a:extLst>
                <a:ext uri="{FF2B5EF4-FFF2-40B4-BE49-F238E27FC236}">
                  <a16:creationId xmlns:a16="http://schemas.microsoft.com/office/drawing/2014/main" id="{CEC4C045-27C2-4609-BD12-5AECF046E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5555" name="Text Box 51">
              <a:extLst>
                <a:ext uri="{FF2B5EF4-FFF2-40B4-BE49-F238E27FC236}">
                  <a16:creationId xmlns:a16="http://schemas.microsoft.com/office/drawing/2014/main" id="{DB885A58-4C7C-4237-8077-58BA815C2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5556" name="Text Box 52">
              <a:extLst>
                <a:ext uri="{FF2B5EF4-FFF2-40B4-BE49-F238E27FC236}">
                  <a16:creationId xmlns:a16="http://schemas.microsoft.com/office/drawing/2014/main" id="{3267B52F-7BEC-4846-8B2A-1B31C58DA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5557" name="Oval 53">
            <a:extLst>
              <a:ext uri="{FF2B5EF4-FFF2-40B4-BE49-F238E27FC236}">
                <a16:creationId xmlns:a16="http://schemas.microsoft.com/office/drawing/2014/main" id="{F62838FE-4C51-4AAD-BB55-ADD42BFC85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48100" y="56276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5558" name="AutoShape 54">
            <a:extLst>
              <a:ext uri="{FF2B5EF4-FFF2-40B4-BE49-F238E27FC236}">
                <a16:creationId xmlns:a16="http://schemas.microsoft.com/office/drawing/2014/main" id="{2514817B-1AA6-425C-BCD8-34C971298DAD}"/>
              </a:ext>
            </a:extLst>
          </p:cNvPr>
          <p:cNvCxnSpPr>
            <a:cxnSpLocks noChangeShapeType="1"/>
            <a:stCxn id="405541" idx="5"/>
            <a:endCxn id="405557" idx="0"/>
          </p:cNvCxnSpPr>
          <p:nvPr/>
        </p:nvCxnSpPr>
        <p:spPr bwMode="auto">
          <a:xfrm>
            <a:off x="4021138" y="5065713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59" name="Oval 55">
            <a:extLst>
              <a:ext uri="{FF2B5EF4-FFF2-40B4-BE49-F238E27FC236}">
                <a16:creationId xmlns:a16="http://schemas.microsoft.com/office/drawing/2014/main" id="{DB62EBFD-BE7F-4A91-9E6C-034A551120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5560" name="AutoShape 56">
            <a:extLst>
              <a:ext uri="{FF2B5EF4-FFF2-40B4-BE49-F238E27FC236}">
                <a16:creationId xmlns:a16="http://schemas.microsoft.com/office/drawing/2014/main" id="{1DF69B55-1E80-4591-9249-5AEE3B348DEB}"/>
              </a:ext>
            </a:extLst>
          </p:cNvPr>
          <p:cNvCxnSpPr>
            <a:cxnSpLocks noChangeShapeType="1"/>
            <a:stCxn id="405543" idx="5"/>
            <a:endCxn id="405559" idx="0"/>
          </p:cNvCxnSpPr>
          <p:nvPr/>
        </p:nvCxnSpPr>
        <p:spPr bwMode="auto">
          <a:xfrm>
            <a:off x="2695575" y="4167188"/>
            <a:ext cx="85725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61" name="Oval 57">
            <a:extLst>
              <a:ext uri="{FF2B5EF4-FFF2-40B4-BE49-F238E27FC236}">
                <a16:creationId xmlns:a16="http://schemas.microsoft.com/office/drawing/2014/main" id="{68C981FE-2259-4087-809B-3BDFAFE32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0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5562" name="AutoShape 58">
            <a:extLst>
              <a:ext uri="{FF2B5EF4-FFF2-40B4-BE49-F238E27FC236}">
                <a16:creationId xmlns:a16="http://schemas.microsoft.com/office/drawing/2014/main" id="{BF8EB528-06C5-44BE-8243-75D95EE1B401}"/>
              </a:ext>
            </a:extLst>
          </p:cNvPr>
          <p:cNvCxnSpPr>
            <a:cxnSpLocks noChangeShapeType="1"/>
            <a:stCxn id="405559" idx="3"/>
            <a:endCxn id="405561" idx="0"/>
          </p:cNvCxnSpPr>
          <p:nvPr/>
        </p:nvCxnSpPr>
        <p:spPr bwMode="auto">
          <a:xfrm flipH="1">
            <a:off x="2628900" y="5068888"/>
            <a:ext cx="174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63" name="Rectangle 59">
            <a:extLst>
              <a:ext uri="{FF2B5EF4-FFF2-40B4-BE49-F238E27FC236}">
                <a16:creationId xmlns:a16="http://schemas.microsoft.com/office/drawing/2014/main" id="{559ADD1D-6A10-44A0-967B-F4E7D021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64" name="Rectangle 60">
            <a:extLst>
              <a:ext uri="{FF2B5EF4-FFF2-40B4-BE49-F238E27FC236}">
                <a16:creationId xmlns:a16="http://schemas.microsoft.com/office/drawing/2014/main" id="{3BE0B945-ACE8-478E-B763-0179E240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65" name="Rectangle 61">
            <a:extLst>
              <a:ext uri="{FF2B5EF4-FFF2-40B4-BE49-F238E27FC236}">
                <a16:creationId xmlns:a16="http://schemas.microsoft.com/office/drawing/2014/main" id="{0DA7E981-1C15-41A3-B875-823511EB0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66" name="Oval 62">
            <a:extLst>
              <a:ext uri="{FF2B5EF4-FFF2-40B4-BE49-F238E27FC236}">
                <a16:creationId xmlns:a16="http://schemas.microsoft.com/office/drawing/2014/main" id="{6C2F7870-ED87-4531-9209-36E614DE54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5567" name="AutoShape 63">
            <a:extLst>
              <a:ext uri="{FF2B5EF4-FFF2-40B4-BE49-F238E27FC236}">
                <a16:creationId xmlns:a16="http://schemas.microsoft.com/office/drawing/2014/main" id="{24F199B1-7FC0-4DA9-B9EE-144B59B33C09}"/>
              </a:ext>
            </a:extLst>
          </p:cNvPr>
          <p:cNvCxnSpPr>
            <a:cxnSpLocks noChangeShapeType="1"/>
            <a:stCxn id="405543" idx="3"/>
            <a:endCxn id="405566" idx="0"/>
          </p:cNvCxnSpPr>
          <p:nvPr/>
        </p:nvCxnSpPr>
        <p:spPr bwMode="auto">
          <a:xfrm flipH="1">
            <a:off x="2247900" y="4167188"/>
            <a:ext cx="1778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68" name="Rectangle 64">
            <a:extLst>
              <a:ext uri="{FF2B5EF4-FFF2-40B4-BE49-F238E27FC236}">
                <a16:creationId xmlns:a16="http://schemas.microsoft.com/office/drawing/2014/main" id="{8873BA03-B9E9-4E6B-9591-C1B47EC07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69" name="Oval 65">
            <a:extLst>
              <a:ext uri="{FF2B5EF4-FFF2-40B4-BE49-F238E27FC236}">
                <a16:creationId xmlns:a16="http://schemas.microsoft.com/office/drawing/2014/main" id="{FDC29DC7-D78E-47F6-9543-0164761AF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5570" name="AutoShape 66">
            <a:extLst>
              <a:ext uri="{FF2B5EF4-FFF2-40B4-BE49-F238E27FC236}">
                <a16:creationId xmlns:a16="http://schemas.microsoft.com/office/drawing/2014/main" id="{A3BFCDC4-F41E-48E2-A957-7198FF06C4B3}"/>
              </a:ext>
            </a:extLst>
          </p:cNvPr>
          <p:cNvCxnSpPr>
            <a:cxnSpLocks noChangeShapeType="1"/>
            <a:stCxn id="405530" idx="3"/>
            <a:endCxn id="405569" idx="0"/>
          </p:cNvCxnSpPr>
          <p:nvPr/>
        </p:nvCxnSpPr>
        <p:spPr bwMode="auto">
          <a:xfrm flipH="1">
            <a:off x="3314700" y="4168775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71" name="Rectangle 67">
            <a:extLst>
              <a:ext uri="{FF2B5EF4-FFF2-40B4-BE49-F238E27FC236}">
                <a16:creationId xmlns:a16="http://schemas.microsoft.com/office/drawing/2014/main" id="{57DA0CF0-3B3D-4647-BE50-E95DEFEEB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72" name="Oval 68">
            <a:extLst>
              <a:ext uri="{FF2B5EF4-FFF2-40B4-BE49-F238E27FC236}">
                <a16:creationId xmlns:a16="http://schemas.microsoft.com/office/drawing/2014/main" id="{30A8200B-6E96-4CE8-BD04-E31869307C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38179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5573" name="AutoShape 69">
            <a:extLst>
              <a:ext uri="{FF2B5EF4-FFF2-40B4-BE49-F238E27FC236}">
                <a16:creationId xmlns:a16="http://schemas.microsoft.com/office/drawing/2014/main" id="{C9A8FB3B-AA81-4704-BA2C-B5D6ADDD8305}"/>
              </a:ext>
            </a:extLst>
          </p:cNvPr>
          <p:cNvCxnSpPr>
            <a:cxnSpLocks noChangeShapeType="1"/>
            <a:stCxn id="405508" idx="3"/>
            <a:endCxn id="405572" idx="0"/>
          </p:cNvCxnSpPr>
          <p:nvPr/>
        </p:nvCxnSpPr>
        <p:spPr bwMode="auto">
          <a:xfrm flipH="1">
            <a:off x="7200900" y="3290888"/>
            <a:ext cx="398463" cy="508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74" name="Rectangle 70">
            <a:extLst>
              <a:ext uri="{FF2B5EF4-FFF2-40B4-BE49-F238E27FC236}">
                <a16:creationId xmlns:a16="http://schemas.microsoft.com/office/drawing/2014/main" id="{71633DB2-33E3-4A6C-8DA9-C0F2C365E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75" name="Rectangle 71">
            <a:extLst>
              <a:ext uri="{FF2B5EF4-FFF2-40B4-BE49-F238E27FC236}">
                <a16:creationId xmlns:a16="http://schemas.microsoft.com/office/drawing/2014/main" id="{18F3CC99-E8B5-4C6D-9853-41EFCD5FE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650" y="53181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76" name="Oval 72">
            <a:extLst>
              <a:ext uri="{FF2B5EF4-FFF2-40B4-BE49-F238E27FC236}">
                <a16:creationId xmlns:a16="http://schemas.microsoft.com/office/drawing/2014/main" id="{0F7A111F-796A-4F1B-B903-8A41177B54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38195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5577" name="Oval 73">
            <a:extLst>
              <a:ext uri="{FF2B5EF4-FFF2-40B4-BE49-F238E27FC236}">
                <a16:creationId xmlns:a16="http://schemas.microsoft.com/office/drawing/2014/main" id="{FDC83AD4-4063-419B-BBB0-AFE3781237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3900" y="471646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5578" name="AutoShape 74">
            <a:extLst>
              <a:ext uri="{FF2B5EF4-FFF2-40B4-BE49-F238E27FC236}">
                <a16:creationId xmlns:a16="http://schemas.microsoft.com/office/drawing/2014/main" id="{54E792F5-BAD0-43BA-94F5-32D92300F40C}"/>
              </a:ext>
            </a:extLst>
          </p:cNvPr>
          <p:cNvCxnSpPr>
            <a:cxnSpLocks noChangeShapeType="1"/>
            <a:stCxn id="405576" idx="5"/>
            <a:endCxn id="405577" idx="0"/>
          </p:cNvCxnSpPr>
          <p:nvPr/>
        </p:nvCxnSpPr>
        <p:spPr bwMode="auto">
          <a:xfrm>
            <a:off x="8402638" y="4164013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79" name="Oval 75">
            <a:extLst>
              <a:ext uri="{FF2B5EF4-FFF2-40B4-BE49-F238E27FC236}">
                <a16:creationId xmlns:a16="http://schemas.microsoft.com/office/drawing/2014/main" id="{10FC24BC-3F31-40B3-8695-CF08DD9808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96300" y="56229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5580" name="AutoShape 76">
            <a:extLst>
              <a:ext uri="{FF2B5EF4-FFF2-40B4-BE49-F238E27FC236}">
                <a16:creationId xmlns:a16="http://schemas.microsoft.com/office/drawing/2014/main" id="{F64EE93B-D6FA-4297-8F82-3D657DCBBCF4}"/>
              </a:ext>
            </a:extLst>
          </p:cNvPr>
          <p:cNvCxnSpPr>
            <a:cxnSpLocks noChangeShapeType="1"/>
            <a:stCxn id="405577" idx="5"/>
            <a:endCxn id="405579" idx="0"/>
          </p:cNvCxnSpPr>
          <p:nvPr/>
        </p:nvCxnSpPr>
        <p:spPr bwMode="auto">
          <a:xfrm>
            <a:off x="8669338" y="5060950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81" name="Rectangle 77">
            <a:extLst>
              <a:ext uri="{FF2B5EF4-FFF2-40B4-BE49-F238E27FC236}">
                <a16:creationId xmlns:a16="http://schemas.microsoft.com/office/drawing/2014/main" id="{DD512AEB-4289-4D48-A10C-60001B17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82" name="Oval 78">
            <a:extLst>
              <a:ext uri="{FF2B5EF4-FFF2-40B4-BE49-F238E27FC236}">
                <a16:creationId xmlns:a16="http://schemas.microsoft.com/office/drawing/2014/main" id="{11022A06-C09F-47DE-B616-77A47826DA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72400" y="47196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5583" name="AutoShape 79">
            <a:extLst>
              <a:ext uri="{FF2B5EF4-FFF2-40B4-BE49-F238E27FC236}">
                <a16:creationId xmlns:a16="http://schemas.microsoft.com/office/drawing/2014/main" id="{1D5783BE-8C59-43B7-9ED9-DBB22C2E344C}"/>
              </a:ext>
            </a:extLst>
          </p:cNvPr>
          <p:cNvCxnSpPr>
            <a:cxnSpLocks noChangeShapeType="1"/>
            <a:stCxn id="405576" idx="3"/>
            <a:endCxn id="405582" idx="0"/>
          </p:cNvCxnSpPr>
          <p:nvPr/>
        </p:nvCxnSpPr>
        <p:spPr bwMode="auto">
          <a:xfrm flipH="1">
            <a:off x="7962900" y="4164013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84" name="Rectangle 80">
            <a:extLst>
              <a:ext uri="{FF2B5EF4-FFF2-40B4-BE49-F238E27FC236}">
                <a16:creationId xmlns:a16="http://schemas.microsoft.com/office/drawing/2014/main" id="{1D5A3AEC-9BE0-4C2D-9F08-103FC5496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0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85" name="Oval 81">
            <a:extLst>
              <a:ext uri="{FF2B5EF4-FFF2-40B4-BE49-F238E27FC236}">
                <a16:creationId xmlns:a16="http://schemas.microsoft.com/office/drawing/2014/main" id="{5711756A-F997-4222-AC3E-DE1A41BC5A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56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5586" name="AutoShape 82">
            <a:extLst>
              <a:ext uri="{FF2B5EF4-FFF2-40B4-BE49-F238E27FC236}">
                <a16:creationId xmlns:a16="http://schemas.microsoft.com/office/drawing/2014/main" id="{535A09C8-7D82-4FE2-8AF3-86C042A43A0B}"/>
              </a:ext>
            </a:extLst>
          </p:cNvPr>
          <p:cNvCxnSpPr>
            <a:cxnSpLocks noChangeShapeType="1"/>
            <a:stCxn id="405572" idx="3"/>
            <a:endCxn id="405585" idx="0"/>
          </p:cNvCxnSpPr>
          <p:nvPr/>
        </p:nvCxnSpPr>
        <p:spPr bwMode="auto">
          <a:xfrm flipH="1">
            <a:off x="6896100" y="4162425"/>
            <a:ext cx="169863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87" name="Rectangle 83">
            <a:extLst>
              <a:ext uri="{FF2B5EF4-FFF2-40B4-BE49-F238E27FC236}">
                <a16:creationId xmlns:a16="http://schemas.microsoft.com/office/drawing/2014/main" id="{141B8F42-FD7D-441E-9A00-82B599CAD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8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88" name="Rectangle 84">
            <a:extLst>
              <a:ext uri="{FF2B5EF4-FFF2-40B4-BE49-F238E27FC236}">
                <a16:creationId xmlns:a16="http://schemas.microsoft.com/office/drawing/2014/main" id="{375CC070-2F95-4B37-9131-47E5A604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55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55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55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55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55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55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55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55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55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55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55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055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55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55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055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05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05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055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05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05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05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05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5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05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05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05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55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05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05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055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05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05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05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4055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405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05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405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4055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055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4055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4055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4055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405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4055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405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0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405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405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405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405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405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405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4055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4055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4055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405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405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4055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4055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405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405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405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405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405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4055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405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405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4055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405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4055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40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40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0"/>
                                        <p:tgtEl>
                                          <p:spTgt spid="4055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40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40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405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40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40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1000"/>
                                        <p:tgtEl>
                                          <p:spTgt spid="405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40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000" fill="hold"/>
                                        <p:tgtEl>
                                          <p:spTgt spid="40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405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40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40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4055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/>
      <p:bldP spid="405507" grpId="0"/>
      <p:bldP spid="405508" grpId="0" animBg="1"/>
      <p:bldP spid="405509" grpId="0" animBg="1"/>
      <p:bldP spid="405513" grpId="0" animBg="1"/>
      <p:bldP spid="405515" grpId="0" animBg="1"/>
      <p:bldP spid="405516" grpId="0" animBg="1"/>
      <p:bldP spid="405517" grpId="0" animBg="1"/>
      <p:bldP spid="405520" grpId="0" animBg="1"/>
      <p:bldP spid="405522" grpId="0"/>
      <p:bldP spid="405523" grpId="0"/>
      <p:bldP spid="405524" grpId="0"/>
      <p:bldP spid="405525" grpId="0"/>
      <p:bldP spid="405526" grpId="0"/>
      <p:bldP spid="405527" grpId="0"/>
      <p:bldP spid="405528" grpId="0" animBg="1"/>
      <p:bldP spid="405529" grpId="0"/>
      <p:bldP spid="405530" grpId="0" animBg="1"/>
      <p:bldP spid="405531" grpId="0" animBg="1"/>
      <p:bldP spid="405532" grpId="0" animBg="1"/>
      <p:bldP spid="405533" grpId="0" animBg="1"/>
      <p:bldP spid="405534" grpId="0" animBg="1"/>
      <p:bldP spid="405535" grpId="0" animBg="1"/>
      <p:bldP spid="405541" grpId="0" animBg="1"/>
      <p:bldP spid="405543" grpId="0" animBg="1"/>
      <p:bldP spid="405557" grpId="0" animBg="1"/>
      <p:bldP spid="405559" grpId="0" animBg="1"/>
      <p:bldP spid="405561" grpId="0" animBg="1"/>
      <p:bldP spid="405563" grpId="0"/>
      <p:bldP spid="405564" grpId="0"/>
      <p:bldP spid="405565" grpId="0"/>
      <p:bldP spid="405566" grpId="0" animBg="1"/>
      <p:bldP spid="405568" grpId="0"/>
      <p:bldP spid="405569" grpId="0" animBg="1"/>
      <p:bldP spid="405571" grpId="0"/>
      <p:bldP spid="405572" grpId="0" animBg="1"/>
      <p:bldP spid="405574" grpId="0"/>
      <p:bldP spid="405575" grpId="0"/>
      <p:bldP spid="405576" grpId="0" animBg="1"/>
      <p:bldP spid="405577" grpId="0" animBg="1"/>
      <p:bldP spid="405579" grpId="0" animBg="1"/>
      <p:bldP spid="405581" grpId="0"/>
      <p:bldP spid="405582" grpId="0" animBg="1"/>
      <p:bldP spid="405584" grpId="0"/>
      <p:bldP spid="405585" grpId="0" animBg="1"/>
      <p:bldP spid="405587" grpId="0"/>
      <p:bldP spid="40558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E7F96C4B-35A3-4AF6-AC65-484A44A75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Deletion Algorithm</a:t>
            </a:r>
          </a:p>
        </p:txBody>
      </p:sp>
      <p:sp>
        <p:nvSpPr>
          <p:cNvPr id="407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D243FBA-6EEF-49B0-94C9-42D031CD59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3810000" cy="4343400"/>
          </a:xfrm>
        </p:spPr>
        <p:txBody>
          <a:bodyPr/>
          <a:lstStyle/>
          <a:p>
            <a:pPr marL="381000" indent="-381000"/>
            <a:r>
              <a:rPr lang="en-US" altLang="en-US" sz="2400" dirty="0"/>
              <a:t>Recursive</a:t>
            </a:r>
          </a:p>
          <a:p>
            <a:pPr marL="381000" indent="-381000">
              <a:buClr>
                <a:schemeClr val="tx1"/>
              </a:buClr>
              <a:buFontTx/>
              <a:buAutoNum type="arabicPeriod"/>
            </a:pPr>
            <a:r>
              <a:rPr lang="en-US" altLang="en-US" sz="2000" b="1" dirty="0">
                <a:latin typeface="Courier New" panose="02070309020205020404" pitchFamily="49" charset="0"/>
              </a:rPr>
              <a:t>Search downward for node</a:t>
            </a:r>
          </a:p>
          <a:p>
            <a:pPr marL="381000" indent="-381000">
              <a:buClr>
                <a:schemeClr val="tx1"/>
              </a:buClr>
              <a:buFontTx/>
              <a:buAutoNum type="arabicPeriod"/>
            </a:pPr>
            <a:r>
              <a:rPr lang="en-US" altLang="en-US" sz="2000" b="1" dirty="0">
                <a:latin typeface="Courier New" panose="02070309020205020404" pitchFamily="49" charset="0"/>
              </a:rPr>
              <a:t>Delete node</a:t>
            </a:r>
          </a:p>
          <a:p>
            <a:pPr marL="381000" indent="-381000">
              <a:buClr>
                <a:schemeClr val="tx1"/>
              </a:buClr>
              <a:buFontTx/>
              <a:buAutoNum type="arabicPeriod"/>
            </a:pPr>
            <a:r>
              <a:rPr lang="en-US" altLang="en-US" sz="2000" b="1" dirty="0">
                <a:latin typeface="Courier New" panose="02070309020205020404" pitchFamily="49" charset="0"/>
              </a:rPr>
              <a:t>Unwind, correcting heights as we go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 	(or don’t care),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</a:t>
            </a:r>
          </a:p>
        </p:txBody>
      </p:sp>
      <p:sp>
        <p:nvSpPr>
          <p:cNvPr id="407556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FBC3B25-685A-408F-8698-F6B40D5F80C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828800"/>
            <a:ext cx="3810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Iterative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1. Search downward for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node,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stacking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parent nodes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2. Delete node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3. Unwind stack,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correcting heights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 	(or don’t care)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/>
      <p:bldP spid="407555" grpId="0" build="p"/>
      <p:bldP spid="40755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>
            <a:extLst>
              <a:ext uri="{FF2B5EF4-FFF2-40B4-BE49-F238E27FC236}">
                <a16:creationId xmlns:a16="http://schemas.microsoft.com/office/drawing/2014/main" id="{35F4833B-CD0A-47D6-AA14-B485EE3E3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Building an AVL Tree</a:t>
            </a:r>
          </a:p>
        </p:txBody>
      </p:sp>
      <p:sp>
        <p:nvSpPr>
          <p:cNvPr id="40960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A89E419-B0DD-43FC-805F-8815E895C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4419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Input:  sequence of n keys (unordered)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chemeClr val="accent2"/>
                </a:solidFill>
              </a:rPr>
              <a:t>19  3  4  18  7</a:t>
            </a:r>
            <a:r>
              <a:rPr lang="en-US" altLang="en-US" dirty="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Insert each into initially empty AVL tree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But, suppose input is already sorted …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	3  4  7  18  19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Can we do better than O(</a:t>
            </a:r>
            <a:r>
              <a:rPr lang="en-US" altLang="en-US" i="1" dirty="0"/>
              <a:t>n</a:t>
            </a:r>
            <a:r>
              <a:rPr lang="en-US" altLang="en-US" dirty="0"/>
              <a:t> log </a:t>
            </a:r>
            <a:r>
              <a:rPr lang="en-US" altLang="en-US" i="1" dirty="0"/>
              <a:t>n</a:t>
            </a:r>
            <a:r>
              <a:rPr lang="en-US" altLang="en-US" dirty="0"/>
              <a:t>)?</a:t>
            </a:r>
          </a:p>
        </p:txBody>
      </p:sp>
      <p:graphicFrame>
        <p:nvGraphicFramePr>
          <p:cNvPr id="409604" name="Object 4">
            <a:extLst>
              <a:ext uri="{FF2B5EF4-FFF2-40B4-BE49-F238E27FC236}">
                <a16:creationId xmlns:a16="http://schemas.microsoft.com/office/drawing/2014/main" id="{1CA7EBEA-7017-466C-813A-4E66D66F26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048000"/>
          <a:ext cx="37226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431640" progId="Equation.DSMT4">
                  <p:embed/>
                </p:oleObj>
              </mc:Choice>
              <mc:Fallback>
                <p:oleObj name="Equation" r:id="rId2" imgW="184140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0"/>
                        <a:ext cx="372268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/>
      <p:bldP spid="40960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id="{CC4FF9EC-BB53-439F-8049-BBD58170A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</a:t>
            </a:r>
            <a:r>
              <a:rPr lang="en-US" altLang="en-US" dirty="0" err="1"/>
              <a:t>BuildTree</a:t>
            </a:r>
            <a:endParaRPr lang="en-US" altLang="en-US" dirty="0"/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D9A24BC4-1417-4734-9345-C553A98AB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CC99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1652" name="Rectangle 4">
            <a:extLst>
              <a:ext uri="{FF2B5EF4-FFF2-40B4-BE49-F238E27FC236}">
                <a16:creationId xmlns:a16="http://schemas.microsoft.com/office/drawing/2014/main" id="{0F4BAF7B-5CBB-4B11-8FB6-EDC2F0CD3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CC99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11653" name="Rectangle 5">
            <a:extLst>
              <a:ext uri="{FF2B5EF4-FFF2-40B4-BE49-F238E27FC236}">
                <a16:creationId xmlns:a16="http://schemas.microsoft.com/office/drawing/2014/main" id="{CF3A15FB-91B0-4607-82FC-842890B61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CC99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11654" name="Rectangle 6">
            <a:extLst>
              <a:ext uri="{FF2B5EF4-FFF2-40B4-BE49-F238E27FC236}">
                <a16:creationId xmlns:a16="http://schemas.microsoft.com/office/drawing/2014/main" id="{A023E09A-A9E0-4453-92C9-464429A59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11655" name="Rectangle 7">
            <a:extLst>
              <a:ext uri="{FF2B5EF4-FFF2-40B4-BE49-F238E27FC236}">
                <a16:creationId xmlns:a16="http://schemas.microsoft.com/office/drawing/2014/main" id="{D75219F9-8E01-4957-AB13-CBB79FD14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1656" name="Rectangle 8">
            <a:extLst>
              <a:ext uri="{FF2B5EF4-FFF2-40B4-BE49-F238E27FC236}">
                <a16:creationId xmlns:a16="http://schemas.microsoft.com/office/drawing/2014/main" id="{165D1858-090B-44A6-89AF-8CCDC7EC4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1657" name="Rectangle 9">
            <a:extLst>
              <a:ext uri="{FF2B5EF4-FFF2-40B4-BE49-F238E27FC236}">
                <a16:creationId xmlns:a16="http://schemas.microsoft.com/office/drawing/2014/main" id="{68BFC23D-D7E3-4B09-9C67-C7BB2A0E5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1658" name="Rectangle 10">
            <a:extLst>
              <a:ext uri="{FF2B5EF4-FFF2-40B4-BE49-F238E27FC236}">
                <a16:creationId xmlns:a16="http://schemas.microsoft.com/office/drawing/2014/main" id="{8533F953-99FF-4D43-8BF5-6F93A05E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CC99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1659" name="Oval 11">
            <a:extLst>
              <a:ext uri="{FF2B5EF4-FFF2-40B4-BE49-F238E27FC236}">
                <a16:creationId xmlns:a16="http://schemas.microsoft.com/office/drawing/2014/main" id="{2559B8E1-D3F1-4E01-9301-C576B5B7B9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7163" y="35052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11660" name="AutoShape 12">
            <a:extLst>
              <a:ext uri="{FF2B5EF4-FFF2-40B4-BE49-F238E27FC236}">
                <a16:creationId xmlns:a16="http://schemas.microsoft.com/office/drawing/2014/main" id="{A30DCC2D-22D4-4792-9050-B532F9FED16C}"/>
              </a:ext>
            </a:extLst>
          </p:cNvPr>
          <p:cNvCxnSpPr>
            <a:cxnSpLocks noChangeShapeType="1"/>
            <a:stCxn id="411659" idx="3"/>
            <a:endCxn id="411662" idx="0"/>
          </p:cNvCxnSpPr>
          <p:nvPr/>
        </p:nvCxnSpPr>
        <p:spPr bwMode="auto">
          <a:xfrm flipH="1">
            <a:off x="5637213" y="3849688"/>
            <a:ext cx="925512" cy="5413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1661" name="AutoShape 13">
            <a:extLst>
              <a:ext uri="{FF2B5EF4-FFF2-40B4-BE49-F238E27FC236}">
                <a16:creationId xmlns:a16="http://schemas.microsoft.com/office/drawing/2014/main" id="{4FC12C9D-83AB-45A6-AF57-D15775588EED}"/>
              </a:ext>
            </a:extLst>
          </p:cNvPr>
          <p:cNvCxnSpPr>
            <a:cxnSpLocks noChangeShapeType="1"/>
            <a:stCxn id="411659" idx="5"/>
            <a:endCxn id="411663" idx="0"/>
          </p:cNvCxnSpPr>
          <p:nvPr/>
        </p:nvCxnSpPr>
        <p:spPr bwMode="auto">
          <a:xfrm>
            <a:off x="6832600" y="3849688"/>
            <a:ext cx="9017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1662" name="AutoShape 14">
            <a:extLst>
              <a:ext uri="{FF2B5EF4-FFF2-40B4-BE49-F238E27FC236}">
                <a16:creationId xmlns:a16="http://schemas.microsoft.com/office/drawing/2014/main" id="{41F34206-7DCD-4FC0-B101-14E7C538C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4391025"/>
            <a:ext cx="1752600" cy="15240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rgbClr val="CC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663" name="AutoShape 15">
            <a:extLst>
              <a:ext uri="{FF2B5EF4-FFF2-40B4-BE49-F238E27FC236}">
                <a16:creationId xmlns:a16="http://schemas.microsoft.com/office/drawing/2014/main" id="{E63977C2-4B34-4943-ABC3-8C2C8BCC2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395788"/>
            <a:ext cx="1752600" cy="15240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664" name="Rectangle 16">
            <a:extLst>
              <a:ext uri="{FF2B5EF4-FFF2-40B4-BE49-F238E27FC236}">
                <a16:creationId xmlns:a16="http://schemas.microsoft.com/office/drawing/2014/main" id="{A1015085-FD8B-43B4-99C1-E945AC6AC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1752600"/>
            <a:ext cx="584200" cy="584200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grpSp>
        <p:nvGrpSpPr>
          <p:cNvPr id="411665" name="Group 17">
            <a:extLst>
              <a:ext uri="{FF2B5EF4-FFF2-40B4-BE49-F238E27FC236}">
                <a16:creationId xmlns:a16="http://schemas.microsoft.com/office/drawing/2014/main" id="{CDCFC8D8-9764-464C-AA48-38FE35809BF9}"/>
              </a:ext>
            </a:extLst>
          </p:cNvPr>
          <p:cNvGrpSpPr>
            <a:grpSpLocks/>
          </p:cNvGrpSpPr>
          <p:nvPr/>
        </p:nvGrpSpPr>
        <p:grpSpPr bwMode="auto">
          <a:xfrm>
            <a:off x="5027613" y="5562600"/>
            <a:ext cx="1219200" cy="304800"/>
            <a:chOff x="1680" y="1200"/>
            <a:chExt cx="1472" cy="368"/>
          </a:xfrm>
        </p:grpSpPr>
        <p:sp>
          <p:nvSpPr>
            <p:cNvPr id="411666" name="Rectangle 18">
              <a:extLst>
                <a:ext uri="{FF2B5EF4-FFF2-40B4-BE49-F238E27FC236}">
                  <a16:creationId xmlns:a16="http://schemas.microsoft.com/office/drawing/2014/main" id="{436EBF28-4A1D-4035-8D44-368EC134B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411667" name="Rectangle 19">
              <a:extLst>
                <a:ext uri="{FF2B5EF4-FFF2-40B4-BE49-F238E27FC236}">
                  <a16:creationId xmlns:a16="http://schemas.microsoft.com/office/drawing/2014/main" id="{C585BE03-484E-40C1-BFB2-8528672AF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11668" name="Rectangle 20">
              <a:extLst>
                <a:ext uri="{FF2B5EF4-FFF2-40B4-BE49-F238E27FC236}">
                  <a16:creationId xmlns:a16="http://schemas.microsoft.com/office/drawing/2014/main" id="{8A7D8F1A-ED91-4D3D-AC3C-83503F0E5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411669" name="Rectangle 21">
              <a:extLst>
                <a:ext uri="{FF2B5EF4-FFF2-40B4-BE49-F238E27FC236}">
                  <a16:creationId xmlns:a16="http://schemas.microsoft.com/office/drawing/2014/main" id="{1C9A7E59-24B5-4829-AD91-DE4206C94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411670" name="Group 22">
            <a:extLst>
              <a:ext uri="{FF2B5EF4-FFF2-40B4-BE49-F238E27FC236}">
                <a16:creationId xmlns:a16="http://schemas.microsoft.com/office/drawing/2014/main" id="{F25CD739-8233-4C42-BA60-66FF7A892DD6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5562600"/>
            <a:ext cx="1219200" cy="304800"/>
            <a:chOff x="3520" y="1200"/>
            <a:chExt cx="1472" cy="368"/>
          </a:xfrm>
        </p:grpSpPr>
        <p:sp>
          <p:nvSpPr>
            <p:cNvPr id="411671" name="Rectangle 23">
              <a:extLst>
                <a:ext uri="{FF2B5EF4-FFF2-40B4-BE49-F238E27FC236}">
                  <a16:creationId xmlns:a16="http://schemas.microsoft.com/office/drawing/2014/main" id="{ED7E484F-9528-43CA-9B19-B1AFB268C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411672" name="Rectangle 24">
              <a:extLst>
                <a:ext uri="{FF2B5EF4-FFF2-40B4-BE49-F238E27FC236}">
                  <a16:creationId xmlns:a16="http://schemas.microsoft.com/office/drawing/2014/main" id="{7537E0AC-827E-4412-ADA2-545156570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411673" name="Rectangle 25">
              <a:extLst>
                <a:ext uri="{FF2B5EF4-FFF2-40B4-BE49-F238E27FC236}">
                  <a16:creationId xmlns:a16="http://schemas.microsoft.com/office/drawing/2014/main" id="{7314460E-B582-43D5-AA0C-D8F808F01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35</a:t>
              </a:r>
            </a:p>
          </p:txBody>
        </p:sp>
        <p:sp>
          <p:nvSpPr>
            <p:cNvPr id="411674" name="Rectangle 26">
              <a:extLst>
                <a:ext uri="{FF2B5EF4-FFF2-40B4-BE49-F238E27FC236}">
                  <a16:creationId xmlns:a16="http://schemas.microsoft.com/office/drawing/2014/main" id="{14D53353-B118-4935-AE29-35CEC1B3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411675" name="Rectangle 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2DA4523-10BC-4210-B269-F27C61CF12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743200"/>
            <a:ext cx="4114800" cy="3429000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Divide &amp; Conquer</a:t>
            </a:r>
          </a:p>
          <a:p>
            <a:pPr lvl="1"/>
            <a:r>
              <a:rPr lang="en-US" altLang="en-US" sz="2000"/>
              <a:t>Divide the problem into parts</a:t>
            </a:r>
          </a:p>
          <a:p>
            <a:pPr lvl="1"/>
            <a:r>
              <a:rPr lang="en-US" altLang="en-US" sz="2000"/>
              <a:t>Solve each part recursively</a:t>
            </a:r>
          </a:p>
          <a:p>
            <a:pPr lvl="1"/>
            <a:r>
              <a:rPr lang="en-US" altLang="en-US" sz="2000"/>
              <a:t>Merge the parts into a general solution</a:t>
            </a:r>
          </a:p>
        </p:txBody>
      </p:sp>
      <p:sp>
        <p:nvSpPr>
          <p:cNvPr id="411676" name="Text Box 28">
            <a:extLst>
              <a:ext uri="{FF2B5EF4-FFF2-40B4-BE49-F238E27FC236}">
                <a16:creationId xmlns:a16="http://schemas.microsoft.com/office/drawing/2014/main" id="{635F8933-D712-4211-A304-DF7178111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029200"/>
            <a:ext cx="30321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How long does </a:t>
            </a:r>
          </a:p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divide &amp; conquer take?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1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1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1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11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11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1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11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1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1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1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11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/>
      <p:bldP spid="411651" grpId="0" animBg="1"/>
      <p:bldP spid="411652" grpId="0" animBg="1"/>
      <p:bldP spid="411653" grpId="0" animBg="1"/>
      <p:bldP spid="411654" grpId="0" animBg="1"/>
      <p:bldP spid="411655" grpId="0" animBg="1"/>
      <p:bldP spid="411656" grpId="0" animBg="1"/>
      <p:bldP spid="411657" grpId="0" animBg="1"/>
      <p:bldP spid="411658" grpId="0" animBg="1"/>
      <p:bldP spid="411659" grpId="0" animBg="1"/>
      <p:bldP spid="411662" grpId="0" animBg="1"/>
      <p:bldP spid="411663" grpId="0" animBg="1"/>
      <p:bldP spid="411664" grpId="0" animBg="1"/>
      <p:bldP spid="411675" grpId="0" build="p"/>
      <p:bldP spid="41167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>
            <a:extLst>
              <a:ext uri="{FF2B5EF4-FFF2-40B4-BE49-F238E27FC236}">
                <a16:creationId xmlns:a16="http://schemas.microsoft.com/office/drawing/2014/main" id="{A36D4809-2DA5-4A69-AFEC-D96198DC3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BuildTree</a:t>
            </a:r>
            <a:r>
              <a:rPr lang="en-US" altLang="en-US" dirty="0"/>
              <a:t> Example</a:t>
            </a:r>
          </a:p>
        </p:txBody>
      </p:sp>
      <p:sp>
        <p:nvSpPr>
          <p:cNvPr id="413699" name="Oval 3">
            <a:extLst>
              <a:ext uri="{FF2B5EF4-FFF2-40B4-BE49-F238E27FC236}">
                <a16:creationId xmlns:a16="http://schemas.microsoft.com/office/drawing/2014/main" id="{AA570585-E110-44D1-8A39-04C2442FB7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7363" y="3860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3700" name="Oval 4">
            <a:extLst>
              <a:ext uri="{FF2B5EF4-FFF2-40B4-BE49-F238E27FC236}">
                <a16:creationId xmlns:a16="http://schemas.microsoft.com/office/drawing/2014/main" id="{CF6F0467-CBB7-43FF-A986-A165EEC13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00563" y="2971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13701" name="AutoShape 5">
            <a:extLst>
              <a:ext uri="{FF2B5EF4-FFF2-40B4-BE49-F238E27FC236}">
                <a16:creationId xmlns:a16="http://schemas.microsoft.com/office/drawing/2014/main" id="{425C09FF-5893-4274-A608-6CC78EEF6AFE}"/>
              </a:ext>
            </a:extLst>
          </p:cNvPr>
          <p:cNvCxnSpPr>
            <a:cxnSpLocks noChangeShapeType="1"/>
            <a:stCxn id="413700" idx="3"/>
            <a:endCxn id="413709" idx="0"/>
          </p:cNvCxnSpPr>
          <p:nvPr/>
        </p:nvCxnSpPr>
        <p:spPr bwMode="auto">
          <a:xfrm flipH="1">
            <a:off x="3624263" y="3316288"/>
            <a:ext cx="931862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3702" name="AutoShape 6">
            <a:extLst>
              <a:ext uri="{FF2B5EF4-FFF2-40B4-BE49-F238E27FC236}">
                <a16:creationId xmlns:a16="http://schemas.microsoft.com/office/drawing/2014/main" id="{81BD1EBD-8A7B-49B1-B73C-9771919C7313}"/>
              </a:ext>
            </a:extLst>
          </p:cNvPr>
          <p:cNvCxnSpPr>
            <a:cxnSpLocks noChangeShapeType="1"/>
            <a:stCxn id="413700" idx="5"/>
            <a:endCxn id="413699" idx="0"/>
          </p:cNvCxnSpPr>
          <p:nvPr/>
        </p:nvCxnSpPr>
        <p:spPr bwMode="auto">
          <a:xfrm>
            <a:off x="4826000" y="33162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3703" name="AutoShape 7">
            <a:extLst>
              <a:ext uri="{FF2B5EF4-FFF2-40B4-BE49-F238E27FC236}">
                <a16:creationId xmlns:a16="http://schemas.microsoft.com/office/drawing/2014/main" id="{F25E9C8A-74EC-4A6D-A875-B6CB28FB3607}"/>
              </a:ext>
            </a:extLst>
          </p:cNvPr>
          <p:cNvCxnSpPr>
            <a:cxnSpLocks noChangeShapeType="1"/>
            <a:stCxn id="413699" idx="5"/>
            <a:endCxn id="413720" idx="0"/>
          </p:cNvCxnSpPr>
          <p:nvPr/>
        </p:nvCxnSpPr>
        <p:spPr bwMode="auto">
          <a:xfrm>
            <a:off x="5892800" y="4205288"/>
            <a:ext cx="398463" cy="509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04" name="Oval 8">
            <a:extLst>
              <a:ext uri="{FF2B5EF4-FFF2-40B4-BE49-F238E27FC236}">
                <a16:creationId xmlns:a16="http://schemas.microsoft.com/office/drawing/2014/main" id="{A60C5C1D-19C0-4411-897F-7AB8D08DE2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05250" y="47482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13705" name="AutoShape 9">
            <a:extLst>
              <a:ext uri="{FF2B5EF4-FFF2-40B4-BE49-F238E27FC236}">
                <a16:creationId xmlns:a16="http://schemas.microsoft.com/office/drawing/2014/main" id="{009F71B8-7C89-43CE-81FF-5C351E5044E4}"/>
              </a:ext>
            </a:extLst>
          </p:cNvPr>
          <p:cNvCxnSpPr>
            <a:cxnSpLocks noChangeShapeType="1"/>
            <a:stCxn id="413709" idx="5"/>
            <a:endCxn id="413704" idx="0"/>
          </p:cNvCxnSpPr>
          <p:nvPr/>
        </p:nvCxnSpPr>
        <p:spPr bwMode="auto">
          <a:xfrm>
            <a:off x="3759200" y="4198938"/>
            <a:ext cx="336550" cy="530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06" name="Oval 10">
            <a:extLst>
              <a:ext uri="{FF2B5EF4-FFF2-40B4-BE49-F238E27FC236}">
                <a16:creationId xmlns:a16="http://schemas.microsoft.com/office/drawing/2014/main" id="{CA27B57F-C2F9-4414-82D8-07D6A8696D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07" name="Oval 11">
            <a:extLst>
              <a:ext uri="{FF2B5EF4-FFF2-40B4-BE49-F238E27FC236}">
                <a16:creationId xmlns:a16="http://schemas.microsoft.com/office/drawing/2014/main" id="{45E75D98-7032-4902-BD7B-7819B62312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6563" y="4749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cxnSp>
        <p:nvCxnSpPr>
          <p:cNvPr id="413708" name="AutoShape 12">
            <a:extLst>
              <a:ext uri="{FF2B5EF4-FFF2-40B4-BE49-F238E27FC236}">
                <a16:creationId xmlns:a16="http://schemas.microsoft.com/office/drawing/2014/main" id="{4D26182A-25D1-44A3-9FF3-55C253E189CB}"/>
              </a:ext>
            </a:extLst>
          </p:cNvPr>
          <p:cNvCxnSpPr>
            <a:cxnSpLocks noChangeShapeType="1"/>
            <a:stCxn id="413707" idx="3"/>
            <a:endCxn id="413706" idx="0"/>
          </p:cNvCxnSpPr>
          <p:nvPr/>
        </p:nvCxnSpPr>
        <p:spPr bwMode="auto">
          <a:xfrm flipH="1">
            <a:off x="2933700" y="5094288"/>
            <a:ext cx="9842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09" name="Oval 13">
            <a:extLst>
              <a:ext uri="{FF2B5EF4-FFF2-40B4-BE49-F238E27FC236}">
                <a16:creationId xmlns:a16="http://schemas.microsoft.com/office/drawing/2014/main" id="{9A8B6444-EB6C-4850-9FDD-8C7845AEC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3763" y="385445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13710" name="AutoShape 14">
            <a:extLst>
              <a:ext uri="{FF2B5EF4-FFF2-40B4-BE49-F238E27FC236}">
                <a16:creationId xmlns:a16="http://schemas.microsoft.com/office/drawing/2014/main" id="{EAD9057E-3633-41EA-83DD-0EBFCAB97040}"/>
              </a:ext>
            </a:extLst>
          </p:cNvPr>
          <p:cNvCxnSpPr>
            <a:cxnSpLocks noChangeShapeType="1"/>
            <a:stCxn id="413709" idx="3"/>
            <a:endCxn id="413707" idx="0"/>
          </p:cNvCxnSpPr>
          <p:nvPr/>
        </p:nvCxnSpPr>
        <p:spPr bwMode="auto">
          <a:xfrm flipH="1">
            <a:off x="3167063" y="4198938"/>
            <a:ext cx="322262" cy="531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11" name="Rectangle 15">
            <a:extLst>
              <a:ext uri="{FF2B5EF4-FFF2-40B4-BE49-F238E27FC236}">
                <a16:creationId xmlns:a16="http://schemas.microsoft.com/office/drawing/2014/main" id="{B53F1873-B816-453E-8866-DE4975840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63" y="2667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13712" name="Rectangle 16">
            <a:extLst>
              <a:ext uri="{FF2B5EF4-FFF2-40B4-BE49-F238E27FC236}">
                <a16:creationId xmlns:a16="http://schemas.microsoft.com/office/drawing/2014/main" id="{1C1EB9BF-895F-401F-AF3C-2485E0D3D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363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13713" name="Rectangle 17">
            <a:extLst>
              <a:ext uri="{FF2B5EF4-FFF2-40B4-BE49-F238E27FC236}">
                <a16:creationId xmlns:a16="http://schemas.microsoft.com/office/drawing/2014/main" id="{6B859728-40AB-4B0B-9E91-7E42438A9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13714" name="Rectangle 18">
            <a:extLst>
              <a:ext uri="{FF2B5EF4-FFF2-40B4-BE49-F238E27FC236}">
                <a16:creationId xmlns:a16="http://schemas.microsoft.com/office/drawing/2014/main" id="{C4A4DA2F-1C12-4323-9C4D-D1F808E24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3715" name="Rectangle 19">
            <a:extLst>
              <a:ext uri="{FF2B5EF4-FFF2-40B4-BE49-F238E27FC236}">
                <a16:creationId xmlns:a16="http://schemas.microsoft.com/office/drawing/2014/main" id="{D46422C6-CA3A-4726-9213-3B83B27C1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16" name="Rectangle 20">
            <a:extLst>
              <a:ext uri="{FF2B5EF4-FFF2-40B4-BE49-F238E27FC236}">
                <a16:creationId xmlns:a16="http://schemas.microsoft.com/office/drawing/2014/main" id="{2498D6DD-31A8-40D2-83CB-E0701E962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334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17" name="Oval 21">
            <a:extLst>
              <a:ext uri="{FF2B5EF4-FFF2-40B4-BE49-F238E27FC236}">
                <a16:creationId xmlns:a16="http://schemas.microsoft.com/office/drawing/2014/main" id="{10F4F01A-91FE-4332-AA02-8FFD10802B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3963" y="47323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13718" name="AutoShape 22">
            <a:extLst>
              <a:ext uri="{FF2B5EF4-FFF2-40B4-BE49-F238E27FC236}">
                <a16:creationId xmlns:a16="http://schemas.microsoft.com/office/drawing/2014/main" id="{6B7546A7-B901-40AB-A226-9654034DA669}"/>
              </a:ext>
            </a:extLst>
          </p:cNvPr>
          <p:cNvCxnSpPr>
            <a:cxnSpLocks noChangeShapeType="1"/>
            <a:stCxn id="413699" idx="3"/>
            <a:endCxn id="413717" idx="0"/>
          </p:cNvCxnSpPr>
          <p:nvPr/>
        </p:nvCxnSpPr>
        <p:spPr bwMode="auto">
          <a:xfrm flipH="1">
            <a:off x="5224463" y="4205288"/>
            <a:ext cx="398462" cy="508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19" name="Rectangle 23">
            <a:extLst>
              <a:ext uri="{FF2B5EF4-FFF2-40B4-BE49-F238E27FC236}">
                <a16:creationId xmlns:a16="http://schemas.microsoft.com/office/drawing/2014/main" id="{FC65AECD-5DDC-40CA-BB77-DE6AE9AA1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44799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3720" name="Oval 24">
            <a:extLst>
              <a:ext uri="{FF2B5EF4-FFF2-40B4-BE49-F238E27FC236}">
                <a16:creationId xmlns:a16="http://schemas.microsoft.com/office/drawing/2014/main" id="{38F8212A-4DB6-4EA0-B2A4-F51DB8F645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00763" y="47339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3721" name="Oval 25">
            <a:extLst>
              <a:ext uri="{FF2B5EF4-FFF2-40B4-BE49-F238E27FC236}">
                <a16:creationId xmlns:a16="http://schemas.microsoft.com/office/drawing/2014/main" id="{BD80B949-94DA-4EE7-9CA1-BA1BC095C2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9163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413722" name="AutoShape 26">
            <a:extLst>
              <a:ext uri="{FF2B5EF4-FFF2-40B4-BE49-F238E27FC236}">
                <a16:creationId xmlns:a16="http://schemas.microsoft.com/office/drawing/2014/main" id="{A22087CE-CA5D-401B-A820-81E215C839AF}"/>
              </a:ext>
            </a:extLst>
          </p:cNvPr>
          <p:cNvCxnSpPr>
            <a:cxnSpLocks noChangeShapeType="1"/>
            <a:stCxn id="413717" idx="3"/>
            <a:endCxn id="413721" idx="0"/>
          </p:cNvCxnSpPr>
          <p:nvPr/>
        </p:nvCxnSpPr>
        <p:spPr bwMode="auto">
          <a:xfrm flipH="1">
            <a:off x="4919663" y="5076825"/>
            <a:ext cx="1698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23" name="Rectangle 27">
            <a:extLst>
              <a:ext uri="{FF2B5EF4-FFF2-40B4-BE49-F238E27FC236}">
                <a16:creationId xmlns:a16="http://schemas.microsoft.com/office/drawing/2014/main" id="{18EE9A0F-8239-41CA-B525-69817AF8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24" name="Rectangle 28">
            <a:extLst>
              <a:ext uri="{FF2B5EF4-FFF2-40B4-BE49-F238E27FC236}">
                <a16:creationId xmlns:a16="http://schemas.microsoft.com/office/drawing/2014/main" id="{00A56C01-D31E-49DB-8CFE-400E7AF64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25" name="Rectangle 29">
            <a:extLst>
              <a:ext uri="{FF2B5EF4-FFF2-40B4-BE49-F238E27FC236}">
                <a16:creationId xmlns:a16="http://schemas.microsoft.com/office/drawing/2014/main" id="{726929EB-C82C-4604-BC28-2B490D721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3726" name="Rectangle 30">
            <a:extLst>
              <a:ext uri="{FF2B5EF4-FFF2-40B4-BE49-F238E27FC236}">
                <a16:creationId xmlns:a16="http://schemas.microsoft.com/office/drawing/2014/main" id="{B8F611B1-1367-4DC8-87AD-3A3CFA40E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13727" name="Rectangle 31">
            <a:extLst>
              <a:ext uri="{FF2B5EF4-FFF2-40B4-BE49-F238E27FC236}">
                <a16:creationId xmlns:a16="http://schemas.microsoft.com/office/drawing/2014/main" id="{11C83283-BF00-4E86-B5C1-20DA6FCD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13728" name="Rectangle 32">
            <a:extLst>
              <a:ext uri="{FF2B5EF4-FFF2-40B4-BE49-F238E27FC236}">
                <a16:creationId xmlns:a16="http://schemas.microsoft.com/office/drawing/2014/main" id="{16915E6C-9F32-45F5-9DFE-12F76ABBE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13729" name="Rectangle 33">
            <a:extLst>
              <a:ext uri="{FF2B5EF4-FFF2-40B4-BE49-F238E27FC236}">
                <a16:creationId xmlns:a16="http://schemas.microsoft.com/office/drawing/2014/main" id="{2F2B2347-3818-48A2-B6D2-7F7213E08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3730" name="Rectangle 34">
            <a:extLst>
              <a:ext uri="{FF2B5EF4-FFF2-40B4-BE49-F238E27FC236}">
                <a16:creationId xmlns:a16="http://schemas.microsoft.com/office/drawing/2014/main" id="{1E2DC8F6-2D3A-46CD-867B-FA0801A9C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3731" name="Rectangle 35">
            <a:extLst>
              <a:ext uri="{FF2B5EF4-FFF2-40B4-BE49-F238E27FC236}">
                <a16:creationId xmlns:a16="http://schemas.microsoft.com/office/drawing/2014/main" id="{5A8C2372-CCEF-4139-B2D7-337871A41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3732" name="Rectangle 36">
            <a:extLst>
              <a:ext uri="{FF2B5EF4-FFF2-40B4-BE49-F238E27FC236}">
                <a16:creationId xmlns:a16="http://schemas.microsoft.com/office/drawing/2014/main" id="{F792400A-EFE5-408B-BC1D-6C4F64A7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33" name="Rectangle 37">
            <a:extLst>
              <a:ext uri="{FF2B5EF4-FFF2-40B4-BE49-F238E27FC236}">
                <a16:creationId xmlns:a16="http://schemas.microsoft.com/office/drawing/2014/main" id="{63632B40-4336-476C-AC5C-471F40E14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13734" name="Rectangle 38">
            <a:extLst>
              <a:ext uri="{FF2B5EF4-FFF2-40B4-BE49-F238E27FC236}">
                <a16:creationId xmlns:a16="http://schemas.microsoft.com/office/drawing/2014/main" id="{0D39A109-7884-4E66-9321-90C1F7470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3735" name="Rectangle 39">
            <a:extLst>
              <a:ext uri="{FF2B5EF4-FFF2-40B4-BE49-F238E27FC236}">
                <a16:creationId xmlns:a16="http://schemas.microsoft.com/office/drawing/2014/main" id="{E826FF44-49FA-410D-8BA3-EF8B0C590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13736" name="Rectangle 40">
            <a:extLst>
              <a:ext uri="{FF2B5EF4-FFF2-40B4-BE49-F238E27FC236}">
                <a16:creationId xmlns:a16="http://schemas.microsoft.com/office/drawing/2014/main" id="{64419A2A-8D9C-4E3E-A751-82738FC2D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13737" name="Rectangle 41">
            <a:extLst>
              <a:ext uri="{FF2B5EF4-FFF2-40B4-BE49-F238E27FC236}">
                <a16:creationId xmlns:a16="http://schemas.microsoft.com/office/drawing/2014/main" id="{BB1732D2-DFDC-4D37-9F38-A3E65E95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38" name="Rectangle 42">
            <a:extLst>
              <a:ext uri="{FF2B5EF4-FFF2-40B4-BE49-F238E27FC236}">
                <a16:creationId xmlns:a16="http://schemas.microsoft.com/office/drawing/2014/main" id="{2B88D40D-796B-4D66-A780-A1B443A0D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4196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3739" name="Rectangle 43">
            <a:extLst>
              <a:ext uri="{FF2B5EF4-FFF2-40B4-BE49-F238E27FC236}">
                <a16:creationId xmlns:a16="http://schemas.microsoft.com/office/drawing/2014/main" id="{50237005-E33D-486D-8FB6-D8B53982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4196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40" name="Rectangle 44">
            <a:extLst>
              <a:ext uri="{FF2B5EF4-FFF2-40B4-BE49-F238E27FC236}">
                <a16:creationId xmlns:a16="http://schemas.microsoft.com/office/drawing/2014/main" id="{1DF72F2B-E0F7-4290-84C8-D8FD132A5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3741" name="Rectangle 45">
            <a:extLst>
              <a:ext uri="{FF2B5EF4-FFF2-40B4-BE49-F238E27FC236}">
                <a16:creationId xmlns:a16="http://schemas.microsoft.com/office/drawing/2014/main" id="{A51B5081-25E9-41A5-AF9A-12DC4CEF1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3742" name="Rectangle 46">
            <a:extLst>
              <a:ext uri="{FF2B5EF4-FFF2-40B4-BE49-F238E27FC236}">
                <a16:creationId xmlns:a16="http://schemas.microsoft.com/office/drawing/2014/main" id="{4B7939A1-EEA0-4A50-A7C0-3FE4FE8ED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3743" name="Rectangle 47">
            <a:extLst>
              <a:ext uri="{FF2B5EF4-FFF2-40B4-BE49-F238E27FC236}">
                <a16:creationId xmlns:a16="http://schemas.microsoft.com/office/drawing/2014/main" id="{CE13D92D-438E-40B9-B131-101644D55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13744" name="Rectangle 48">
            <a:extLst>
              <a:ext uri="{FF2B5EF4-FFF2-40B4-BE49-F238E27FC236}">
                <a16:creationId xmlns:a16="http://schemas.microsoft.com/office/drawing/2014/main" id="{BFD78FC5-A696-4F0A-960F-B6282DF0C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3745" name="Rectangle 49">
            <a:extLst>
              <a:ext uri="{FF2B5EF4-FFF2-40B4-BE49-F238E27FC236}">
                <a16:creationId xmlns:a16="http://schemas.microsoft.com/office/drawing/2014/main" id="{2B6D2EBB-1A3F-4808-9A3F-D778CC56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3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3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3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3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3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137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13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3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137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3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3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3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13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13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137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13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137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13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13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13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13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13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13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13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13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13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137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13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137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137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13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13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137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13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13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13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13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13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137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1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1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413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13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13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413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137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1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1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413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13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13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4137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413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413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137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1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41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/>
      <p:bldP spid="413699" grpId="0" animBg="1"/>
      <p:bldP spid="413700" grpId="0" animBg="1"/>
      <p:bldP spid="413704" grpId="0" animBg="1"/>
      <p:bldP spid="413706" grpId="0" animBg="1"/>
      <p:bldP spid="413707" grpId="0" animBg="1"/>
      <p:bldP spid="413709" grpId="0" animBg="1"/>
      <p:bldP spid="413711" grpId="0"/>
      <p:bldP spid="413712" grpId="0"/>
      <p:bldP spid="413713" grpId="0"/>
      <p:bldP spid="413714" grpId="0"/>
      <p:bldP spid="413715" grpId="0"/>
      <p:bldP spid="413716" grpId="0"/>
      <p:bldP spid="413717" grpId="0" animBg="1"/>
      <p:bldP spid="413719" grpId="0"/>
      <p:bldP spid="413720" grpId="0" animBg="1"/>
      <p:bldP spid="413721" grpId="0" animBg="1"/>
      <p:bldP spid="413723" grpId="0"/>
      <p:bldP spid="413724" grpId="0"/>
      <p:bldP spid="413725" grpId="0" animBg="1"/>
      <p:bldP spid="413726" grpId="0" animBg="1"/>
      <p:bldP spid="413727" grpId="0" animBg="1"/>
      <p:bldP spid="413728" grpId="0" animBg="1"/>
      <p:bldP spid="413729" grpId="0" animBg="1"/>
      <p:bldP spid="413730" grpId="0" animBg="1"/>
      <p:bldP spid="413731" grpId="0" animBg="1"/>
      <p:bldP spid="413732" grpId="0" animBg="1"/>
      <p:bldP spid="413733" grpId="0" animBg="1"/>
      <p:bldP spid="413734" grpId="0" animBg="1"/>
      <p:bldP spid="413735" grpId="0" animBg="1"/>
      <p:bldP spid="413736" grpId="0" animBg="1"/>
      <p:bldP spid="413737" grpId="0" animBg="1"/>
      <p:bldP spid="413738" grpId="0" animBg="1"/>
      <p:bldP spid="413739" grpId="0" animBg="1"/>
      <p:bldP spid="413740" grpId="0" animBg="1"/>
      <p:bldP spid="413741" grpId="0" animBg="1"/>
      <p:bldP spid="413742" grpId="0" animBg="1"/>
      <p:bldP spid="413743" grpId="0" animBg="1"/>
      <p:bldP spid="413744" grpId="0" animBg="1"/>
      <p:bldP spid="41374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EF78FC5C-49E7-4519-AEB9-BF9281561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BuildTree</a:t>
            </a:r>
            <a:r>
              <a:rPr lang="en-US" altLang="en-US" dirty="0"/>
              <a:t> Analysis</a:t>
            </a:r>
            <a:br>
              <a:rPr lang="en-US" altLang="en-US" dirty="0"/>
            </a:br>
            <a:r>
              <a:rPr lang="en-US" altLang="en-US" dirty="0"/>
              <a:t>(Approximate)</a:t>
            </a:r>
          </a:p>
        </p:txBody>
      </p:sp>
      <p:sp>
        <p:nvSpPr>
          <p:cNvPr id="41574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6657AF1-8095-4C79-BC3C-6BA579AF2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T(1) =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2T(n/2)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2(2T(n/4)+1)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4T(n/4) + 2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4(2T(n/8)+1) + 2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8T(n/8) + 4 + 2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2</a:t>
            </a:r>
            <a:r>
              <a:rPr lang="en-US" altLang="en-US" sz="2400" b="1" baseline="30000" dirty="0">
                <a:latin typeface="Courier New" panose="02070309020205020404" pitchFamily="49" charset="0"/>
              </a:rPr>
              <a:t>k</a:t>
            </a:r>
            <a:r>
              <a:rPr lang="en-US" altLang="en-US" sz="2400" b="1" dirty="0">
                <a:latin typeface="Courier New" panose="02070309020205020404" pitchFamily="49" charset="0"/>
              </a:rPr>
              <a:t>T(n/2</a:t>
            </a:r>
            <a:r>
              <a:rPr lang="en-US" altLang="en-US" sz="2400" b="1" baseline="30000" dirty="0">
                <a:latin typeface="Courier New" panose="02070309020205020404" pitchFamily="49" charset="0"/>
              </a:rPr>
              <a:t>k</a:t>
            </a:r>
            <a:r>
              <a:rPr lang="en-US" altLang="en-US" sz="2400" b="1" dirty="0">
                <a:latin typeface="Courier New" panose="02070309020205020404" pitchFamily="49" charset="0"/>
              </a:rPr>
              <a:t>) +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let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2</a:t>
            </a:r>
            <a:r>
              <a:rPr lang="en-US" altLang="en-US" sz="2400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k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= n</a:t>
            </a:r>
            <a:r>
              <a:rPr lang="en-US" altLang="en-US" sz="2400" dirty="0">
                <a:solidFill>
                  <a:srgbClr val="FF0000"/>
                </a:solidFill>
              </a:rPr>
              <a:t>,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log n = k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nT</a:t>
            </a:r>
            <a:r>
              <a:rPr lang="en-US" altLang="en-US" sz="2400" b="1" dirty="0">
                <a:latin typeface="Courier New" panose="02070309020205020404" pitchFamily="49" charset="0"/>
              </a:rPr>
              <a:t>(1) +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(n)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</a:p>
        </p:txBody>
      </p:sp>
      <p:graphicFrame>
        <p:nvGraphicFramePr>
          <p:cNvPr id="415748" name="Object 4">
            <a:extLst>
              <a:ext uri="{FF2B5EF4-FFF2-40B4-BE49-F238E27FC236}">
                <a16:creationId xmlns:a16="http://schemas.microsoft.com/office/drawing/2014/main" id="{AC798F8D-C17E-4F00-BB1F-6EF7508C79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3886200"/>
          <a:ext cx="6858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431640" progId="Equation.3">
                  <p:embed/>
                </p:oleObj>
              </mc:Choice>
              <mc:Fallback>
                <p:oleObj name="Equation" r:id="rId3" imgW="4698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886200"/>
                        <a:ext cx="6858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9" name="Object 5">
            <a:extLst>
              <a:ext uri="{FF2B5EF4-FFF2-40B4-BE49-F238E27FC236}">
                <a16:creationId xmlns:a16="http://schemas.microsoft.com/office/drawing/2014/main" id="{4BF3747B-3988-4263-ABAB-F5F044CFC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724400"/>
          <a:ext cx="6858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431640" progId="Equation.3">
                  <p:embed/>
                </p:oleObj>
              </mc:Choice>
              <mc:Fallback>
                <p:oleObj name="Equation" r:id="rId5" imgW="4698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24400"/>
                        <a:ext cx="6858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/>
      <p:bldP spid="41574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9" name="Rectangle 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43DD654-C90E-4611-85BB-D631148DA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Precise Analysis: T(0)  =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 = T(   ) + T(   ) + c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By induction on </a:t>
            </a:r>
            <a:r>
              <a:rPr lang="en-US" altLang="en-US" sz="2400" b="1" dirty="0">
                <a:latin typeface="Courier New" panose="02070309020205020404" pitchFamily="49" charset="0"/>
              </a:rPr>
              <a:t>n: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)n +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Base case</a:t>
            </a:r>
            <a:r>
              <a:rPr lang="en-US" altLang="en-US" sz="2400" b="1" dirty="0">
                <a:latin typeface="Courier New" panose="02070309020205020404" pitchFamily="49" charset="0"/>
              </a:rPr>
              <a:t>: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T(0)  = b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)0 +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Induction step</a:t>
            </a:r>
            <a:r>
              <a:rPr lang="en-US" altLang="en-US" sz="2400" b="1" dirty="0"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    + b +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      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    + b + c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   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)n +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QED</a:t>
            </a:r>
            <a:r>
              <a:rPr lang="en-US" altLang="en-US" sz="2400" b="1" dirty="0">
                <a:latin typeface="Courier New" panose="02070309020205020404" pitchFamily="49" charset="0"/>
              </a:rPr>
              <a:t>: T(n)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)n + b = 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</a:t>
            </a:r>
            <a:r>
              <a:rPr lang="en-US" altLang="en-US" sz="2400" b="1" dirty="0">
                <a:latin typeface="Courier New" panose="02070309020205020404" pitchFamily="49" charset="0"/>
              </a:rPr>
              <a:t>(n)</a:t>
            </a:r>
            <a:endParaRPr lang="en-US" altLang="en-US" dirty="0"/>
          </a:p>
        </p:txBody>
      </p:sp>
      <p:graphicFrame>
        <p:nvGraphicFramePr>
          <p:cNvPr id="417794" name="Object 2">
            <a:extLst>
              <a:ext uri="{FF2B5EF4-FFF2-40B4-BE49-F238E27FC236}">
                <a16:creationId xmlns:a16="http://schemas.microsoft.com/office/drawing/2014/main" id="{AD638874-4279-4878-9405-A696228A3A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0574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431640" progId="Equation.3">
                  <p:embed/>
                </p:oleObj>
              </mc:Choice>
              <mc:Fallback>
                <p:oleObj name="Equation" r:id="rId3" imgW="46980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0574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5" name="Object 3">
            <a:extLst>
              <a:ext uri="{FF2B5EF4-FFF2-40B4-BE49-F238E27FC236}">
                <a16:creationId xmlns:a16="http://schemas.microsoft.com/office/drawing/2014/main" id="{82C74F31-EE15-410B-8F05-0F05A397B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20574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431640" progId="Equation.3">
                  <p:embed/>
                </p:oleObj>
              </mc:Choice>
              <mc:Fallback>
                <p:oleObj name="Equation" r:id="rId5" imgW="46980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0574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6" name="Object 4">
            <a:extLst>
              <a:ext uri="{FF2B5EF4-FFF2-40B4-BE49-F238E27FC236}">
                <a16:creationId xmlns:a16="http://schemas.microsoft.com/office/drawing/2014/main" id="{23216305-F23F-40B1-9105-DCFB42621C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4196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800" imgH="431640" progId="Equation.3">
                  <p:embed/>
                </p:oleObj>
              </mc:Choice>
              <mc:Fallback>
                <p:oleObj name="Equation" r:id="rId7" imgW="4698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196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7" name="Object 5">
            <a:extLst>
              <a:ext uri="{FF2B5EF4-FFF2-40B4-BE49-F238E27FC236}">
                <a16:creationId xmlns:a16="http://schemas.microsoft.com/office/drawing/2014/main" id="{FAEA83E4-B8B4-42C1-9D69-51838CF56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8768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431640" progId="Equation.3">
                  <p:embed/>
                </p:oleObj>
              </mc:Choice>
              <mc:Fallback>
                <p:oleObj name="Equation" r:id="rId8" imgW="4698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8768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798" name="Rectangle 6">
            <a:extLst>
              <a:ext uri="{FF2B5EF4-FFF2-40B4-BE49-F238E27FC236}">
                <a16:creationId xmlns:a16="http://schemas.microsoft.com/office/drawing/2014/main" id="{7D180BAA-B46D-462D-B1D4-005EE8E9A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altLang="en-US" dirty="0" err="1"/>
              <a:t>BuildTree</a:t>
            </a:r>
            <a:r>
              <a:rPr lang="en-US" altLang="en-US" dirty="0"/>
              <a:t> Analysis </a:t>
            </a:r>
            <a:br>
              <a:rPr lang="en-US" altLang="en-US" dirty="0"/>
            </a:br>
            <a:r>
              <a:rPr lang="en-US" altLang="en-US" dirty="0"/>
              <a:t>(Exact)</a:t>
            </a:r>
          </a:p>
        </p:txBody>
      </p:sp>
      <p:graphicFrame>
        <p:nvGraphicFramePr>
          <p:cNvPr id="417800" name="Object 8">
            <a:extLst>
              <a:ext uri="{FF2B5EF4-FFF2-40B4-BE49-F238E27FC236}">
                <a16:creationId xmlns:a16="http://schemas.microsoft.com/office/drawing/2014/main" id="{0E4D9108-B4BD-46F3-9638-511B86B315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5105400"/>
          <a:ext cx="23622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60160" imgH="431640" progId="Equation.3">
                  <p:embed/>
                </p:oleObj>
              </mc:Choice>
              <mc:Fallback>
                <p:oleObj name="Equation" r:id="rId9" imgW="146016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105400"/>
                        <a:ext cx="23622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1" name="Rectangle 9">
            <a:extLst>
              <a:ext uri="{FF2B5EF4-FFF2-40B4-BE49-F238E27FC236}">
                <a16:creationId xmlns:a16="http://schemas.microsoft.com/office/drawing/2014/main" id="{B3290DBF-4868-4512-9F4C-193F8B253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067300"/>
            <a:ext cx="2514600" cy="838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02" name="Line 10">
            <a:extLst>
              <a:ext uri="{FF2B5EF4-FFF2-40B4-BE49-F238E27FC236}">
                <a16:creationId xmlns:a16="http://schemas.microsoft.com/office/drawing/2014/main" id="{3384F01E-B8AD-4D87-8321-C960F93855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5486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9" grpId="0" build="p"/>
      <p:bldP spid="417798" grpId="0"/>
      <p:bldP spid="417801" grpId="0" animBg="1"/>
      <p:bldP spid="41780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>
            <a:extLst>
              <a:ext uri="{FF2B5EF4-FFF2-40B4-BE49-F238E27FC236}">
                <a16:creationId xmlns:a16="http://schemas.microsoft.com/office/drawing/2014/main" id="{E549E7EB-6B2A-4EE6-9B77-8C2510D82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Thinking About AVL</a:t>
            </a:r>
          </a:p>
        </p:txBody>
      </p:sp>
      <p:sp>
        <p:nvSpPr>
          <p:cNvPr id="4208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C470B61-6E89-4803-B118-1FEBAEFA7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66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Observations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rgbClr val="006600"/>
                </a:solidFill>
              </a:rPr>
              <a:t>+ Worst case height of an AVL tree is about 1.44 log n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rgbClr val="006600"/>
                </a:solidFill>
              </a:rPr>
              <a:t>+ Insert, Find, Delete in worst case O(log n)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rgbClr val="006600"/>
                </a:solidFill>
              </a:rPr>
              <a:t>+ Only one (single or double) rotation needed on insertion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6600"/>
                </a:solidFill>
              </a:rPr>
              <a:t>+ Compatible with lazy deletion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FF0000"/>
                </a:solidFill>
              </a:rPr>
              <a:t>- O(log n) rotations needed on deletion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FF0000"/>
                </a:solidFill>
              </a:rPr>
              <a:t>- Height fields must be maintained (or 2-bit balance)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20868" name="Text Box 4">
            <a:extLst>
              <a:ext uri="{FF2B5EF4-FFF2-40B4-BE49-F238E27FC236}">
                <a16:creationId xmlns:a16="http://schemas.microsoft.com/office/drawing/2014/main" id="{F095CA99-8F08-41E3-9A34-31068F213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102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tx1"/>
                </a:solidFill>
              </a:rPr>
              <a:t>Coding complexity?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6" grpId="0"/>
      <p:bldP spid="420867" grpId="0" build="p"/>
      <p:bldP spid="42086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21EC482F-C4B6-4A5F-86C4-08B3AA999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Alternatives to AVL Trees</a:t>
            </a:r>
          </a:p>
        </p:txBody>
      </p:sp>
      <p:sp>
        <p:nvSpPr>
          <p:cNvPr id="42291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40C2AC2-678E-41D1-B0C6-8398B291A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en-US" altLang="en-US" sz="2400"/>
              <a:t>Weight balanced trees</a:t>
            </a:r>
          </a:p>
          <a:p>
            <a:pPr lvl="1"/>
            <a:r>
              <a:rPr lang="en-US" altLang="en-US" sz="2000"/>
              <a:t>keep about the same number of nodes in each subtree</a:t>
            </a:r>
          </a:p>
          <a:p>
            <a:pPr lvl="1"/>
            <a:r>
              <a:rPr lang="en-US" altLang="en-US" sz="2000"/>
              <a:t>not nearly as nice</a:t>
            </a:r>
          </a:p>
          <a:p>
            <a:r>
              <a:rPr lang="en-US" altLang="en-US" sz="2400"/>
              <a:t>Splay trees</a:t>
            </a:r>
          </a:p>
          <a:p>
            <a:pPr lvl="1"/>
            <a:r>
              <a:rPr lang="en-US" altLang="en-US" sz="2000"/>
              <a:t>“blind” adjusting version of AVL trees</a:t>
            </a:r>
          </a:p>
          <a:p>
            <a:pPr lvl="2"/>
            <a:r>
              <a:rPr lang="en-US" altLang="en-US" sz="2000"/>
              <a:t>no height information maintained! </a:t>
            </a:r>
          </a:p>
          <a:p>
            <a:pPr lvl="1"/>
            <a:r>
              <a:rPr lang="en-US" altLang="en-US" sz="2000"/>
              <a:t>insert/find always rotates node </a:t>
            </a:r>
            <a:r>
              <a:rPr lang="en-US" altLang="en-US" sz="2000" i="1"/>
              <a:t>to the root</a:t>
            </a:r>
            <a:r>
              <a:rPr lang="en-US" altLang="en-US" sz="2000"/>
              <a:t>!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</a:rPr>
              <a:t>worst case time is O(n)</a:t>
            </a:r>
          </a:p>
          <a:p>
            <a:pPr lvl="1"/>
            <a:r>
              <a:rPr lang="en-US" altLang="en-US" sz="2000">
                <a:solidFill>
                  <a:srgbClr val="006600"/>
                </a:solidFill>
              </a:rPr>
              <a:t>amortized time for all operations is O(log n)</a:t>
            </a:r>
          </a:p>
          <a:p>
            <a:pPr lvl="1"/>
            <a:r>
              <a:rPr lang="en-US" altLang="en-US" sz="2000">
                <a:solidFill>
                  <a:schemeClr val="accent2"/>
                </a:solidFill>
              </a:rPr>
              <a:t>mysterious</a:t>
            </a:r>
            <a:r>
              <a:rPr lang="en-US" altLang="en-US" sz="2000"/>
              <a:t>, but often faster than AVL trees in practice (better low-order terms)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29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4" grpId="0"/>
      <p:bldP spid="42291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9FF0-21F6-4349-8080-89A2BC10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algn="ctr"/>
            <a:r>
              <a:rPr lang="en-US" sz="44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CONCLUTION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6D503D2-E83C-4C66-94EC-815812167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944880"/>
            <a:ext cx="8458200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Self-Balancing: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AVL trees automatically adjust their structure using rotations to maintain a balanced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strict balance property ensures a time complexity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O(log n)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search, insertion, and deletion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Guaranteed Performance: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Unlike a regular binary search tree, which can degrade into a linked list in the worst case, an AVL tree provides consistent, optimal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Case: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Ideal for scenarios where frequent data manipulation and fast retrieval are critical, such as database indexing and file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74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45157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5446</TotalTime>
  <Words>3841</Words>
  <Application>Microsoft Office PowerPoint</Application>
  <PresentationFormat>On-screen Show (4:3)</PresentationFormat>
  <Paragraphs>1384</Paragraphs>
  <Slides>48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Courier New</vt:lpstr>
      <vt:lpstr>Symbol</vt:lpstr>
      <vt:lpstr>Tahoma</vt:lpstr>
      <vt:lpstr>Times New Roman</vt:lpstr>
      <vt:lpstr>Wingdings</vt:lpstr>
      <vt:lpstr>Blueprint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 AVL TREE</vt:lpstr>
      <vt:lpstr>GOOD INCERT CASE: BALANCED PRESERVED</vt:lpstr>
      <vt:lpstr>     BAD INSERT CASE#1: LEFT-LEFT or RIGHT-RIGHT IMBALANCE</vt:lpstr>
      <vt:lpstr>SINGLE ROTATION</vt:lpstr>
      <vt:lpstr>GENERAL BAD CASE#1:</vt:lpstr>
      <vt:lpstr>SINGLE ROTATION FIX CASE#1: IMBALANCE</vt:lpstr>
      <vt:lpstr>BAD INSERT CASE#2: LEFT-LEFT or RIGHT-RIGHT IMBALANCE</vt:lpstr>
      <vt:lpstr>DOUBLE ROTATION</vt:lpstr>
      <vt:lpstr>GENERAL BAD CASE#2:</vt:lpstr>
      <vt:lpstr>Double Rotation Fixes Case #2 Imbalance</vt:lpstr>
      <vt:lpstr>AVL Insert Algorithm</vt:lpstr>
      <vt:lpstr>Easy Insert</vt:lpstr>
      <vt:lpstr>Hard Insert (Bad Case #1)</vt:lpstr>
      <vt:lpstr>Single Rotation</vt:lpstr>
      <vt:lpstr>Hard Insert (Bad Case #2)</vt:lpstr>
      <vt:lpstr>Single Rotation (oops!)</vt:lpstr>
      <vt:lpstr>Double Rotation (Step #1)</vt:lpstr>
      <vt:lpstr>Double Rotation (Step #2)</vt:lpstr>
      <vt:lpstr>AVL Insert Algorithm Revisited</vt:lpstr>
      <vt:lpstr>Single Rotation Code</vt:lpstr>
      <vt:lpstr>Double Rotation Code</vt:lpstr>
      <vt:lpstr>Double Rotation Completed</vt:lpstr>
      <vt:lpstr>Deletion: Really Easy Case</vt:lpstr>
      <vt:lpstr>Deletion: Pretty Easy Case</vt:lpstr>
      <vt:lpstr>Deletion: Pretty Easy Case (cont.)</vt:lpstr>
      <vt:lpstr>Deletion (Hard Case #1)</vt:lpstr>
      <vt:lpstr>Single Rotation on Deletion</vt:lpstr>
      <vt:lpstr>Deletion (Hard Case)</vt:lpstr>
      <vt:lpstr>Double Rotation on Deletion</vt:lpstr>
      <vt:lpstr>Deletion with Propagation</vt:lpstr>
      <vt:lpstr>Propagated Single Rotation</vt:lpstr>
      <vt:lpstr>Propagated Double Rotation</vt:lpstr>
      <vt:lpstr>AVL Deletion Algorithm</vt:lpstr>
      <vt:lpstr>Building an AVL Tree</vt:lpstr>
      <vt:lpstr>AVL BuildTree</vt:lpstr>
      <vt:lpstr>BuildTree Example</vt:lpstr>
      <vt:lpstr>BuildTree Analysis (Approximate)</vt:lpstr>
      <vt:lpstr>BuildTree Analysis  (Exact)</vt:lpstr>
      <vt:lpstr>Thinking About AVL</vt:lpstr>
      <vt:lpstr>Alternatives to AVL Trees</vt:lpstr>
      <vt:lpstr>CONCLUTION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326 AVL Trees</dc:title>
  <dc:creator>Rakib Al Hasan</dc:creator>
  <cp:lastModifiedBy>rakibhsnal@gmail.com</cp:lastModifiedBy>
  <cp:revision>2179</cp:revision>
  <dcterms:created xsi:type="dcterms:W3CDTF">2001-09-23T21:57:18Z</dcterms:created>
  <dcterms:modified xsi:type="dcterms:W3CDTF">2025-08-27T19:07:10Z</dcterms:modified>
</cp:coreProperties>
</file>