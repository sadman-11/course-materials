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Bebas Neue" charset="0"/>
      <p:regular r:id="rId20"/>
    </p:embeddedFont>
    <p:embeddedFont>
      <p:font typeface="Arimo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Nox/qWPU+mxTr1SsLdcwRqwkK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531786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5"/>
          <p:cNvSpPr txBox="1">
            <a:spLocks noGrp="1"/>
          </p:cNvSpPr>
          <p:nvPr>
            <p:ph type="ctrTitle"/>
          </p:nvPr>
        </p:nvSpPr>
        <p:spPr>
          <a:xfrm>
            <a:off x="714300" y="1079004"/>
            <a:ext cx="5007300" cy="2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8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ubTitle" idx="1"/>
          </p:nvPr>
        </p:nvSpPr>
        <p:spPr>
          <a:xfrm>
            <a:off x="852563" y="3464767"/>
            <a:ext cx="381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15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15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title" idx="2"/>
          </p:nvPr>
        </p:nvSpPr>
        <p:spPr>
          <a:xfrm>
            <a:off x="1804169" y="2941888"/>
            <a:ext cx="22305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ubTitle" idx="1"/>
          </p:nvPr>
        </p:nvSpPr>
        <p:spPr>
          <a:xfrm>
            <a:off x="1804169" y="3588701"/>
            <a:ext cx="22305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title" idx="3"/>
          </p:nvPr>
        </p:nvSpPr>
        <p:spPr>
          <a:xfrm>
            <a:off x="5109344" y="2941888"/>
            <a:ext cx="22305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ubTitle" idx="4"/>
          </p:nvPr>
        </p:nvSpPr>
        <p:spPr>
          <a:xfrm>
            <a:off x="5109344" y="3588701"/>
            <a:ext cx="22305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16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16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subTitle" idx="1"/>
          </p:nvPr>
        </p:nvSpPr>
        <p:spPr>
          <a:xfrm>
            <a:off x="714300" y="1259225"/>
            <a:ext cx="7715400" cy="3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AutoNum type="arabicPeriod"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lphaLcPeriod"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romanLcPeriod"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rabicPeriod"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lphaLcPeriod"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romanLcPeriod"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rabicPeriod"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alphaLcPeriod"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9pPr>
          </a:lstStyle>
          <a:p>
            <a:endParaRPr/>
          </a:p>
        </p:txBody>
      </p:sp>
      <p:cxnSp>
        <p:nvCxnSpPr>
          <p:cNvPr id="24" name="Google Shape;24;p17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17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>
            <a:spLocks noGrp="1"/>
          </p:cNvSpPr>
          <p:nvPr>
            <p:ph type="subTitle" idx="1"/>
          </p:nvPr>
        </p:nvSpPr>
        <p:spPr>
          <a:xfrm>
            <a:off x="1011250" y="2703350"/>
            <a:ext cx="24291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1011250" y="1304150"/>
            <a:ext cx="19320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9pPr>
          </a:lstStyle>
          <a:p>
            <a:endParaRPr/>
          </a:p>
        </p:txBody>
      </p:sp>
      <p:cxnSp>
        <p:nvCxnSpPr>
          <p:cNvPr id="29" name="Google Shape;29;p18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18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6_1_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subTitle" idx="1"/>
          </p:nvPr>
        </p:nvSpPr>
        <p:spPr>
          <a:xfrm>
            <a:off x="714300" y="1259225"/>
            <a:ext cx="5386200" cy="24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9pPr>
          </a:lstStyle>
          <a:p>
            <a:endParaRPr/>
          </a:p>
        </p:txBody>
      </p:sp>
      <p:cxnSp>
        <p:nvCxnSpPr>
          <p:cNvPr id="34" name="Google Shape;34;p19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19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4384500" y="1404538"/>
            <a:ext cx="40452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ubTitle" idx="1"/>
          </p:nvPr>
        </p:nvSpPr>
        <p:spPr>
          <a:xfrm>
            <a:off x="4384500" y="2314563"/>
            <a:ext cx="4045200" cy="14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" name="Google Shape;39;p20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20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subTitle" idx="1"/>
          </p:nvPr>
        </p:nvSpPr>
        <p:spPr>
          <a:xfrm>
            <a:off x="714300" y="1971675"/>
            <a:ext cx="38577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aheim"/>
              <a:buChar char="●"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38577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9pPr>
          </a:lstStyle>
          <a:p>
            <a:endParaRPr/>
          </a:p>
        </p:txBody>
      </p:sp>
      <p:cxnSp>
        <p:nvCxnSpPr>
          <p:cNvPr id="44" name="Google Shape;44;p21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21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5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subTitle" idx="1"/>
          </p:nvPr>
        </p:nvSpPr>
        <p:spPr>
          <a:xfrm>
            <a:off x="3024150" y="2831188"/>
            <a:ext cx="3095700" cy="8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3024150" y="1440213"/>
            <a:ext cx="3095700" cy="12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10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22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" name="Google Shape;50;p22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25"/>
          <p:cNvCxnSpPr/>
          <p:nvPr/>
        </p:nvCxnSpPr>
        <p:spPr>
          <a:xfrm>
            <a:off x="706050" y="539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" name="Google Shape;55;p25"/>
          <p:cNvCxnSpPr/>
          <p:nvPr/>
        </p:nvCxnSpPr>
        <p:spPr>
          <a:xfrm>
            <a:off x="706050" y="4604450"/>
            <a:ext cx="7731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6" name="Google Shape;56;p25"/>
          <p:cNvGrpSpPr/>
          <p:nvPr/>
        </p:nvGrpSpPr>
        <p:grpSpPr>
          <a:xfrm>
            <a:off x="706060" y="1236002"/>
            <a:ext cx="695830" cy="243805"/>
            <a:chOff x="2271950" y="2722775"/>
            <a:chExt cx="575875" cy="201775"/>
          </a:xfrm>
        </p:grpSpPr>
        <p:sp>
          <p:nvSpPr>
            <p:cNvPr id="57" name="Google Shape;57;p25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5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5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5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5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25"/>
          <p:cNvSpPr/>
          <p:nvPr/>
        </p:nvSpPr>
        <p:spPr>
          <a:xfrm>
            <a:off x="7786413" y="802050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5"/>
          <p:cNvSpPr/>
          <p:nvPr/>
        </p:nvSpPr>
        <p:spPr>
          <a:xfrm>
            <a:off x="1915951" y="3367793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25"/>
          <p:cNvGrpSpPr/>
          <p:nvPr/>
        </p:nvGrpSpPr>
        <p:grpSpPr>
          <a:xfrm>
            <a:off x="1401907" y="689254"/>
            <a:ext cx="953591" cy="334099"/>
            <a:chOff x="2271950" y="2722775"/>
            <a:chExt cx="575875" cy="201775"/>
          </a:xfrm>
        </p:grpSpPr>
        <p:sp>
          <p:nvSpPr>
            <p:cNvPr id="65" name="Google Shape;65;p25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5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5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5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5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25"/>
          <p:cNvSpPr/>
          <p:nvPr/>
        </p:nvSpPr>
        <p:spPr>
          <a:xfrm>
            <a:off x="6775477" y="3965413"/>
            <a:ext cx="335779" cy="396117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5"/>
          <p:cNvSpPr/>
          <p:nvPr/>
        </p:nvSpPr>
        <p:spPr>
          <a:xfrm>
            <a:off x="1654063" y="1173140"/>
            <a:ext cx="335779" cy="396134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5"/>
          <p:cNvSpPr/>
          <p:nvPr/>
        </p:nvSpPr>
        <p:spPr>
          <a:xfrm>
            <a:off x="8224526" y="2042072"/>
            <a:ext cx="213431" cy="213401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5"/>
          <p:cNvSpPr/>
          <p:nvPr/>
        </p:nvSpPr>
        <p:spPr>
          <a:xfrm rot="-1685758">
            <a:off x="7349828" y="1695209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5"/>
          <p:cNvSpPr/>
          <p:nvPr/>
        </p:nvSpPr>
        <p:spPr>
          <a:xfrm>
            <a:off x="8224513" y="3689463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5"/>
          <p:cNvSpPr/>
          <p:nvPr/>
        </p:nvSpPr>
        <p:spPr>
          <a:xfrm rot="-1685758">
            <a:off x="2517753" y="1449884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5"/>
          <p:cNvSpPr/>
          <p:nvPr/>
        </p:nvSpPr>
        <p:spPr>
          <a:xfrm>
            <a:off x="1494952" y="2445824"/>
            <a:ext cx="107827" cy="108460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5"/>
          <p:cNvSpPr/>
          <p:nvPr/>
        </p:nvSpPr>
        <p:spPr>
          <a:xfrm>
            <a:off x="7674437" y="2459628"/>
            <a:ext cx="80847" cy="80847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5"/>
          <p:cNvSpPr/>
          <p:nvPr/>
        </p:nvSpPr>
        <p:spPr>
          <a:xfrm rot="-4501656">
            <a:off x="7177993" y="3584747"/>
            <a:ext cx="700435" cy="696862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5"/>
          <p:cNvSpPr/>
          <p:nvPr/>
        </p:nvSpPr>
        <p:spPr>
          <a:xfrm rot="-4498560">
            <a:off x="7715362" y="3194685"/>
            <a:ext cx="372045" cy="370147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5"/>
          <p:cNvSpPr/>
          <p:nvPr/>
        </p:nvSpPr>
        <p:spPr>
          <a:xfrm rot="-4497731">
            <a:off x="7127795" y="2968777"/>
            <a:ext cx="503609" cy="501040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5"/>
          <p:cNvSpPr/>
          <p:nvPr/>
        </p:nvSpPr>
        <p:spPr>
          <a:xfrm>
            <a:off x="1126688" y="3418975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5"/>
          <p:cNvSpPr/>
          <p:nvPr/>
        </p:nvSpPr>
        <p:spPr>
          <a:xfrm>
            <a:off x="706038" y="1941063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5"/>
          <p:cNvSpPr/>
          <p:nvPr/>
        </p:nvSpPr>
        <p:spPr>
          <a:xfrm>
            <a:off x="8140863" y="1173143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5"/>
          <p:cNvSpPr/>
          <p:nvPr/>
        </p:nvSpPr>
        <p:spPr>
          <a:xfrm rot="-1685758">
            <a:off x="930128" y="4021634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5"/>
          <p:cNvSpPr/>
          <p:nvPr/>
        </p:nvSpPr>
        <p:spPr>
          <a:xfrm>
            <a:off x="1401912" y="4227153"/>
            <a:ext cx="80847" cy="80847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Bebas Neue"/>
              <a:buNone/>
              <a:defRPr sz="39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714300" y="1152475"/>
            <a:ext cx="7715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mo"/>
              <a:buChar char="●"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37815" y="3909599"/>
            <a:ext cx="3989400" cy="491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367827" y="1620805"/>
            <a:ext cx="5007300" cy="2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000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en-GB" sz="4000"/>
              <a:t> </a:t>
            </a:r>
            <a:r>
              <a:rPr lang="en-GB" sz="4000">
                <a:latin typeface="Times New Roman"/>
                <a:ea typeface="Times New Roman"/>
                <a:cs typeface="Times New Roman"/>
                <a:sym typeface="Times New Roman"/>
              </a:rPr>
              <a:t>Structre</a:t>
            </a:r>
            <a:r>
              <a:rPr lang="en-GB" sz="4000"/>
              <a:t> </a:t>
            </a:r>
            <a:br>
              <a:rPr lang="en-GB" sz="4000"/>
            </a:br>
            <a:r>
              <a:rPr lang="en-GB" sz="4000">
                <a:latin typeface="Times New Roman"/>
                <a:ea typeface="Times New Roman"/>
                <a:cs typeface="Times New Roman"/>
                <a:sym typeface="Times New Roman"/>
              </a:rPr>
              <a:t>CSe207</a:t>
            </a:r>
            <a:br>
              <a:rPr lang="en-GB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Instructor: Md Manowarul Islam</a:t>
            </a:r>
            <a:endParaRPr sz="40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subTitle" idx="1"/>
          </p:nvPr>
        </p:nvSpPr>
        <p:spPr>
          <a:xfrm>
            <a:off x="846260" y="4041992"/>
            <a:ext cx="381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Cafeteria Management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208022" y="3720859"/>
            <a:ext cx="80847" cy="80847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-1685758">
            <a:off x="4276753" y="4283822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870412" y="866903"/>
            <a:ext cx="80847" cy="80847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97" name="Google Shape;97;p1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5192743" y="757530"/>
            <a:ext cx="3701909" cy="3762679"/>
            <a:chOff x="5041963" y="757530"/>
            <a:chExt cx="3701909" cy="3762679"/>
          </a:xfrm>
        </p:grpSpPr>
        <p:sp>
          <p:nvSpPr>
            <p:cNvPr id="107" name="Google Shape;107;p1"/>
            <p:cNvSpPr/>
            <p:nvPr/>
          </p:nvSpPr>
          <p:spPr>
            <a:xfrm rot="7198710">
              <a:off x="6604948" y="1367176"/>
              <a:ext cx="630918" cy="627700"/>
            </a:xfrm>
            <a:custGeom>
              <a:avLst/>
              <a:gdLst/>
              <a:ahLst/>
              <a:cxnLst/>
              <a:rect l="l" t="t" r="r" b="b"/>
              <a:pathLst>
                <a:path w="207404" h="206346" extrusionOk="0">
                  <a:moveTo>
                    <a:pt x="103944" y="65896"/>
                  </a:moveTo>
                  <a:cubicBezTo>
                    <a:pt x="114099" y="65896"/>
                    <a:pt x="124406" y="70041"/>
                    <a:pt x="132114" y="79198"/>
                  </a:cubicBezTo>
                  <a:cubicBezTo>
                    <a:pt x="145426" y="94943"/>
                    <a:pt x="143422" y="118417"/>
                    <a:pt x="127677" y="131728"/>
                  </a:cubicBezTo>
                  <a:lnTo>
                    <a:pt x="127677" y="131585"/>
                  </a:lnTo>
                  <a:cubicBezTo>
                    <a:pt x="120415" y="137698"/>
                    <a:pt x="112071" y="140425"/>
                    <a:pt x="103930" y="140425"/>
                  </a:cubicBezTo>
                  <a:cubicBezTo>
                    <a:pt x="83668" y="140425"/>
                    <a:pt x="64659" y="123539"/>
                    <a:pt x="66701" y="99952"/>
                  </a:cubicBezTo>
                  <a:cubicBezTo>
                    <a:pt x="68530" y="78838"/>
                    <a:pt x="86000" y="65896"/>
                    <a:pt x="103944" y="65896"/>
                  </a:cubicBezTo>
                  <a:close/>
                  <a:moveTo>
                    <a:pt x="102774" y="1"/>
                  </a:moveTo>
                  <a:cubicBezTo>
                    <a:pt x="96620" y="1"/>
                    <a:pt x="91449" y="4960"/>
                    <a:pt x="91178" y="11209"/>
                  </a:cubicBezTo>
                  <a:lnTo>
                    <a:pt x="90891" y="17507"/>
                  </a:lnTo>
                  <a:cubicBezTo>
                    <a:pt x="90748" y="22516"/>
                    <a:pt x="87456" y="26810"/>
                    <a:pt x="82589" y="28242"/>
                  </a:cubicBezTo>
                  <a:cubicBezTo>
                    <a:pt x="81015" y="28671"/>
                    <a:pt x="79297" y="29244"/>
                    <a:pt x="77723" y="29816"/>
                  </a:cubicBezTo>
                  <a:cubicBezTo>
                    <a:pt x="76506" y="30222"/>
                    <a:pt x="75252" y="30418"/>
                    <a:pt x="74008" y="30418"/>
                  </a:cubicBezTo>
                  <a:cubicBezTo>
                    <a:pt x="70424" y="30418"/>
                    <a:pt x="66929" y="28784"/>
                    <a:pt x="64698" y="25808"/>
                  </a:cubicBezTo>
                  <a:lnTo>
                    <a:pt x="60976" y="20799"/>
                  </a:lnTo>
                  <a:cubicBezTo>
                    <a:pt x="58608" y="17777"/>
                    <a:pt x="55122" y="16200"/>
                    <a:pt x="51633" y="16200"/>
                  </a:cubicBezTo>
                  <a:cubicBezTo>
                    <a:pt x="49008" y="16200"/>
                    <a:pt x="46381" y="17094"/>
                    <a:pt x="44229" y="18938"/>
                  </a:cubicBezTo>
                  <a:lnTo>
                    <a:pt x="30918" y="30102"/>
                  </a:lnTo>
                  <a:cubicBezTo>
                    <a:pt x="25908" y="34396"/>
                    <a:pt x="25335" y="41983"/>
                    <a:pt x="29773" y="46849"/>
                  </a:cubicBezTo>
                  <a:lnTo>
                    <a:pt x="34067" y="51573"/>
                  </a:lnTo>
                  <a:cubicBezTo>
                    <a:pt x="37502" y="55151"/>
                    <a:pt x="38218" y="60590"/>
                    <a:pt x="35784" y="64884"/>
                  </a:cubicBezTo>
                  <a:cubicBezTo>
                    <a:pt x="34925" y="66459"/>
                    <a:pt x="34067" y="68033"/>
                    <a:pt x="33351" y="69465"/>
                  </a:cubicBezTo>
                  <a:cubicBezTo>
                    <a:pt x="31443" y="73536"/>
                    <a:pt x="27385" y="76024"/>
                    <a:pt x="23089" y="76024"/>
                  </a:cubicBezTo>
                  <a:cubicBezTo>
                    <a:pt x="22552" y="76024"/>
                    <a:pt x="22011" y="75985"/>
                    <a:pt x="21471" y="75906"/>
                  </a:cubicBezTo>
                  <a:lnTo>
                    <a:pt x="15173" y="75047"/>
                  </a:lnTo>
                  <a:cubicBezTo>
                    <a:pt x="14730" y="74999"/>
                    <a:pt x="14290" y="74975"/>
                    <a:pt x="13855" y="74975"/>
                  </a:cubicBezTo>
                  <a:cubicBezTo>
                    <a:pt x="7823" y="74975"/>
                    <a:pt x="2682" y="79498"/>
                    <a:pt x="2147" y="85639"/>
                  </a:cubicBezTo>
                  <a:lnTo>
                    <a:pt x="573" y="102958"/>
                  </a:lnTo>
                  <a:cubicBezTo>
                    <a:pt x="0" y="109542"/>
                    <a:pt x="5153" y="115268"/>
                    <a:pt x="11738" y="115554"/>
                  </a:cubicBezTo>
                  <a:lnTo>
                    <a:pt x="18036" y="115840"/>
                  </a:lnTo>
                  <a:cubicBezTo>
                    <a:pt x="23045" y="115984"/>
                    <a:pt x="27339" y="119419"/>
                    <a:pt x="28771" y="124142"/>
                  </a:cubicBezTo>
                  <a:cubicBezTo>
                    <a:pt x="29200" y="125860"/>
                    <a:pt x="29773" y="127434"/>
                    <a:pt x="30345" y="129152"/>
                  </a:cubicBezTo>
                  <a:cubicBezTo>
                    <a:pt x="31920" y="133875"/>
                    <a:pt x="30345" y="139028"/>
                    <a:pt x="26337" y="142034"/>
                  </a:cubicBezTo>
                  <a:lnTo>
                    <a:pt x="21328" y="146042"/>
                  </a:lnTo>
                  <a:cubicBezTo>
                    <a:pt x="16032" y="150050"/>
                    <a:pt x="15316" y="157636"/>
                    <a:pt x="19610" y="162789"/>
                  </a:cubicBezTo>
                  <a:lnTo>
                    <a:pt x="30775" y="175957"/>
                  </a:lnTo>
                  <a:cubicBezTo>
                    <a:pt x="33020" y="178745"/>
                    <a:pt x="36313" y="180150"/>
                    <a:pt x="39634" y="180150"/>
                  </a:cubicBezTo>
                  <a:cubicBezTo>
                    <a:pt x="42451" y="180150"/>
                    <a:pt x="45288" y="179139"/>
                    <a:pt x="47521" y="177102"/>
                  </a:cubicBezTo>
                  <a:lnTo>
                    <a:pt x="52102" y="172808"/>
                  </a:lnTo>
                  <a:cubicBezTo>
                    <a:pt x="54335" y="170747"/>
                    <a:pt x="57134" y="169717"/>
                    <a:pt x="59975" y="169717"/>
                  </a:cubicBezTo>
                  <a:cubicBezTo>
                    <a:pt x="61869" y="169717"/>
                    <a:pt x="63782" y="170175"/>
                    <a:pt x="65556" y="171091"/>
                  </a:cubicBezTo>
                  <a:cubicBezTo>
                    <a:pt x="66988" y="171949"/>
                    <a:pt x="68562" y="172808"/>
                    <a:pt x="70137" y="173524"/>
                  </a:cubicBezTo>
                  <a:cubicBezTo>
                    <a:pt x="74574" y="175671"/>
                    <a:pt x="77150" y="180538"/>
                    <a:pt x="76578" y="185404"/>
                  </a:cubicBezTo>
                  <a:lnTo>
                    <a:pt x="75719" y="191702"/>
                  </a:lnTo>
                  <a:cubicBezTo>
                    <a:pt x="74860" y="198286"/>
                    <a:pt x="79727" y="204155"/>
                    <a:pt x="86311" y="204727"/>
                  </a:cubicBezTo>
                  <a:lnTo>
                    <a:pt x="103487" y="206302"/>
                  </a:lnTo>
                  <a:cubicBezTo>
                    <a:pt x="103830" y="206331"/>
                    <a:pt x="104170" y="206345"/>
                    <a:pt x="104508" y="206345"/>
                  </a:cubicBezTo>
                  <a:cubicBezTo>
                    <a:pt x="110784" y="206345"/>
                    <a:pt x="115955" y="201386"/>
                    <a:pt x="116226" y="195137"/>
                  </a:cubicBezTo>
                  <a:lnTo>
                    <a:pt x="116513" y="188839"/>
                  </a:lnTo>
                  <a:cubicBezTo>
                    <a:pt x="116656" y="183830"/>
                    <a:pt x="119948" y="179536"/>
                    <a:pt x="124814" y="178104"/>
                  </a:cubicBezTo>
                  <a:cubicBezTo>
                    <a:pt x="126389" y="177675"/>
                    <a:pt x="128107" y="177102"/>
                    <a:pt x="129681" y="176530"/>
                  </a:cubicBezTo>
                  <a:cubicBezTo>
                    <a:pt x="130897" y="176124"/>
                    <a:pt x="132142" y="175928"/>
                    <a:pt x="133372" y="175928"/>
                  </a:cubicBezTo>
                  <a:cubicBezTo>
                    <a:pt x="136916" y="175928"/>
                    <a:pt x="140331" y="177562"/>
                    <a:pt x="142563" y="180538"/>
                  </a:cubicBezTo>
                  <a:lnTo>
                    <a:pt x="146428" y="185547"/>
                  </a:lnTo>
                  <a:cubicBezTo>
                    <a:pt x="148785" y="188473"/>
                    <a:pt x="152249" y="190014"/>
                    <a:pt x="155720" y="190014"/>
                  </a:cubicBezTo>
                  <a:cubicBezTo>
                    <a:pt x="158363" y="190014"/>
                    <a:pt x="161009" y="189121"/>
                    <a:pt x="163175" y="187265"/>
                  </a:cubicBezTo>
                  <a:lnTo>
                    <a:pt x="176486" y="176100"/>
                  </a:lnTo>
                  <a:cubicBezTo>
                    <a:pt x="181496" y="171806"/>
                    <a:pt x="182068" y="164220"/>
                    <a:pt x="177488" y="159354"/>
                  </a:cubicBezTo>
                  <a:lnTo>
                    <a:pt x="173337" y="154773"/>
                  </a:lnTo>
                  <a:cubicBezTo>
                    <a:pt x="169902" y="151052"/>
                    <a:pt x="169186" y="145613"/>
                    <a:pt x="171620" y="141318"/>
                  </a:cubicBezTo>
                  <a:cubicBezTo>
                    <a:pt x="172478" y="139744"/>
                    <a:pt x="173337" y="138313"/>
                    <a:pt x="174053" y="136738"/>
                  </a:cubicBezTo>
                  <a:cubicBezTo>
                    <a:pt x="175961" y="132667"/>
                    <a:pt x="180019" y="130179"/>
                    <a:pt x="184315" y="130179"/>
                  </a:cubicBezTo>
                  <a:cubicBezTo>
                    <a:pt x="184852" y="130179"/>
                    <a:pt x="185392" y="130218"/>
                    <a:pt x="185933" y="130297"/>
                  </a:cubicBezTo>
                  <a:lnTo>
                    <a:pt x="192231" y="131156"/>
                  </a:lnTo>
                  <a:cubicBezTo>
                    <a:pt x="192739" y="131222"/>
                    <a:pt x="193242" y="131254"/>
                    <a:pt x="193739" y="131254"/>
                  </a:cubicBezTo>
                  <a:cubicBezTo>
                    <a:pt x="199689" y="131254"/>
                    <a:pt x="204728" y="126641"/>
                    <a:pt x="205256" y="120564"/>
                  </a:cubicBezTo>
                  <a:lnTo>
                    <a:pt x="206831" y="103245"/>
                  </a:lnTo>
                  <a:cubicBezTo>
                    <a:pt x="207403" y="96660"/>
                    <a:pt x="202251" y="90935"/>
                    <a:pt x="195666" y="90649"/>
                  </a:cubicBezTo>
                  <a:lnTo>
                    <a:pt x="189368" y="90362"/>
                  </a:lnTo>
                  <a:cubicBezTo>
                    <a:pt x="184359" y="90219"/>
                    <a:pt x="180065" y="86927"/>
                    <a:pt x="178633" y="82060"/>
                  </a:cubicBezTo>
                  <a:cubicBezTo>
                    <a:pt x="178204" y="80343"/>
                    <a:pt x="177631" y="78768"/>
                    <a:pt x="177059" y="77194"/>
                  </a:cubicBezTo>
                  <a:cubicBezTo>
                    <a:pt x="175484" y="72470"/>
                    <a:pt x="177059" y="67174"/>
                    <a:pt x="181067" y="64169"/>
                  </a:cubicBezTo>
                  <a:lnTo>
                    <a:pt x="185933" y="60447"/>
                  </a:lnTo>
                  <a:cubicBezTo>
                    <a:pt x="191229" y="56296"/>
                    <a:pt x="192088" y="48710"/>
                    <a:pt x="187794" y="43700"/>
                  </a:cubicBezTo>
                  <a:lnTo>
                    <a:pt x="176629" y="30389"/>
                  </a:lnTo>
                  <a:cubicBezTo>
                    <a:pt x="174288" y="27657"/>
                    <a:pt x="170967" y="26244"/>
                    <a:pt x="167642" y="26244"/>
                  </a:cubicBezTo>
                  <a:cubicBezTo>
                    <a:pt x="164870" y="26244"/>
                    <a:pt x="162095" y="27226"/>
                    <a:pt x="159883" y="29244"/>
                  </a:cubicBezTo>
                  <a:lnTo>
                    <a:pt x="155302" y="33538"/>
                  </a:lnTo>
                  <a:cubicBezTo>
                    <a:pt x="153069" y="35599"/>
                    <a:pt x="150218" y="36629"/>
                    <a:pt x="147367" y="36629"/>
                  </a:cubicBezTo>
                  <a:cubicBezTo>
                    <a:pt x="145466" y="36629"/>
                    <a:pt x="143565" y="36171"/>
                    <a:pt x="141847" y="35255"/>
                  </a:cubicBezTo>
                  <a:cubicBezTo>
                    <a:pt x="140273" y="34396"/>
                    <a:pt x="138842" y="33538"/>
                    <a:pt x="137267" y="32822"/>
                  </a:cubicBezTo>
                  <a:cubicBezTo>
                    <a:pt x="132687" y="30675"/>
                    <a:pt x="130110" y="25808"/>
                    <a:pt x="130826" y="20942"/>
                  </a:cubicBezTo>
                  <a:lnTo>
                    <a:pt x="131685" y="14644"/>
                  </a:lnTo>
                  <a:cubicBezTo>
                    <a:pt x="132544" y="8060"/>
                    <a:pt x="127677" y="2191"/>
                    <a:pt x="121093" y="1618"/>
                  </a:cubicBezTo>
                  <a:lnTo>
                    <a:pt x="103774" y="44"/>
                  </a:lnTo>
                  <a:cubicBezTo>
                    <a:pt x="103438" y="15"/>
                    <a:pt x="103104" y="1"/>
                    <a:pt x="10277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" name="Google Shape;108;p1"/>
            <p:cNvGrpSpPr/>
            <p:nvPr/>
          </p:nvGrpSpPr>
          <p:grpSpPr>
            <a:xfrm>
              <a:off x="5536526" y="2174241"/>
              <a:ext cx="858975" cy="300968"/>
              <a:chOff x="2271950" y="2722775"/>
              <a:chExt cx="575875" cy="201775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2562325" y="2722775"/>
                <a:ext cx="285500" cy="201775"/>
              </a:xfrm>
              <a:custGeom>
                <a:avLst/>
                <a:gdLst/>
                <a:ahLst/>
                <a:cxnLst/>
                <a:rect l="l" t="t" r="r" b="b"/>
                <a:pathLst>
                  <a:path w="11420" h="8071" fill="none" extrusionOk="0">
                    <a:moveTo>
                      <a:pt x="0" y="0"/>
                    </a:moveTo>
                    <a:cubicBezTo>
                      <a:pt x="2280" y="0"/>
                      <a:pt x="4240" y="1639"/>
                      <a:pt x="4668" y="3884"/>
                    </a:cubicBezTo>
                    <a:cubicBezTo>
                      <a:pt x="6395" y="3403"/>
                      <a:pt x="8177" y="4418"/>
                      <a:pt x="8640" y="6164"/>
                    </a:cubicBezTo>
                    <a:cubicBezTo>
                      <a:pt x="9976" y="5594"/>
                      <a:pt x="11419" y="6645"/>
                      <a:pt x="11294" y="8070"/>
                    </a:cubicBezTo>
                    <a:lnTo>
                      <a:pt x="8444" y="807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2501750" y="2722775"/>
                <a:ext cx="36100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535" fill="none" extrusionOk="0">
                    <a:moveTo>
                      <a:pt x="1443" y="0"/>
                    </a:moveTo>
                    <a:cubicBezTo>
                      <a:pt x="1443" y="0"/>
                      <a:pt x="428" y="107"/>
                      <a:pt x="0" y="535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2271950" y="2870625"/>
                <a:ext cx="47745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19098" h="2139" fill="none" extrusionOk="0">
                    <a:moveTo>
                      <a:pt x="19097" y="2138"/>
                    </a:moveTo>
                    <a:lnTo>
                      <a:pt x="0" y="2138"/>
                    </a:lnTo>
                    <a:cubicBezTo>
                      <a:pt x="0" y="2138"/>
                      <a:pt x="374" y="1"/>
                      <a:pt x="2476" y="17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2709725" y="2836775"/>
                <a:ext cx="39675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838" fill="none" extrusionOk="0">
                    <a:moveTo>
                      <a:pt x="1" y="1"/>
                    </a:moveTo>
                    <a:cubicBezTo>
                      <a:pt x="1" y="1"/>
                      <a:pt x="1159" y="108"/>
                      <a:pt x="1586" y="83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2375275" y="2798475"/>
                <a:ext cx="8507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1088" fill="none" extrusionOk="0">
                    <a:moveTo>
                      <a:pt x="3403" y="357"/>
                    </a:moveTo>
                    <a:cubicBezTo>
                      <a:pt x="3403" y="357"/>
                      <a:pt x="1301" y="1"/>
                      <a:pt x="0" y="108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" name="Google Shape;114;p1"/>
            <p:cNvSpPr/>
            <p:nvPr/>
          </p:nvSpPr>
          <p:spPr>
            <a:xfrm rot="8100000">
              <a:off x="6648045" y="2782815"/>
              <a:ext cx="969401" cy="964456"/>
            </a:xfrm>
            <a:custGeom>
              <a:avLst/>
              <a:gdLst/>
              <a:ahLst/>
              <a:cxnLst/>
              <a:rect l="l" t="t" r="r" b="b"/>
              <a:pathLst>
                <a:path w="207404" h="206346" extrusionOk="0">
                  <a:moveTo>
                    <a:pt x="103944" y="65896"/>
                  </a:moveTo>
                  <a:cubicBezTo>
                    <a:pt x="114099" y="65896"/>
                    <a:pt x="124406" y="70041"/>
                    <a:pt x="132114" y="79198"/>
                  </a:cubicBezTo>
                  <a:cubicBezTo>
                    <a:pt x="145426" y="94943"/>
                    <a:pt x="143422" y="118417"/>
                    <a:pt x="127677" y="131728"/>
                  </a:cubicBezTo>
                  <a:lnTo>
                    <a:pt x="127677" y="131585"/>
                  </a:lnTo>
                  <a:cubicBezTo>
                    <a:pt x="120415" y="137698"/>
                    <a:pt x="112071" y="140425"/>
                    <a:pt x="103930" y="140425"/>
                  </a:cubicBezTo>
                  <a:cubicBezTo>
                    <a:pt x="83668" y="140425"/>
                    <a:pt x="64659" y="123539"/>
                    <a:pt x="66701" y="99952"/>
                  </a:cubicBezTo>
                  <a:cubicBezTo>
                    <a:pt x="68530" y="78838"/>
                    <a:pt x="86000" y="65896"/>
                    <a:pt x="103944" y="65896"/>
                  </a:cubicBezTo>
                  <a:close/>
                  <a:moveTo>
                    <a:pt x="102774" y="1"/>
                  </a:moveTo>
                  <a:cubicBezTo>
                    <a:pt x="96620" y="1"/>
                    <a:pt x="91449" y="4960"/>
                    <a:pt x="91178" y="11209"/>
                  </a:cubicBezTo>
                  <a:lnTo>
                    <a:pt x="90891" y="17507"/>
                  </a:lnTo>
                  <a:cubicBezTo>
                    <a:pt x="90748" y="22516"/>
                    <a:pt x="87456" y="26810"/>
                    <a:pt x="82589" y="28242"/>
                  </a:cubicBezTo>
                  <a:cubicBezTo>
                    <a:pt x="81015" y="28671"/>
                    <a:pt x="79297" y="29244"/>
                    <a:pt x="77723" y="29816"/>
                  </a:cubicBezTo>
                  <a:cubicBezTo>
                    <a:pt x="76506" y="30222"/>
                    <a:pt x="75252" y="30418"/>
                    <a:pt x="74008" y="30418"/>
                  </a:cubicBezTo>
                  <a:cubicBezTo>
                    <a:pt x="70424" y="30418"/>
                    <a:pt x="66929" y="28784"/>
                    <a:pt x="64698" y="25808"/>
                  </a:cubicBezTo>
                  <a:lnTo>
                    <a:pt x="60976" y="20799"/>
                  </a:lnTo>
                  <a:cubicBezTo>
                    <a:pt x="58608" y="17777"/>
                    <a:pt x="55122" y="16200"/>
                    <a:pt x="51633" y="16200"/>
                  </a:cubicBezTo>
                  <a:cubicBezTo>
                    <a:pt x="49008" y="16200"/>
                    <a:pt x="46381" y="17094"/>
                    <a:pt x="44229" y="18938"/>
                  </a:cubicBezTo>
                  <a:lnTo>
                    <a:pt x="30918" y="30102"/>
                  </a:lnTo>
                  <a:cubicBezTo>
                    <a:pt x="25908" y="34396"/>
                    <a:pt x="25335" y="41983"/>
                    <a:pt x="29773" y="46849"/>
                  </a:cubicBezTo>
                  <a:lnTo>
                    <a:pt x="34067" y="51573"/>
                  </a:lnTo>
                  <a:cubicBezTo>
                    <a:pt x="37502" y="55151"/>
                    <a:pt x="38218" y="60590"/>
                    <a:pt x="35784" y="64884"/>
                  </a:cubicBezTo>
                  <a:cubicBezTo>
                    <a:pt x="34925" y="66459"/>
                    <a:pt x="34067" y="68033"/>
                    <a:pt x="33351" y="69465"/>
                  </a:cubicBezTo>
                  <a:cubicBezTo>
                    <a:pt x="31443" y="73536"/>
                    <a:pt x="27385" y="76024"/>
                    <a:pt x="23089" y="76024"/>
                  </a:cubicBezTo>
                  <a:cubicBezTo>
                    <a:pt x="22552" y="76024"/>
                    <a:pt x="22011" y="75985"/>
                    <a:pt x="21471" y="75906"/>
                  </a:cubicBezTo>
                  <a:lnTo>
                    <a:pt x="15173" y="75047"/>
                  </a:lnTo>
                  <a:cubicBezTo>
                    <a:pt x="14730" y="74999"/>
                    <a:pt x="14290" y="74975"/>
                    <a:pt x="13855" y="74975"/>
                  </a:cubicBezTo>
                  <a:cubicBezTo>
                    <a:pt x="7823" y="74975"/>
                    <a:pt x="2682" y="79498"/>
                    <a:pt x="2147" y="85639"/>
                  </a:cubicBezTo>
                  <a:lnTo>
                    <a:pt x="573" y="102958"/>
                  </a:lnTo>
                  <a:cubicBezTo>
                    <a:pt x="0" y="109542"/>
                    <a:pt x="5153" y="115268"/>
                    <a:pt x="11738" y="115554"/>
                  </a:cubicBezTo>
                  <a:lnTo>
                    <a:pt x="18036" y="115840"/>
                  </a:lnTo>
                  <a:cubicBezTo>
                    <a:pt x="23045" y="115984"/>
                    <a:pt x="27339" y="119419"/>
                    <a:pt x="28771" y="124142"/>
                  </a:cubicBezTo>
                  <a:cubicBezTo>
                    <a:pt x="29200" y="125860"/>
                    <a:pt x="29773" y="127434"/>
                    <a:pt x="30345" y="129152"/>
                  </a:cubicBezTo>
                  <a:cubicBezTo>
                    <a:pt x="31920" y="133875"/>
                    <a:pt x="30345" y="139028"/>
                    <a:pt x="26337" y="142034"/>
                  </a:cubicBezTo>
                  <a:lnTo>
                    <a:pt x="21328" y="146042"/>
                  </a:lnTo>
                  <a:cubicBezTo>
                    <a:pt x="16032" y="150050"/>
                    <a:pt x="15316" y="157636"/>
                    <a:pt x="19610" y="162789"/>
                  </a:cubicBezTo>
                  <a:lnTo>
                    <a:pt x="30775" y="175957"/>
                  </a:lnTo>
                  <a:cubicBezTo>
                    <a:pt x="33020" y="178745"/>
                    <a:pt x="36313" y="180150"/>
                    <a:pt x="39634" y="180150"/>
                  </a:cubicBezTo>
                  <a:cubicBezTo>
                    <a:pt x="42451" y="180150"/>
                    <a:pt x="45288" y="179139"/>
                    <a:pt x="47521" y="177102"/>
                  </a:cubicBezTo>
                  <a:lnTo>
                    <a:pt x="52102" y="172808"/>
                  </a:lnTo>
                  <a:cubicBezTo>
                    <a:pt x="54335" y="170747"/>
                    <a:pt x="57134" y="169717"/>
                    <a:pt x="59975" y="169717"/>
                  </a:cubicBezTo>
                  <a:cubicBezTo>
                    <a:pt x="61869" y="169717"/>
                    <a:pt x="63782" y="170175"/>
                    <a:pt x="65556" y="171091"/>
                  </a:cubicBezTo>
                  <a:cubicBezTo>
                    <a:pt x="66988" y="171949"/>
                    <a:pt x="68562" y="172808"/>
                    <a:pt x="70137" y="173524"/>
                  </a:cubicBezTo>
                  <a:cubicBezTo>
                    <a:pt x="74574" y="175671"/>
                    <a:pt x="77150" y="180538"/>
                    <a:pt x="76578" y="185404"/>
                  </a:cubicBezTo>
                  <a:lnTo>
                    <a:pt x="75719" y="191702"/>
                  </a:lnTo>
                  <a:cubicBezTo>
                    <a:pt x="74860" y="198286"/>
                    <a:pt x="79727" y="204155"/>
                    <a:pt x="86311" y="204727"/>
                  </a:cubicBezTo>
                  <a:lnTo>
                    <a:pt x="103487" y="206302"/>
                  </a:lnTo>
                  <a:cubicBezTo>
                    <a:pt x="103830" y="206331"/>
                    <a:pt x="104170" y="206345"/>
                    <a:pt x="104508" y="206345"/>
                  </a:cubicBezTo>
                  <a:cubicBezTo>
                    <a:pt x="110784" y="206345"/>
                    <a:pt x="115955" y="201386"/>
                    <a:pt x="116226" y="195137"/>
                  </a:cubicBezTo>
                  <a:lnTo>
                    <a:pt x="116513" y="188839"/>
                  </a:lnTo>
                  <a:cubicBezTo>
                    <a:pt x="116656" y="183830"/>
                    <a:pt x="119948" y="179536"/>
                    <a:pt x="124814" y="178104"/>
                  </a:cubicBezTo>
                  <a:cubicBezTo>
                    <a:pt x="126389" y="177675"/>
                    <a:pt x="128107" y="177102"/>
                    <a:pt x="129681" y="176530"/>
                  </a:cubicBezTo>
                  <a:cubicBezTo>
                    <a:pt x="130897" y="176124"/>
                    <a:pt x="132142" y="175928"/>
                    <a:pt x="133372" y="175928"/>
                  </a:cubicBezTo>
                  <a:cubicBezTo>
                    <a:pt x="136916" y="175928"/>
                    <a:pt x="140331" y="177562"/>
                    <a:pt x="142563" y="180538"/>
                  </a:cubicBezTo>
                  <a:lnTo>
                    <a:pt x="146428" y="185547"/>
                  </a:lnTo>
                  <a:cubicBezTo>
                    <a:pt x="148785" y="188473"/>
                    <a:pt x="152249" y="190014"/>
                    <a:pt x="155720" y="190014"/>
                  </a:cubicBezTo>
                  <a:cubicBezTo>
                    <a:pt x="158363" y="190014"/>
                    <a:pt x="161009" y="189121"/>
                    <a:pt x="163175" y="187265"/>
                  </a:cubicBezTo>
                  <a:lnTo>
                    <a:pt x="176486" y="176100"/>
                  </a:lnTo>
                  <a:cubicBezTo>
                    <a:pt x="181496" y="171806"/>
                    <a:pt x="182068" y="164220"/>
                    <a:pt x="177488" y="159354"/>
                  </a:cubicBezTo>
                  <a:lnTo>
                    <a:pt x="173337" y="154773"/>
                  </a:lnTo>
                  <a:cubicBezTo>
                    <a:pt x="169902" y="151052"/>
                    <a:pt x="169186" y="145613"/>
                    <a:pt x="171620" y="141318"/>
                  </a:cubicBezTo>
                  <a:cubicBezTo>
                    <a:pt x="172478" y="139744"/>
                    <a:pt x="173337" y="138313"/>
                    <a:pt x="174053" y="136738"/>
                  </a:cubicBezTo>
                  <a:cubicBezTo>
                    <a:pt x="175961" y="132667"/>
                    <a:pt x="180019" y="130179"/>
                    <a:pt x="184315" y="130179"/>
                  </a:cubicBezTo>
                  <a:cubicBezTo>
                    <a:pt x="184852" y="130179"/>
                    <a:pt x="185392" y="130218"/>
                    <a:pt x="185933" y="130297"/>
                  </a:cubicBezTo>
                  <a:lnTo>
                    <a:pt x="192231" y="131156"/>
                  </a:lnTo>
                  <a:cubicBezTo>
                    <a:pt x="192739" y="131222"/>
                    <a:pt x="193242" y="131254"/>
                    <a:pt x="193739" y="131254"/>
                  </a:cubicBezTo>
                  <a:cubicBezTo>
                    <a:pt x="199689" y="131254"/>
                    <a:pt x="204728" y="126641"/>
                    <a:pt x="205256" y="120564"/>
                  </a:cubicBezTo>
                  <a:lnTo>
                    <a:pt x="206831" y="103245"/>
                  </a:lnTo>
                  <a:cubicBezTo>
                    <a:pt x="207403" y="96660"/>
                    <a:pt x="202251" y="90935"/>
                    <a:pt x="195666" y="90649"/>
                  </a:cubicBezTo>
                  <a:lnTo>
                    <a:pt x="189368" y="90362"/>
                  </a:lnTo>
                  <a:cubicBezTo>
                    <a:pt x="184359" y="90219"/>
                    <a:pt x="180065" y="86927"/>
                    <a:pt x="178633" y="82060"/>
                  </a:cubicBezTo>
                  <a:cubicBezTo>
                    <a:pt x="178204" y="80343"/>
                    <a:pt x="177631" y="78768"/>
                    <a:pt x="177059" y="77194"/>
                  </a:cubicBezTo>
                  <a:cubicBezTo>
                    <a:pt x="175484" y="72470"/>
                    <a:pt x="177059" y="67174"/>
                    <a:pt x="181067" y="64169"/>
                  </a:cubicBezTo>
                  <a:lnTo>
                    <a:pt x="185933" y="60447"/>
                  </a:lnTo>
                  <a:cubicBezTo>
                    <a:pt x="191229" y="56296"/>
                    <a:pt x="192088" y="48710"/>
                    <a:pt x="187794" y="43700"/>
                  </a:cubicBezTo>
                  <a:lnTo>
                    <a:pt x="176629" y="30389"/>
                  </a:lnTo>
                  <a:cubicBezTo>
                    <a:pt x="174288" y="27657"/>
                    <a:pt x="170967" y="26244"/>
                    <a:pt x="167642" y="26244"/>
                  </a:cubicBezTo>
                  <a:cubicBezTo>
                    <a:pt x="164870" y="26244"/>
                    <a:pt x="162095" y="27226"/>
                    <a:pt x="159883" y="29244"/>
                  </a:cubicBezTo>
                  <a:lnTo>
                    <a:pt x="155302" y="33538"/>
                  </a:lnTo>
                  <a:cubicBezTo>
                    <a:pt x="153069" y="35599"/>
                    <a:pt x="150218" y="36629"/>
                    <a:pt x="147367" y="36629"/>
                  </a:cubicBezTo>
                  <a:cubicBezTo>
                    <a:pt x="145466" y="36629"/>
                    <a:pt x="143565" y="36171"/>
                    <a:pt x="141847" y="35255"/>
                  </a:cubicBezTo>
                  <a:cubicBezTo>
                    <a:pt x="140273" y="34396"/>
                    <a:pt x="138842" y="33538"/>
                    <a:pt x="137267" y="32822"/>
                  </a:cubicBezTo>
                  <a:cubicBezTo>
                    <a:pt x="132687" y="30675"/>
                    <a:pt x="130110" y="25808"/>
                    <a:pt x="130826" y="20942"/>
                  </a:cubicBezTo>
                  <a:lnTo>
                    <a:pt x="131685" y="14644"/>
                  </a:lnTo>
                  <a:cubicBezTo>
                    <a:pt x="132544" y="8060"/>
                    <a:pt x="127677" y="2191"/>
                    <a:pt x="121093" y="1618"/>
                  </a:cubicBezTo>
                  <a:lnTo>
                    <a:pt x="103774" y="44"/>
                  </a:lnTo>
                  <a:cubicBezTo>
                    <a:pt x="103438" y="15"/>
                    <a:pt x="103104" y="1"/>
                    <a:pt x="10277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 rot="7198710">
              <a:off x="5934873" y="3298064"/>
              <a:ext cx="630918" cy="627700"/>
            </a:xfrm>
            <a:custGeom>
              <a:avLst/>
              <a:gdLst/>
              <a:ahLst/>
              <a:cxnLst/>
              <a:rect l="l" t="t" r="r" b="b"/>
              <a:pathLst>
                <a:path w="207404" h="206346" extrusionOk="0">
                  <a:moveTo>
                    <a:pt x="103944" y="65896"/>
                  </a:moveTo>
                  <a:cubicBezTo>
                    <a:pt x="114099" y="65896"/>
                    <a:pt x="124406" y="70041"/>
                    <a:pt x="132114" y="79198"/>
                  </a:cubicBezTo>
                  <a:cubicBezTo>
                    <a:pt x="145426" y="94943"/>
                    <a:pt x="143422" y="118417"/>
                    <a:pt x="127677" y="131728"/>
                  </a:cubicBezTo>
                  <a:lnTo>
                    <a:pt x="127677" y="131585"/>
                  </a:lnTo>
                  <a:cubicBezTo>
                    <a:pt x="120415" y="137698"/>
                    <a:pt x="112071" y="140425"/>
                    <a:pt x="103930" y="140425"/>
                  </a:cubicBezTo>
                  <a:cubicBezTo>
                    <a:pt x="83668" y="140425"/>
                    <a:pt x="64659" y="123539"/>
                    <a:pt x="66701" y="99952"/>
                  </a:cubicBezTo>
                  <a:cubicBezTo>
                    <a:pt x="68530" y="78838"/>
                    <a:pt x="86000" y="65896"/>
                    <a:pt x="103944" y="65896"/>
                  </a:cubicBezTo>
                  <a:close/>
                  <a:moveTo>
                    <a:pt x="102774" y="1"/>
                  </a:moveTo>
                  <a:cubicBezTo>
                    <a:pt x="96620" y="1"/>
                    <a:pt x="91449" y="4960"/>
                    <a:pt x="91178" y="11209"/>
                  </a:cubicBezTo>
                  <a:lnTo>
                    <a:pt x="90891" y="17507"/>
                  </a:lnTo>
                  <a:cubicBezTo>
                    <a:pt x="90748" y="22516"/>
                    <a:pt x="87456" y="26810"/>
                    <a:pt x="82589" y="28242"/>
                  </a:cubicBezTo>
                  <a:cubicBezTo>
                    <a:pt x="81015" y="28671"/>
                    <a:pt x="79297" y="29244"/>
                    <a:pt x="77723" y="29816"/>
                  </a:cubicBezTo>
                  <a:cubicBezTo>
                    <a:pt x="76506" y="30222"/>
                    <a:pt x="75252" y="30418"/>
                    <a:pt x="74008" y="30418"/>
                  </a:cubicBezTo>
                  <a:cubicBezTo>
                    <a:pt x="70424" y="30418"/>
                    <a:pt x="66929" y="28784"/>
                    <a:pt x="64698" y="25808"/>
                  </a:cubicBezTo>
                  <a:lnTo>
                    <a:pt x="60976" y="20799"/>
                  </a:lnTo>
                  <a:cubicBezTo>
                    <a:pt x="58608" y="17777"/>
                    <a:pt x="55122" y="16200"/>
                    <a:pt x="51633" y="16200"/>
                  </a:cubicBezTo>
                  <a:cubicBezTo>
                    <a:pt x="49008" y="16200"/>
                    <a:pt x="46381" y="17094"/>
                    <a:pt x="44229" y="18938"/>
                  </a:cubicBezTo>
                  <a:lnTo>
                    <a:pt x="30918" y="30102"/>
                  </a:lnTo>
                  <a:cubicBezTo>
                    <a:pt x="25908" y="34396"/>
                    <a:pt x="25335" y="41983"/>
                    <a:pt x="29773" y="46849"/>
                  </a:cubicBezTo>
                  <a:lnTo>
                    <a:pt x="34067" y="51573"/>
                  </a:lnTo>
                  <a:cubicBezTo>
                    <a:pt x="37502" y="55151"/>
                    <a:pt x="38218" y="60590"/>
                    <a:pt x="35784" y="64884"/>
                  </a:cubicBezTo>
                  <a:cubicBezTo>
                    <a:pt x="34925" y="66459"/>
                    <a:pt x="34067" y="68033"/>
                    <a:pt x="33351" y="69465"/>
                  </a:cubicBezTo>
                  <a:cubicBezTo>
                    <a:pt x="31443" y="73536"/>
                    <a:pt x="27385" y="76024"/>
                    <a:pt x="23089" y="76024"/>
                  </a:cubicBezTo>
                  <a:cubicBezTo>
                    <a:pt x="22552" y="76024"/>
                    <a:pt x="22011" y="75985"/>
                    <a:pt x="21471" y="75906"/>
                  </a:cubicBezTo>
                  <a:lnTo>
                    <a:pt x="15173" y="75047"/>
                  </a:lnTo>
                  <a:cubicBezTo>
                    <a:pt x="14730" y="74999"/>
                    <a:pt x="14290" y="74975"/>
                    <a:pt x="13855" y="74975"/>
                  </a:cubicBezTo>
                  <a:cubicBezTo>
                    <a:pt x="7823" y="74975"/>
                    <a:pt x="2682" y="79498"/>
                    <a:pt x="2147" y="85639"/>
                  </a:cubicBezTo>
                  <a:lnTo>
                    <a:pt x="573" y="102958"/>
                  </a:lnTo>
                  <a:cubicBezTo>
                    <a:pt x="0" y="109542"/>
                    <a:pt x="5153" y="115268"/>
                    <a:pt x="11738" y="115554"/>
                  </a:cubicBezTo>
                  <a:lnTo>
                    <a:pt x="18036" y="115840"/>
                  </a:lnTo>
                  <a:cubicBezTo>
                    <a:pt x="23045" y="115984"/>
                    <a:pt x="27339" y="119419"/>
                    <a:pt x="28771" y="124142"/>
                  </a:cubicBezTo>
                  <a:cubicBezTo>
                    <a:pt x="29200" y="125860"/>
                    <a:pt x="29773" y="127434"/>
                    <a:pt x="30345" y="129152"/>
                  </a:cubicBezTo>
                  <a:cubicBezTo>
                    <a:pt x="31920" y="133875"/>
                    <a:pt x="30345" y="139028"/>
                    <a:pt x="26337" y="142034"/>
                  </a:cubicBezTo>
                  <a:lnTo>
                    <a:pt x="21328" y="146042"/>
                  </a:lnTo>
                  <a:cubicBezTo>
                    <a:pt x="16032" y="150050"/>
                    <a:pt x="15316" y="157636"/>
                    <a:pt x="19610" y="162789"/>
                  </a:cubicBezTo>
                  <a:lnTo>
                    <a:pt x="30775" y="175957"/>
                  </a:lnTo>
                  <a:cubicBezTo>
                    <a:pt x="33020" y="178745"/>
                    <a:pt x="36313" y="180150"/>
                    <a:pt x="39634" y="180150"/>
                  </a:cubicBezTo>
                  <a:cubicBezTo>
                    <a:pt x="42451" y="180150"/>
                    <a:pt x="45288" y="179139"/>
                    <a:pt x="47521" y="177102"/>
                  </a:cubicBezTo>
                  <a:lnTo>
                    <a:pt x="52102" y="172808"/>
                  </a:lnTo>
                  <a:cubicBezTo>
                    <a:pt x="54335" y="170747"/>
                    <a:pt x="57134" y="169717"/>
                    <a:pt x="59975" y="169717"/>
                  </a:cubicBezTo>
                  <a:cubicBezTo>
                    <a:pt x="61869" y="169717"/>
                    <a:pt x="63782" y="170175"/>
                    <a:pt x="65556" y="171091"/>
                  </a:cubicBezTo>
                  <a:cubicBezTo>
                    <a:pt x="66988" y="171949"/>
                    <a:pt x="68562" y="172808"/>
                    <a:pt x="70137" y="173524"/>
                  </a:cubicBezTo>
                  <a:cubicBezTo>
                    <a:pt x="74574" y="175671"/>
                    <a:pt x="77150" y="180538"/>
                    <a:pt x="76578" y="185404"/>
                  </a:cubicBezTo>
                  <a:lnTo>
                    <a:pt x="75719" y="191702"/>
                  </a:lnTo>
                  <a:cubicBezTo>
                    <a:pt x="74860" y="198286"/>
                    <a:pt x="79727" y="204155"/>
                    <a:pt x="86311" y="204727"/>
                  </a:cubicBezTo>
                  <a:lnTo>
                    <a:pt x="103487" y="206302"/>
                  </a:lnTo>
                  <a:cubicBezTo>
                    <a:pt x="103830" y="206331"/>
                    <a:pt x="104170" y="206345"/>
                    <a:pt x="104508" y="206345"/>
                  </a:cubicBezTo>
                  <a:cubicBezTo>
                    <a:pt x="110784" y="206345"/>
                    <a:pt x="115955" y="201386"/>
                    <a:pt x="116226" y="195137"/>
                  </a:cubicBezTo>
                  <a:lnTo>
                    <a:pt x="116513" y="188839"/>
                  </a:lnTo>
                  <a:cubicBezTo>
                    <a:pt x="116656" y="183830"/>
                    <a:pt x="119948" y="179536"/>
                    <a:pt x="124814" y="178104"/>
                  </a:cubicBezTo>
                  <a:cubicBezTo>
                    <a:pt x="126389" y="177675"/>
                    <a:pt x="128107" y="177102"/>
                    <a:pt x="129681" y="176530"/>
                  </a:cubicBezTo>
                  <a:cubicBezTo>
                    <a:pt x="130897" y="176124"/>
                    <a:pt x="132142" y="175928"/>
                    <a:pt x="133372" y="175928"/>
                  </a:cubicBezTo>
                  <a:cubicBezTo>
                    <a:pt x="136916" y="175928"/>
                    <a:pt x="140331" y="177562"/>
                    <a:pt x="142563" y="180538"/>
                  </a:cubicBezTo>
                  <a:lnTo>
                    <a:pt x="146428" y="185547"/>
                  </a:lnTo>
                  <a:cubicBezTo>
                    <a:pt x="148785" y="188473"/>
                    <a:pt x="152249" y="190014"/>
                    <a:pt x="155720" y="190014"/>
                  </a:cubicBezTo>
                  <a:cubicBezTo>
                    <a:pt x="158363" y="190014"/>
                    <a:pt x="161009" y="189121"/>
                    <a:pt x="163175" y="187265"/>
                  </a:cubicBezTo>
                  <a:lnTo>
                    <a:pt x="176486" y="176100"/>
                  </a:lnTo>
                  <a:cubicBezTo>
                    <a:pt x="181496" y="171806"/>
                    <a:pt x="182068" y="164220"/>
                    <a:pt x="177488" y="159354"/>
                  </a:cubicBezTo>
                  <a:lnTo>
                    <a:pt x="173337" y="154773"/>
                  </a:lnTo>
                  <a:cubicBezTo>
                    <a:pt x="169902" y="151052"/>
                    <a:pt x="169186" y="145613"/>
                    <a:pt x="171620" y="141318"/>
                  </a:cubicBezTo>
                  <a:cubicBezTo>
                    <a:pt x="172478" y="139744"/>
                    <a:pt x="173337" y="138313"/>
                    <a:pt x="174053" y="136738"/>
                  </a:cubicBezTo>
                  <a:cubicBezTo>
                    <a:pt x="175961" y="132667"/>
                    <a:pt x="180019" y="130179"/>
                    <a:pt x="184315" y="130179"/>
                  </a:cubicBezTo>
                  <a:cubicBezTo>
                    <a:pt x="184852" y="130179"/>
                    <a:pt x="185392" y="130218"/>
                    <a:pt x="185933" y="130297"/>
                  </a:cubicBezTo>
                  <a:lnTo>
                    <a:pt x="192231" y="131156"/>
                  </a:lnTo>
                  <a:cubicBezTo>
                    <a:pt x="192739" y="131222"/>
                    <a:pt x="193242" y="131254"/>
                    <a:pt x="193739" y="131254"/>
                  </a:cubicBezTo>
                  <a:cubicBezTo>
                    <a:pt x="199689" y="131254"/>
                    <a:pt x="204728" y="126641"/>
                    <a:pt x="205256" y="120564"/>
                  </a:cubicBezTo>
                  <a:lnTo>
                    <a:pt x="206831" y="103245"/>
                  </a:lnTo>
                  <a:cubicBezTo>
                    <a:pt x="207403" y="96660"/>
                    <a:pt x="202251" y="90935"/>
                    <a:pt x="195666" y="90649"/>
                  </a:cubicBezTo>
                  <a:lnTo>
                    <a:pt x="189368" y="90362"/>
                  </a:lnTo>
                  <a:cubicBezTo>
                    <a:pt x="184359" y="90219"/>
                    <a:pt x="180065" y="86927"/>
                    <a:pt x="178633" y="82060"/>
                  </a:cubicBezTo>
                  <a:cubicBezTo>
                    <a:pt x="178204" y="80343"/>
                    <a:pt x="177631" y="78768"/>
                    <a:pt x="177059" y="77194"/>
                  </a:cubicBezTo>
                  <a:cubicBezTo>
                    <a:pt x="175484" y="72470"/>
                    <a:pt x="177059" y="67174"/>
                    <a:pt x="181067" y="64169"/>
                  </a:cubicBezTo>
                  <a:lnTo>
                    <a:pt x="185933" y="60447"/>
                  </a:lnTo>
                  <a:cubicBezTo>
                    <a:pt x="191229" y="56296"/>
                    <a:pt x="192088" y="48710"/>
                    <a:pt x="187794" y="43700"/>
                  </a:cubicBezTo>
                  <a:lnTo>
                    <a:pt x="176629" y="30389"/>
                  </a:lnTo>
                  <a:cubicBezTo>
                    <a:pt x="174288" y="27657"/>
                    <a:pt x="170967" y="26244"/>
                    <a:pt x="167642" y="26244"/>
                  </a:cubicBezTo>
                  <a:cubicBezTo>
                    <a:pt x="164870" y="26244"/>
                    <a:pt x="162095" y="27226"/>
                    <a:pt x="159883" y="29244"/>
                  </a:cubicBezTo>
                  <a:lnTo>
                    <a:pt x="155302" y="33538"/>
                  </a:lnTo>
                  <a:cubicBezTo>
                    <a:pt x="153069" y="35599"/>
                    <a:pt x="150218" y="36629"/>
                    <a:pt x="147367" y="36629"/>
                  </a:cubicBezTo>
                  <a:cubicBezTo>
                    <a:pt x="145466" y="36629"/>
                    <a:pt x="143565" y="36171"/>
                    <a:pt x="141847" y="35255"/>
                  </a:cubicBezTo>
                  <a:cubicBezTo>
                    <a:pt x="140273" y="34396"/>
                    <a:pt x="138842" y="33538"/>
                    <a:pt x="137267" y="32822"/>
                  </a:cubicBezTo>
                  <a:cubicBezTo>
                    <a:pt x="132687" y="30675"/>
                    <a:pt x="130110" y="25808"/>
                    <a:pt x="130826" y="20942"/>
                  </a:cubicBezTo>
                  <a:lnTo>
                    <a:pt x="131685" y="14644"/>
                  </a:lnTo>
                  <a:cubicBezTo>
                    <a:pt x="132544" y="8060"/>
                    <a:pt x="127677" y="2191"/>
                    <a:pt x="121093" y="1618"/>
                  </a:cubicBezTo>
                  <a:lnTo>
                    <a:pt x="103774" y="44"/>
                  </a:lnTo>
                  <a:cubicBezTo>
                    <a:pt x="103438" y="15"/>
                    <a:pt x="103104" y="1"/>
                    <a:pt x="102774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" name="Google Shape;116;p1"/>
            <p:cNvGrpSpPr/>
            <p:nvPr/>
          </p:nvGrpSpPr>
          <p:grpSpPr>
            <a:xfrm>
              <a:off x="6056200" y="1535350"/>
              <a:ext cx="2293204" cy="1710167"/>
              <a:chOff x="1062800" y="1986296"/>
              <a:chExt cx="2169540" cy="1617945"/>
            </a:xfrm>
          </p:grpSpPr>
          <p:sp>
            <p:nvSpPr>
              <p:cNvPr id="117" name="Google Shape;117;p1"/>
              <p:cNvSpPr/>
              <p:nvPr/>
            </p:nvSpPr>
            <p:spPr>
              <a:xfrm>
                <a:off x="1062800" y="1986296"/>
                <a:ext cx="2169540" cy="1617945"/>
              </a:xfrm>
              <a:custGeom>
                <a:avLst/>
                <a:gdLst/>
                <a:ahLst/>
                <a:cxnLst/>
                <a:rect l="l" t="t" r="r" b="b"/>
                <a:pathLst>
                  <a:path w="66074" h="49275" extrusionOk="0">
                    <a:moveTo>
                      <a:pt x="65878" y="35219"/>
                    </a:moveTo>
                    <a:lnTo>
                      <a:pt x="65308" y="32298"/>
                    </a:lnTo>
                    <a:lnTo>
                      <a:pt x="60694" y="33188"/>
                    </a:lnTo>
                    <a:lnTo>
                      <a:pt x="54601" y="1710"/>
                    </a:lnTo>
                    <a:cubicBezTo>
                      <a:pt x="54387" y="677"/>
                      <a:pt x="53390" y="0"/>
                      <a:pt x="52374" y="196"/>
                    </a:cubicBezTo>
                    <a:lnTo>
                      <a:pt x="1693" y="10012"/>
                    </a:lnTo>
                    <a:cubicBezTo>
                      <a:pt x="677" y="10208"/>
                      <a:pt x="0" y="11205"/>
                      <a:pt x="196" y="12239"/>
                    </a:cubicBezTo>
                    <a:lnTo>
                      <a:pt x="6307" y="43752"/>
                    </a:lnTo>
                    <a:lnTo>
                      <a:pt x="1693" y="44643"/>
                    </a:lnTo>
                    <a:lnTo>
                      <a:pt x="2263" y="47547"/>
                    </a:lnTo>
                    <a:cubicBezTo>
                      <a:pt x="2459" y="48598"/>
                      <a:pt x="3474" y="49275"/>
                      <a:pt x="4525" y="49079"/>
                    </a:cubicBezTo>
                    <a:lnTo>
                      <a:pt x="64346" y="37481"/>
                    </a:lnTo>
                    <a:cubicBezTo>
                      <a:pt x="65397" y="37286"/>
                      <a:pt x="66074" y="36270"/>
                      <a:pt x="65878" y="3521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1062800" y="1986854"/>
                <a:ext cx="1993479" cy="1436072"/>
              </a:xfrm>
              <a:custGeom>
                <a:avLst/>
                <a:gdLst/>
                <a:ahLst/>
                <a:cxnLst/>
                <a:rect l="l" t="t" r="r" b="b"/>
                <a:pathLst>
                  <a:path w="60712" h="43736" fill="none" extrusionOk="0">
                    <a:moveTo>
                      <a:pt x="60712" y="33189"/>
                    </a:moveTo>
                    <a:lnTo>
                      <a:pt x="6307" y="43735"/>
                    </a:lnTo>
                    <a:lnTo>
                      <a:pt x="196" y="12239"/>
                    </a:lnTo>
                    <a:cubicBezTo>
                      <a:pt x="0" y="11206"/>
                      <a:pt x="677" y="10209"/>
                      <a:pt x="1710" y="10013"/>
                    </a:cubicBezTo>
                    <a:lnTo>
                      <a:pt x="52357" y="197"/>
                    </a:lnTo>
                    <a:cubicBezTo>
                      <a:pt x="53390" y="1"/>
                      <a:pt x="54387" y="678"/>
                      <a:pt x="54583" y="171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1163997" y="2090415"/>
                <a:ext cx="1791675" cy="1259977"/>
              </a:xfrm>
              <a:custGeom>
                <a:avLst/>
                <a:gdLst/>
                <a:ahLst/>
                <a:cxnLst/>
                <a:rect l="l" t="t" r="r" b="b"/>
                <a:pathLst>
                  <a:path w="54566" h="38373" fill="none" extrusionOk="0">
                    <a:moveTo>
                      <a:pt x="0" y="9495"/>
                    </a:moveTo>
                    <a:lnTo>
                      <a:pt x="48972" y="0"/>
                    </a:lnTo>
                    <a:lnTo>
                      <a:pt x="54565" y="28895"/>
                    </a:lnTo>
                    <a:lnTo>
                      <a:pt x="5612" y="3837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1118356" y="3046759"/>
                <a:ext cx="2113983" cy="557473"/>
              </a:xfrm>
              <a:custGeom>
                <a:avLst/>
                <a:gdLst/>
                <a:ahLst/>
                <a:cxnLst/>
                <a:rect l="l" t="t" r="r" b="b"/>
                <a:pathLst>
                  <a:path w="64382" h="16978" fill="none" extrusionOk="0">
                    <a:moveTo>
                      <a:pt x="1" y="12346"/>
                    </a:moveTo>
                    <a:lnTo>
                      <a:pt x="63616" y="1"/>
                    </a:lnTo>
                    <a:lnTo>
                      <a:pt x="64186" y="2922"/>
                    </a:lnTo>
                    <a:cubicBezTo>
                      <a:pt x="64382" y="3973"/>
                      <a:pt x="63705" y="4989"/>
                      <a:pt x="62654" y="5184"/>
                    </a:cubicBezTo>
                    <a:lnTo>
                      <a:pt x="2833" y="16782"/>
                    </a:lnTo>
                    <a:cubicBezTo>
                      <a:pt x="1782" y="16978"/>
                      <a:pt x="767" y="16301"/>
                      <a:pt x="571" y="1525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1884028" y="3195336"/>
                <a:ext cx="567422" cy="149760"/>
              </a:xfrm>
              <a:custGeom>
                <a:avLst/>
                <a:gdLst/>
                <a:ahLst/>
                <a:cxnLst/>
                <a:rect l="l" t="t" r="r" b="b"/>
                <a:pathLst>
                  <a:path w="17281" h="4561" fill="none" extrusionOk="0">
                    <a:moveTo>
                      <a:pt x="1" y="3314"/>
                    </a:moveTo>
                    <a:lnTo>
                      <a:pt x="17067" y="0"/>
                    </a:lnTo>
                    <a:lnTo>
                      <a:pt x="17227" y="784"/>
                    </a:lnTo>
                    <a:cubicBezTo>
                      <a:pt x="17281" y="1069"/>
                      <a:pt x="17085" y="1336"/>
                      <a:pt x="16817" y="1390"/>
                    </a:cubicBezTo>
                    <a:lnTo>
                      <a:pt x="767" y="4507"/>
                    </a:lnTo>
                    <a:cubicBezTo>
                      <a:pt x="482" y="4561"/>
                      <a:pt x="214" y="4383"/>
                      <a:pt x="161" y="409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1365799" y="2636719"/>
                <a:ext cx="115842" cy="432897"/>
              </a:xfrm>
              <a:custGeom>
                <a:avLst/>
                <a:gdLst/>
                <a:ahLst/>
                <a:cxnLst/>
                <a:rect l="l" t="t" r="r" b="b"/>
                <a:pathLst>
                  <a:path w="3528" h="13184" fill="none" extrusionOk="0">
                    <a:moveTo>
                      <a:pt x="2530" y="13183"/>
                    </a:moveTo>
                    <a:lnTo>
                      <a:pt x="0" y="197"/>
                    </a:lnTo>
                    <a:lnTo>
                      <a:pt x="998" y="1"/>
                    </a:lnTo>
                    <a:lnTo>
                      <a:pt x="3527" y="1298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1549443" y="2765989"/>
                <a:ext cx="84846" cy="267934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8160" fill="none" extrusionOk="0">
                    <a:moveTo>
                      <a:pt x="998" y="1"/>
                    </a:moveTo>
                    <a:lnTo>
                      <a:pt x="2584" y="7964"/>
                    </a:lnTo>
                    <a:lnTo>
                      <a:pt x="1586" y="8160"/>
                    </a:lnTo>
                    <a:lnTo>
                      <a:pt x="1" y="19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1641873" y="2453633"/>
                <a:ext cx="139844" cy="551037"/>
              </a:xfrm>
              <a:custGeom>
                <a:avLst/>
                <a:gdLst/>
                <a:ahLst/>
                <a:cxnLst/>
                <a:rect l="l" t="t" r="r" b="b"/>
                <a:pathLst>
                  <a:path w="4259" h="16782" fill="none" extrusionOk="0">
                    <a:moveTo>
                      <a:pt x="3261" y="16782"/>
                    </a:moveTo>
                    <a:lnTo>
                      <a:pt x="0" y="197"/>
                    </a:lnTo>
                    <a:lnTo>
                      <a:pt x="998" y="1"/>
                    </a:lnTo>
                    <a:lnTo>
                      <a:pt x="4258" y="1658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1831985" y="2644337"/>
                <a:ext cx="97126" cy="331108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0084" fill="none" extrusionOk="0">
                    <a:moveTo>
                      <a:pt x="1960" y="10083"/>
                    </a:moveTo>
                    <a:lnTo>
                      <a:pt x="0" y="196"/>
                    </a:lnTo>
                    <a:lnTo>
                      <a:pt x="998" y="0"/>
                    </a:lnTo>
                    <a:lnTo>
                      <a:pt x="2957" y="9887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1959483" y="2513293"/>
                <a:ext cx="117024" cy="433488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13202" fill="none" extrusionOk="0">
                    <a:moveTo>
                      <a:pt x="2566" y="13201"/>
                    </a:moveTo>
                    <a:lnTo>
                      <a:pt x="1" y="197"/>
                    </a:lnTo>
                    <a:lnTo>
                      <a:pt x="998" y="1"/>
                    </a:lnTo>
                    <a:lnTo>
                      <a:pt x="3564" y="130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2106877" y="2484629"/>
                <a:ext cx="117024" cy="432897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13184" fill="none" extrusionOk="0">
                    <a:moveTo>
                      <a:pt x="2566" y="13184"/>
                    </a:moveTo>
                    <a:lnTo>
                      <a:pt x="1" y="197"/>
                    </a:lnTo>
                    <a:lnTo>
                      <a:pt x="998" y="1"/>
                    </a:lnTo>
                    <a:lnTo>
                      <a:pt x="3564" y="1298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2254305" y="2455406"/>
                <a:ext cx="116991" cy="433455"/>
              </a:xfrm>
              <a:custGeom>
                <a:avLst/>
                <a:gdLst/>
                <a:ahLst/>
                <a:cxnLst/>
                <a:rect l="l" t="t" r="r" b="b"/>
                <a:pathLst>
                  <a:path w="3563" h="13201" fill="none" extrusionOk="0">
                    <a:moveTo>
                      <a:pt x="2565" y="13201"/>
                    </a:moveTo>
                    <a:lnTo>
                      <a:pt x="0" y="196"/>
                    </a:lnTo>
                    <a:lnTo>
                      <a:pt x="998" y="0"/>
                    </a:lnTo>
                    <a:lnTo>
                      <a:pt x="3563" y="1300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2478303" y="2670637"/>
                <a:ext cx="67903" cy="183712"/>
              </a:xfrm>
              <a:custGeom>
                <a:avLst/>
                <a:gdLst/>
                <a:ahLst/>
                <a:cxnLst/>
                <a:rect l="l" t="t" r="r" b="b"/>
                <a:pathLst>
                  <a:path w="2068" h="5595" fill="none" extrusionOk="0">
                    <a:moveTo>
                      <a:pt x="1070" y="5595"/>
                    </a:moveTo>
                    <a:lnTo>
                      <a:pt x="1" y="197"/>
                    </a:lnTo>
                    <a:lnTo>
                      <a:pt x="999" y="1"/>
                    </a:lnTo>
                    <a:lnTo>
                      <a:pt x="2067" y="5399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>
                <a:off x="1399126" y="2873030"/>
                <a:ext cx="1336023" cy="256244"/>
              </a:xfrm>
              <a:custGeom>
                <a:avLst/>
                <a:gdLst/>
                <a:ahLst/>
                <a:cxnLst/>
                <a:rect l="l" t="t" r="r" b="b"/>
                <a:pathLst>
                  <a:path w="40689" h="7804" fill="none" extrusionOk="0">
                    <a:moveTo>
                      <a:pt x="40688" y="1"/>
                    </a:moveTo>
                    <a:lnTo>
                      <a:pt x="1" y="780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" name="Google Shape;131;p1"/>
            <p:cNvGrpSpPr/>
            <p:nvPr/>
          </p:nvGrpSpPr>
          <p:grpSpPr>
            <a:xfrm>
              <a:off x="7524694" y="2964516"/>
              <a:ext cx="953591" cy="334099"/>
              <a:chOff x="2271950" y="2722775"/>
              <a:chExt cx="575875" cy="201775"/>
            </a:xfrm>
          </p:grpSpPr>
          <p:sp>
            <p:nvSpPr>
              <p:cNvPr id="132" name="Google Shape;132;p1"/>
              <p:cNvSpPr/>
              <p:nvPr/>
            </p:nvSpPr>
            <p:spPr>
              <a:xfrm>
                <a:off x="2562325" y="2722775"/>
                <a:ext cx="285500" cy="201775"/>
              </a:xfrm>
              <a:custGeom>
                <a:avLst/>
                <a:gdLst/>
                <a:ahLst/>
                <a:cxnLst/>
                <a:rect l="l" t="t" r="r" b="b"/>
                <a:pathLst>
                  <a:path w="11420" h="8071" fill="none" extrusionOk="0">
                    <a:moveTo>
                      <a:pt x="0" y="0"/>
                    </a:moveTo>
                    <a:cubicBezTo>
                      <a:pt x="2280" y="0"/>
                      <a:pt x="4240" y="1639"/>
                      <a:pt x="4668" y="3884"/>
                    </a:cubicBezTo>
                    <a:cubicBezTo>
                      <a:pt x="6395" y="3403"/>
                      <a:pt x="8177" y="4418"/>
                      <a:pt x="8640" y="6164"/>
                    </a:cubicBezTo>
                    <a:cubicBezTo>
                      <a:pt x="9976" y="5594"/>
                      <a:pt x="11419" y="6645"/>
                      <a:pt x="11294" y="8070"/>
                    </a:cubicBezTo>
                    <a:lnTo>
                      <a:pt x="8444" y="807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2501750" y="2722775"/>
                <a:ext cx="36100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535" fill="none" extrusionOk="0">
                    <a:moveTo>
                      <a:pt x="1443" y="0"/>
                    </a:moveTo>
                    <a:cubicBezTo>
                      <a:pt x="1443" y="0"/>
                      <a:pt x="428" y="107"/>
                      <a:pt x="0" y="535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2271950" y="2870625"/>
                <a:ext cx="47745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19098" h="2139" fill="none" extrusionOk="0">
                    <a:moveTo>
                      <a:pt x="19097" y="2138"/>
                    </a:moveTo>
                    <a:lnTo>
                      <a:pt x="0" y="2138"/>
                    </a:lnTo>
                    <a:cubicBezTo>
                      <a:pt x="0" y="2138"/>
                      <a:pt x="374" y="1"/>
                      <a:pt x="2476" y="17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2709725" y="2836775"/>
                <a:ext cx="39675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838" fill="none" extrusionOk="0">
                    <a:moveTo>
                      <a:pt x="1" y="1"/>
                    </a:moveTo>
                    <a:cubicBezTo>
                      <a:pt x="1" y="1"/>
                      <a:pt x="1159" y="108"/>
                      <a:pt x="1586" y="83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2375275" y="2798475"/>
                <a:ext cx="8507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1088" fill="none" extrusionOk="0">
                    <a:moveTo>
                      <a:pt x="3403" y="357"/>
                    </a:moveTo>
                    <a:cubicBezTo>
                      <a:pt x="3403" y="357"/>
                      <a:pt x="1301" y="1"/>
                      <a:pt x="0" y="108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" name="Google Shape;137;p1"/>
            <p:cNvGrpSpPr/>
            <p:nvPr/>
          </p:nvGrpSpPr>
          <p:grpSpPr>
            <a:xfrm>
              <a:off x="7653574" y="1141618"/>
              <a:ext cx="695830" cy="643530"/>
              <a:chOff x="3407216" y="1944760"/>
              <a:chExt cx="535831" cy="495480"/>
            </a:xfrm>
          </p:grpSpPr>
          <p:sp>
            <p:nvSpPr>
              <p:cNvPr id="138" name="Google Shape;138;p1"/>
              <p:cNvSpPr/>
              <p:nvPr/>
            </p:nvSpPr>
            <p:spPr>
              <a:xfrm>
                <a:off x="3747055" y="2059977"/>
                <a:ext cx="195992" cy="130486"/>
              </a:xfrm>
              <a:custGeom>
                <a:avLst/>
                <a:gdLst/>
                <a:ahLst/>
                <a:cxnLst/>
                <a:rect l="l" t="t" r="r" b="b"/>
                <a:pathLst>
                  <a:path w="5969" h="3974" extrusionOk="0">
                    <a:moveTo>
                      <a:pt x="1" y="3973"/>
                    </a:moveTo>
                    <a:lnTo>
                      <a:pt x="5968" y="3973"/>
                    </a:lnTo>
                    <a:cubicBezTo>
                      <a:pt x="5951" y="2495"/>
                      <a:pt x="5380" y="1087"/>
                      <a:pt x="438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"/>
              <p:cNvSpPr/>
              <p:nvPr/>
            </p:nvSpPr>
            <p:spPr>
              <a:xfrm>
                <a:off x="3715468" y="1944760"/>
                <a:ext cx="143916" cy="193628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5897" extrusionOk="0">
                    <a:moveTo>
                      <a:pt x="1" y="0"/>
                    </a:moveTo>
                    <a:lnTo>
                      <a:pt x="1" y="5897"/>
                    </a:lnTo>
                    <a:lnTo>
                      <a:pt x="4383" y="1924"/>
                    </a:lnTo>
                    <a:cubicBezTo>
                      <a:pt x="3261" y="695"/>
                      <a:pt x="1675" y="0"/>
                      <a:pt x="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"/>
              <p:cNvSpPr/>
              <p:nvPr/>
            </p:nvSpPr>
            <p:spPr>
              <a:xfrm>
                <a:off x="3407216" y="2031904"/>
                <a:ext cx="459197" cy="408336"/>
              </a:xfrm>
              <a:custGeom>
                <a:avLst/>
                <a:gdLst/>
                <a:ahLst/>
                <a:cxnLst/>
                <a:rect l="l" t="t" r="r" b="b"/>
                <a:pathLst>
                  <a:path w="13985" h="12436" extrusionOk="0">
                    <a:moveTo>
                      <a:pt x="13985" y="5986"/>
                    </a:moveTo>
                    <a:lnTo>
                      <a:pt x="13985" y="5897"/>
                    </a:lnTo>
                    <a:lnTo>
                      <a:pt x="7999" y="5897"/>
                    </a:lnTo>
                    <a:lnTo>
                      <a:pt x="7999" y="1"/>
                    </a:lnTo>
                    <a:cubicBezTo>
                      <a:pt x="2673" y="1"/>
                      <a:pt x="0" y="6449"/>
                      <a:pt x="3777" y="10208"/>
                    </a:cubicBezTo>
                    <a:cubicBezTo>
                      <a:pt x="5487" y="11918"/>
                      <a:pt x="8053" y="12435"/>
                      <a:pt x="10297" y="11509"/>
                    </a:cubicBezTo>
                    <a:cubicBezTo>
                      <a:pt x="12524" y="10582"/>
                      <a:pt x="13985" y="8409"/>
                      <a:pt x="13985" y="598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141;p1"/>
            <p:cNvSpPr/>
            <p:nvPr/>
          </p:nvSpPr>
          <p:spPr>
            <a:xfrm>
              <a:off x="8170289" y="4203881"/>
              <a:ext cx="140247" cy="141086"/>
            </a:xfrm>
            <a:custGeom>
              <a:avLst/>
              <a:gdLst/>
              <a:ahLst/>
              <a:cxnLst/>
              <a:rect l="l" t="t" r="r" b="b"/>
              <a:pathLst>
                <a:path w="3065" h="3083" fill="none" extrusionOk="0">
                  <a:moveTo>
                    <a:pt x="3065" y="1551"/>
                  </a:moveTo>
                  <a:cubicBezTo>
                    <a:pt x="3065" y="2388"/>
                    <a:pt x="2388" y="3083"/>
                    <a:pt x="1533" y="3083"/>
                  </a:cubicBezTo>
                  <a:cubicBezTo>
                    <a:pt x="678" y="3083"/>
                    <a:pt x="1" y="2388"/>
                    <a:pt x="1" y="1551"/>
                  </a:cubicBezTo>
                  <a:cubicBezTo>
                    <a:pt x="1" y="696"/>
                    <a:pt x="678" y="1"/>
                    <a:pt x="1533" y="1"/>
                  </a:cubicBezTo>
                  <a:cubicBezTo>
                    <a:pt x="2388" y="1"/>
                    <a:pt x="3065" y="696"/>
                    <a:pt x="3065" y="155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8030063" y="757530"/>
              <a:ext cx="140247" cy="140224"/>
            </a:xfrm>
            <a:custGeom>
              <a:avLst/>
              <a:gdLst/>
              <a:ahLst/>
              <a:cxnLst/>
              <a:rect l="l" t="t" r="r" b="b"/>
              <a:pathLst>
                <a:path w="3065" h="3065" extrusionOk="0">
                  <a:moveTo>
                    <a:pt x="3064" y="1532"/>
                  </a:moveTo>
                  <a:cubicBezTo>
                    <a:pt x="3064" y="2387"/>
                    <a:pt x="2387" y="3064"/>
                    <a:pt x="1532" y="3064"/>
                  </a:cubicBezTo>
                  <a:cubicBezTo>
                    <a:pt x="677" y="3064"/>
                    <a:pt x="0" y="2387"/>
                    <a:pt x="0" y="1532"/>
                  </a:cubicBezTo>
                  <a:cubicBezTo>
                    <a:pt x="0" y="677"/>
                    <a:pt x="677" y="0"/>
                    <a:pt x="1532" y="0"/>
                  </a:cubicBezTo>
                  <a:cubicBezTo>
                    <a:pt x="2387" y="0"/>
                    <a:pt x="3064" y="677"/>
                    <a:pt x="3064" y="153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5256650" y="3893001"/>
              <a:ext cx="262479" cy="262448"/>
            </a:xfrm>
            <a:custGeom>
              <a:avLst/>
              <a:gdLst/>
              <a:ahLst/>
              <a:cxnLst/>
              <a:rect l="l" t="t" r="r" b="b"/>
              <a:pathLst>
                <a:path w="3065" h="3065" extrusionOk="0">
                  <a:moveTo>
                    <a:pt x="3064" y="1532"/>
                  </a:moveTo>
                  <a:cubicBezTo>
                    <a:pt x="3064" y="2387"/>
                    <a:pt x="2387" y="3064"/>
                    <a:pt x="1532" y="3064"/>
                  </a:cubicBezTo>
                  <a:cubicBezTo>
                    <a:pt x="677" y="3064"/>
                    <a:pt x="0" y="2387"/>
                    <a:pt x="0" y="1532"/>
                  </a:cubicBezTo>
                  <a:cubicBezTo>
                    <a:pt x="0" y="677"/>
                    <a:pt x="677" y="0"/>
                    <a:pt x="1532" y="0"/>
                  </a:cubicBezTo>
                  <a:cubicBezTo>
                    <a:pt x="2387" y="0"/>
                    <a:pt x="3064" y="677"/>
                    <a:pt x="3064" y="153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082963" y="910513"/>
              <a:ext cx="213431" cy="214685"/>
            </a:xfrm>
            <a:custGeom>
              <a:avLst/>
              <a:gdLst/>
              <a:ahLst/>
              <a:cxnLst/>
              <a:rect l="l" t="t" r="r" b="b"/>
              <a:pathLst>
                <a:path w="3065" h="3083" fill="none" extrusionOk="0">
                  <a:moveTo>
                    <a:pt x="3065" y="1551"/>
                  </a:moveTo>
                  <a:cubicBezTo>
                    <a:pt x="3065" y="2388"/>
                    <a:pt x="2388" y="3083"/>
                    <a:pt x="1533" y="3083"/>
                  </a:cubicBezTo>
                  <a:cubicBezTo>
                    <a:pt x="678" y="3083"/>
                    <a:pt x="1" y="2388"/>
                    <a:pt x="1" y="1551"/>
                  </a:cubicBezTo>
                  <a:cubicBezTo>
                    <a:pt x="1" y="696"/>
                    <a:pt x="678" y="1"/>
                    <a:pt x="1533" y="1"/>
                  </a:cubicBezTo>
                  <a:cubicBezTo>
                    <a:pt x="2388" y="1"/>
                    <a:pt x="3065" y="696"/>
                    <a:pt x="3065" y="155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653275" y="883381"/>
              <a:ext cx="107827" cy="107819"/>
            </a:xfrm>
            <a:custGeom>
              <a:avLst/>
              <a:gdLst/>
              <a:ahLst/>
              <a:cxnLst/>
              <a:rect l="l" t="t" r="r" b="b"/>
              <a:pathLst>
                <a:path w="3065" h="3065" extrusionOk="0">
                  <a:moveTo>
                    <a:pt x="3064" y="1532"/>
                  </a:moveTo>
                  <a:cubicBezTo>
                    <a:pt x="3064" y="2387"/>
                    <a:pt x="2387" y="3064"/>
                    <a:pt x="1532" y="3064"/>
                  </a:cubicBezTo>
                  <a:cubicBezTo>
                    <a:pt x="677" y="3064"/>
                    <a:pt x="0" y="2387"/>
                    <a:pt x="0" y="1532"/>
                  </a:cubicBezTo>
                  <a:cubicBezTo>
                    <a:pt x="0" y="677"/>
                    <a:pt x="677" y="0"/>
                    <a:pt x="1532" y="0"/>
                  </a:cubicBezTo>
                  <a:cubicBezTo>
                    <a:pt x="2387" y="0"/>
                    <a:pt x="3064" y="677"/>
                    <a:pt x="3064" y="153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5041963" y="2824293"/>
              <a:ext cx="140247" cy="140224"/>
            </a:xfrm>
            <a:custGeom>
              <a:avLst/>
              <a:gdLst/>
              <a:ahLst/>
              <a:cxnLst/>
              <a:rect l="l" t="t" r="r" b="b"/>
              <a:pathLst>
                <a:path w="3065" h="3065" extrusionOk="0">
                  <a:moveTo>
                    <a:pt x="3064" y="1532"/>
                  </a:moveTo>
                  <a:cubicBezTo>
                    <a:pt x="3064" y="2387"/>
                    <a:pt x="2387" y="3064"/>
                    <a:pt x="1532" y="3064"/>
                  </a:cubicBezTo>
                  <a:cubicBezTo>
                    <a:pt x="677" y="3064"/>
                    <a:pt x="0" y="2387"/>
                    <a:pt x="0" y="1532"/>
                  </a:cubicBezTo>
                  <a:cubicBezTo>
                    <a:pt x="0" y="677"/>
                    <a:pt x="677" y="0"/>
                    <a:pt x="1532" y="0"/>
                  </a:cubicBezTo>
                  <a:cubicBezTo>
                    <a:pt x="2387" y="0"/>
                    <a:pt x="3064" y="677"/>
                    <a:pt x="3064" y="15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5692426" y="4028640"/>
              <a:ext cx="416654" cy="491569"/>
            </a:xfrm>
            <a:custGeom>
              <a:avLst/>
              <a:gdLst/>
              <a:ahLst/>
              <a:cxnLst/>
              <a:rect l="l" t="t" r="r" b="b"/>
              <a:pathLst>
                <a:path w="6040" h="7126" extrusionOk="0">
                  <a:moveTo>
                    <a:pt x="5844" y="2726"/>
                  </a:moveTo>
                  <a:lnTo>
                    <a:pt x="3225" y="107"/>
                  </a:lnTo>
                  <a:cubicBezTo>
                    <a:pt x="3118" y="0"/>
                    <a:pt x="2922" y="0"/>
                    <a:pt x="2815" y="107"/>
                  </a:cubicBezTo>
                  <a:lnTo>
                    <a:pt x="197" y="2726"/>
                  </a:lnTo>
                  <a:cubicBezTo>
                    <a:pt x="1" y="2922"/>
                    <a:pt x="143" y="3260"/>
                    <a:pt x="410" y="3242"/>
                  </a:cubicBezTo>
                  <a:lnTo>
                    <a:pt x="749" y="3242"/>
                  </a:lnTo>
                  <a:cubicBezTo>
                    <a:pt x="909" y="3242"/>
                    <a:pt x="1052" y="3367"/>
                    <a:pt x="1052" y="3545"/>
                  </a:cubicBezTo>
                  <a:lnTo>
                    <a:pt x="1052" y="6823"/>
                  </a:lnTo>
                  <a:cubicBezTo>
                    <a:pt x="1052" y="6983"/>
                    <a:pt x="1177" y="7126"/>
                    <a:pt x="1337" y="7126"/>
                  </a:cubicBezTo>
                  <a:lnTo>
                    <a:pt x="4722" y="7126"/>
                  </a:lnTo>
                  <a:cubicBezTo>
                    <a:pt x="4864" y="7108"/>
                    <a:pt x="4989" y="6983"/>
                    <a:pt x="4989" y="6823"/>
                  </a:cubicBezTo>
                  <a:lnTo>
                    <a:pt x="4989" y="3545"/>
                  </a:lnTo>
                  <a:cubicBezTo>
                    <a:pt x="4989" y="3367"/>
                    <a:pt x="5131" y="3242"/>
                    <a:pt x="5292" y="3242"/>
                  </a:cubicBezTo>
                  <a:lnTo>
                    <a:pt x="5630" y="3242"/>
                  </a:lnTo>
                  <a:cubicBezTo>
                    <a:pt x="5897" y="3242"/>
                    <a:pt x="6040" y="2922"/>
                    <a:pt x="5844" y="272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 rot="-1685758">
              <a:off x="6377366" y="1295459"/>
              <a:ext cx="59549" cy="60168"/>
            </a:xfrm>
            <a:custGeom>
              <a:avLst/>
              <a:gdLst/>
              <a:ahLst/>
              <a:cxnLst/>
              <a:rect l="l" t="t" r="r" b="b"/>
              <a:pathLst>
                <a:path w="1729" h="1747" fill="none" extrusionOk="0">
                  <a:moveTo>
                    <a:pt x="1729" y="749"/>
                  </a:moveTo>
                  <a:cubicBezTo>
                    <a:pt x="1729" y="1408"/>
                    <a:pt x="927" y="1746"/>
                    <a:pt x="464" y="1265"/>
                  </a:cubicBezTo>
                  <a:cubicBezTo>
                    <a:pt x="1" y="802"/>
                    <a:pt x="322" y="1"/>
                    <a:pt x="998" y="1"/>
                  </a:cubicBezTo>
                  <a:cubicBezTo>
                    <a:pt x="1408" y="1"/>
                    <a:pt x="1729" y="339"/>
                    <a:pt x="1729" y="7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 rot="-1685758">
              <a:off x="7465216" y="4052484"/>
              <a:ext cx="59549" cy="60168"/>
            </a:xfrm>
            <a:custGeom>
              <a:avLst/>
              <a:gdLst/>
              <a:ahLst/>
              <a:cxnLst/>
              <a:rect l="l" t="t" r="r" b="b"/>
              <a:pathLst>
                <a:path w="1729" h="1747" fill="none" extrusionOk="0">
                  <a:moveTo>
                    <a:pt x="1729" y="749"/>
                  </a:moveTo>
                  <a:cubicBezTo>
                    <a:pt x="1729" y="1408"/>
                    <a:pt x="927" y="1746"/>
                    <a:pt x="464" y="1265"/>
                  </a:cubicBezTo>
                  <a:cubicBezTo>
                    <a:pt x="1" y="802"/>
                    <a:pt x="322" y="1"/>
                    <a:pt x="998" y="1"/>
                  </a:cubicBezTo>
                  <a:cubicBezTo>
                    <a:pt x="1408" y="1"/>
                    <a:pt x="1729" y="339"/>
                    <a:pt x="1729" y="7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575627" y="3816888"/>
              <a:ext cx="335779" cy="396117"/>
            </a:xfrm>
            <a:custGeom>
              <a:avLst/>
              <a:gdLst/>
              <a:ahLst/>
              <a:cxnLst/>
              <a:rect l="l" t="t" r="r" b="b"/>
              <a:pathLst>
                <a:path w="6040" h="7126" extrusionOk="0">
                  <a:moveTo>
                    <a:pt x="5844" y="2726"/>
                  </a:moveTo>
                  <a:lnTo>
                    <a:pt x="3225" y="107"/>
                  </a:lnTo>
                  <a:cubicBezTo>
                    <a:pt x="3118" y="0"/>
                    <a:pt x="2922" y="0"/>
                    <a:pt x="2815" y="107"/>
                  </a:cubicBezTo>
                  <a:lnTo>
                    <a:pt x="197" y="2726"/>
                  </a:lnTo>
                  <a:cubicBezTo>
                    <a:pt x="1" y="2922"/>
                    <a:pt x="143" y="3260"/>
                    <a:pt x="410" y="3242"/>
                  </a:cubicBezTo>
                  <a:lnTo>
                    <a:pt x="749" y="3242"/>
                  </a:lnTo>
                  <a:cubicBezTo>
                    <a:pt x="909" y="3242"/>
                    <a:pt x="1052" y="3367"/>
                    <a:pt x="1052" y="3545"/>
                  </a:cubicBezTo>
                  <a:lnTo>
                    <a:pt x="1052" y="6823"/>
                  </a:lnTo>
                  <a:cubicBezTo>
                    <a:pt x="1052" y="6983"/>
                    <a:pt x="1177" y="7126"/>
                    <a:pt x="1337" y="7126"/>
                  </a:cubicBezTo>
                  <a:lnTo>
                    <a:pt x="4722" y="7126"/>
                  </a:lnTo>
                  <a:cubicBezTo>
                    <a:pt x="4864" y="7108"/>
                    <a:pt x="4989" y="6983"/>
                    <a:pt x="4989" y="6823"/>
                  </a:cubicBezTo>
                  <a:lnTo>
                    <a:pt x="4989" y="3545"/>
                  </a:lnTo>
                  <a:cubicBezTo>
                    <a:pt x="4989" y="3367"/>
                    <a:pt x="5131" y="3242"/>
                    <a:pt x="5292" y="3242"/>
                  </a:cubicBezTo>
                  <a:lnTo>
                    <a:pt x="5630" y="3242"/>
                  </a:lnTo>
                  <a:cubicBezTo>
                    <a:pt x="5897" y="3242"/>
                    <a:pt x="6040" y="2922"/>
                    <a:pt x="5844" y="272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5138089" y="1527749"/>
              <a:ext cx="107827" cy="108460"/>
            </a:xfrm>
            <a:custGeom>
              <a:avLst/>
              <a:gdLst/>
              <a:ahLst/>
              <a:cxnLst/>
              <a:rect l="l" t="t" r="r" b="b"/>
              <a:pathLst>
                <a:path w="3065" h="3083" fill="none" extrusionOk="0">
                  <a:moveTo>
                    <a:pt x="3065" y="1551"/>
                  </a:moveTo>
                  <a:cubicBezTo>
                    <a:pt x="3065" y="2388"/>
                    <a:pt x="2388" y="3083"/>
                    <a:pt x="1533" y="3083"/>
                  </a:cubicBezTo>
                  <a:cubicBezTo>
                    <a:pt x="678" y="3083"/>
                    <a:pt x="1" y="2388"/>
                    <a:pt x="1" y="1551"/>
                  </a:cubicBezTo>
                  <a:cubicBezTo>
                    <a:pt x="1" y="696"/>
                    <a:pt x="678" y="1"/>
                    <a:pt x="1533" y="1"/>
                  </a:cubicBezTo>
                  <a:cubicBezTo>
                    <a:pt x="2388" y="1"/>
                    <a:pt x="3065" y="696"/>
                    <a:pt x="3065" y="155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2" name="Google Shape;152;p1"/>
            <p:cNvGrpSpPr/>
            <p:nvPr/>
          </p:nvGrpSpPr>
          <p:grpSpPr>
            <a:xfrm>
              <a:off x="6882694" y="2040319"/>
              <a:ext cx="1861178" cy="1904065"/>
              <a:chOff x="6882694" y="2040319"/>
              <a:chExt cx="1861178" cy="1904065"/>
            </a:xfrm>
          </p:grpSpPr>
          <p:grpSp>
            <p:nvGrpSpPr>
              <p:cNvPr id="153" name="Google Shape;153;p1"/>
              <p:cNvGrpSpPr/>
              <p:nvPr/>
            </p:nvGrpSpPr>
            <p:grpSpPr>
              <a:xfrm rot="1800000">
                <a:off x="7153488" y="2273972"/>
                <a:ext cx="1319590" cy="1436760"/>
                <a:chOff x="2956444" y="-416775"/>
                <a:chExt cx="1627918" cy="1772276"/>
              </a:xfrm>
            </p:grpSpPr>
            <p:sp>
              <p:nvSpPr>
                <p:cNvPr id="154" name="Google Shape;154;p1"/>
                <p:cNvSpPr/>
                <p:nvPr/>
              </p:nvSpPr>
              <p:spPr>
                <a:xfrm rot="-1685758">
                  <a:off x="3256913" y="-103587"/>
                  <a:ext cx="989043" cy="989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17" h="28717" extrusionOk="0">
                      <a:moveTo>
                        <a:pt x="27541" y="12221"/>
                      </a:moveTo>
                      <a:cubicBezTo>
                        <a:pt x="28717" y="19507"/>
                        <a:pt x="23765" y="26365"/>
                        <a:pt x="16479" y="27541"/>
                      </a:cubicBezTo>
                      <a:cubicBezTo>
                        <a:pt x="9210" y="28717"/>
                        <a:pt x="2352" y="23765"/>
                        <a:pt x="1176" y="16478"/>
                      </a:cubicBezTo>
                      <a:cubicBezTo>
                        <a:pt x="0" y="9192"/>
                        <a:pt x="4953" y="2334"/>
                        <a:pt x="12239" y="1158"/>
                      </a:cubicBezTo>
                      <a:cubicBezTo>
                        <a:pt x="19525" y="0"/>
                        <a:pt x="26383" y="4953"/>
                        <a:pt x="27541" y="1222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chemeClr val="lt1"/>
                    </a:gs>
                  </a:gsLst>
                  <a:lin ang="8100019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5" name="Google Shape;155;p1"/>
                <p:cNvSpPr/>
                <p:nvPr/>
              </p:nvSpPr>
              <p:spPr>
                <a:xfrm rot="-1685758">
                  <a:off x="4089280" y="737191"/>
                  <a:ext cx="118443" cy="204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9" h="5951" extrusionOk="0">
                      <a:moveTo>
                        <a:pt x="1" y="499"/>
                      </a:moveTo>
                      <a:lnTo>
                        <a:pt x="2227" y="0"/>
                      </a:lnTo>
                      <a:lnTo>
                        <a:pt x="3439" y="5451"/>
                      </a:lnTo>
                      <a:lnTo>
                        <a:pt x="1230" y="595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6" name="Google Shape;156;p1"/>
                <p:cNvSpPr/>
                <p:nvPr/>
              </p:nvSpPr>
              <p:spPr>
                <a:xfrm rot="-1685758">
                  <a:off x="4188388" y="804968"/>
                  <a:ext cx="292714" cy="511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99" h="14859" extrusionOk="0">
                      <a:moveTo>
                        <a:pt x="1" y="1266"/>
                      </a:moveTo>
                      <a:lnTo>
                        <a:pt x="5648" y="1"/>
                      </a:lnTo>
                      <a:lnTo>
                        <a:pt x="8213" y="11456"/>
                      </a:lnTo>
                      <a:cubicBezTo>
                        <a:pt x="8498" y="12774"/>
                        <a:pt x="7679" y="14057"/>
                        <a:pt x="6378" y="14359"/>
                      </a:cubicBezTo>
                      <a:lnTo>
                        <a:pt x="5452" y="14555"/>
                      </a:lnTo>
                      <a:cubicBezTo>
                        <a:pt x="4151" y="14858"/>
                        <a:pt x="2851" y="14021"/>
                        <a:pt x="2566" y="12720"/>
                      </a:cubicBezTo>
                      <a:lnTo>
                        <a:pt x="1" y="1266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" name="Google Shape;157;p1"/>
                <p:cNvSpPr/>
                <p:nvPr/>
              </p:nvSpPr>
              <p:spPr>
                <a:xfrm rot="-1685758">
                  <a:off x="3167104" y="-212431"/>
                  <a:ext cx="1164555" cy="118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34436" extrusionOk="0">
                      <a:moveTo>
                        <a:pt x="13344" y="1924"/>
                      </a:moveTo>
                      <a:cubicBezTo>
                        <a:pt x="7038" y="3349"/>
                        <a:pt x="2210" y="8408"/>
                        <a:pt x="1105" y="14768"/>
                      </a:cubicBezTo>
                      <a:cubicBezTo>
                        <a:pt x="1" y="21128"/>
                        <a:pt x="2833" y="27523"/>
                        <a:pt x="8285" y="30979"/>
                      </a:cubicBezTo>
                      <a:cubicBezTo>
                        <a:pt x="13754" y="34435"/>
                        <a:pt x="20737" y="34275"/>
                        <a:pt x="26028" y="30552"/>
                      </a:cubicBezTo>
                      <a:cubicBezTo>
                        <a:pt x="31301" y="26828"/>
                        <a:pt x="33813" y="20308"/>
                        <a:pt x="32405" y="14002"/>
                      </a:cubicBezTo>
                      <a:cubicBezTo>
                        <a:pt x="30481" y="5416"/>
                        <a:pt x="21948" y="0"/>
                        <a:pt x="13344" y="1924"/>
                      </a:cubicBezTo>
                      <a:close/>
                      <a:moveTo>
                        <a:pt x="19757" y="30534"/>
                      </a:moveTo>
                      <a:cubicBezTo>
                        <a:pt x="14484" y="31710"/>
                        <a:pt x="9015" y="29607"/>
                        <a:pt x="5897" y="25190"/>
                      </a:cubicBezTo>
                      <a:cubicBezTo>
                        <a:pt x="2798" y="20772"/>
                        <a:pt x="2655" y="14911"/>
                        <a:pt x="5541" y="10350"/>
                      </a:cubicBezTo>
                      <a:cubicBezTo>
                        <a:pt x="8445" y="5790"/>
                        <a:pt x="13789" y="3403"/>
                        <a:pt x="19116" y="4329"/>
                      </a:cubicBezTo>
                      <a:cubicBezTo>
                        <a:pt x="24442" y="5255"/>
                        <a:pt x="28682" y="9299"/>
                        <a:pt x="29876" y="14572"/>
                      </a:cubicBezTo>
                      <a:cubicBezTo>
                        <a:pt x="31479" y="21769"/>
                        <a:pt x="26954" y="28913"/>
                        <a:pt x="19757" y="3053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dk2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" name="Google Shape;158;p1"/>
                <p:cNvSpPr/>
                <p:nvPr/>
              </p:nvSpPr>
              <p:spPr>
                <a:xfrm rot="-1685758">
                  <a:off x="3633731" y="686682"/>
                  <a:ext cx="59549" cy="60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46" fill="none" extrusionOk="0">
                      <a:moveTo>
                        <a:pt x="1729" y="748"/>
                      </a:moveTo>
                      <a:cubicBezTo>
                        <a:pt x="1729" y="1408"/>
                        <a:pt x="945" y="1746"/>
                        <a:pt x="464" y="1283"/>
                      </a:cubicBezTo>
                      <a:cubicBezTo>
                        <a:pt x="1" y="820"/>
                        <a:pt x="321" y="18"/>
                        <a:pt x="980" y="18"/>
                      </a:cubicBezTo>
                      <a:cubicBezTo>
                        <a:pt x="1390" y="0"/>
                        <a:pt x="1729" y="339"/>
                        <a:pt x="1729" y="748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1"/>
                <p:cNvSpPr/>
                <p:nvPr/>
              </p:nvSpPr>
              <p:spPr>
                <a:xfrm rot="-1685758">
                  <a:off x="3920185" y="240959"/>
                  <a:ext cx="59549" cy="60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47" fill="none" extrusionOk="0">
                      <a:moveTo>
                        <a:pt x="1729" y="749"/>
                      </a:moveTo>
                      <a:cubicBezTo>
                        <a:pt x="1729" y="1408"/>
                        <a:pt x="927" y="1746"/>
                        <a:pt x="464" y="1283"/>
                      </a:cubicBezTo>
                      <a:cubicBezTo>
                        <a:pt x="1" y="802"/>
                        <a:pt x="321" y="0"/>
                        <a:pt x="998" y="0"/>
                      </a:cubicBezTo>
                      <a:cubicBezTo>
                        <a:pt x="1408" y="0"/>
                        <a:pt x="1729" y="339"/>
                        <a:pt x="1729" y="749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" name="Google Shape;160;p1"/>
                <p:cNvSpPr/>
                <p:nvPr/>
              </p:nvSpPr>
              <p:spPr>
                <a:xfrm rot="-1685758">
                  <a:off x="3804917" y="483952"/>
                  <a:ext cx="59549" cy="59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fill="none" extrusionOk="0">
                      <a:moveTo>
                        <a:pt x="1729" y="749"/>
                      </a:moveTo>
                      <a:cubicBezTo>
                        <a:pt x="1729" y="1408"/>
                        <a:pt x="927" y="1729"/>
                        <a:pt x="464" y="1266"/>
                      </a:cubicBezTo>
                      <a:cubicBezTo>
                        <a:pt x="1" y="803"/>
                        <a:pt x="322" y="1"/>
                        <a:pt x="999" y="1"/>
                      </a:cubicBezTo>
                      <a:cubicBezTo>
                        <a:pt x="1390" y="1"/>
                        <a:pt x="1729" y="339"/>
                        <a:pt x="1729" y="749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" name="Google Shape;161;p1"/>
                <p:cNvSpPr/>
                <p:nvPr/>
              </p:nvSpPr>
              <p:spPr>
                <a:xfrm rot="-1685758">
                  <a:off x="3656982" y="206840"/>
                  <a:ext cx="59549" cy="59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fill="none" extrusionOk="0">
                      <a:moveTo>
                        <a:pt x="1729" y="731"/>
                      </a:moveTo>
                      <a:cubicBezTo>
                        <a:pt x="1729" y="1390"/>
                        <a:pt x="927" y="1729"/>
                        <a:pt x="464" y="1266"/>
                      </a:cubicBezTo>
                      <a:cubicBezTo>
                        <a:pt x="1" y="785"/>
                        <a:pt x="322" y="1"/>
                        <a:pt x="999" y="1"/>
                      </a:cubicBezTo>
                      <a:cubicBezTo>
                        <a:pt x="1390" y="1"/>
                        <a:pt x="1729" y="322"/>
                        <a:pt x="1729" y="73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" name="Google Shape;162;p1"/>
                <p:cNvSpPr/>
                <p:nvPr/>
              </p:nvSpPr>
              <p:spPr>
                <a:xfrm rot="-1685758">
                  <a:off x="3625057" y="514757"/>
                  <a:ext cx="17221" cy="173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" h="5042" fill="none" extrusionOk="0">
                      <a:moveTo>
                        <a:pt x="1" y="5042"/>
                      </a:moveTo>
                      <a:lnTo>
                        <a:pt x="500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" name="Google Shape;163;p1"/>
                <p:cNvSpPr/>
                <p:nvPr/>
              </p:nvSpPr>
              <p:spPr>
                <a:xfrm rot="-1685758">
                  <a:off x="3641679" y="449510"/>
                  <a:ext cx="154675" cy="975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1" h="2833" fill="none" extrusionOk="0">
                      <a:moveTo>
                        <a:pt x="1" y="0"/>
                      </a:moveTo>
                      <a:lnTo>
                        <a:pt x="4490" y="283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Google Shape;164;p1"/>
                <p:cNvSpPr/>
                <p:nvPr/>
              </p:nvSpPr>
              <p:spPr>
                <a:xfrm rot="-1685758">
                  <a:off x="3762760" y="237601"/>
                  <a:ext cx="34" cy="26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7643" fill="none" extrusionOk="0">
                      <a:moveTo>
                        <a:pt x="1" y="7643"/>
                      </a:moveTo>
                      <a:lnTo>
                        <a:pt x="1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" name="Google Shape;165;p1"/>
                <p:cNvSpPr/>
                <p:nvPr/>
              </p:nvSpPr>
              <p:spPr>
                <a:xfrm rot="-1685758">
                  <a:off x="3732400" y="186253"/>
                  <a:ext cx="173652" cy="12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2" h="3564" fill="none" extrusionOk="0">
                      <a:moveTo>
                        <a:pt x="0" y="1"/>
                      </a:moveTo>
                      <a:lnTo>
                        <a:pt x="5042" y="356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" name="Google Shape;166;p1"/>
                <p:cNvSpPr/>
                <p:nvPr/>
              </p:nvSpPr>
              <p:spPr>
                <a:xfrm rot="-1685758">
                  <a:off x="3885238" y="25901"/>
                  <a:ext cx="654" cy="23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" h="6700" fill="none" extrusionOk="0">
                      <a:moveTo>
                        <a:pt x="0" y="6699"/>
                      </a:moveTo>
                      <a:lnTo>
                        <a:pt x="18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1"/>
                <p:cNvSpPr/>
                <p:nvPr/>
              </p:nvSpPr>
              <p:spPr>
                <a:xfrm rot="-1685758">
                  <a:off x="3819341" y="33672"/>
                  <a:ext cx="34992" cy="30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" h="874" fill="none" extrusionOk="0">
                      <a:moveTo>
                        <a:pt x="1016" y="838"/>
                      </a:moveTo>
                      <a:lnTo>
                        <a:pt x="481" y="0"/>
                      </a:lnTo>
                      <a:lnTo>
                        <a:pt x="0" y="87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17814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8" name="Google Shape;168;p1"/>
              <p:cNvSpPr/>
              <p:nvPr/>
            </p:nvSpPr>
            <p:spPr>
              <a:xfrm rot="113924">
                <a:off x="7656437" y="2922773"/>
                <a:ext cx="48270" cy="48274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1729" fill="none" extrusionOk="0">
                    <a:moveTo>
                      <a:pt x="1729" y="731"/>
                    </a:moveTo>
                    <a:cubicBezTo>
                      <a:pt x="1729" y="1390"/>
                      <a:pt x="927" y="1729"/>
                      <a:pt x="464" y="1266"/>
                    </a:cubicBezTo>
                    <a:cubicBezTo>
                      <a:pt x="1" y="785"/>
                      <a:pt x="322" y="1"/>
                      <a:pt x="999" y="1"/>
                    </a:cubicBezTo>
                    <a:cubicBezTo>
                      <a:pt x="1390" y="1"/>
                      <a:pt x="1729" y="322"/>
                      <a:pt x="1729" y="73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9" name="Google Shape;169;p1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559087" y="563601"/>
            <a:ext cx="4538522" cy="973273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25400" cap="flat" cmpd="sng">
            <a:solidFill>
              <a:srgbClr val="BABA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6038" y="600045"/>
            <a:ext cx="4370905" cy="875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/>
              <a:t>OUR TEAM</a:t>
            </a:r>
            <a:endParaRPr/>
          </a:p>
        </p:txBody>
      </p:sp>
      <p:sp>
        <p:nvSpPr>
          <p:cNvPr id="177" name="Google Shape;177;p2"/>
          <p:cNvSpPr txBox="1">
            <a:spLocks noGrp="1"/>
          </p:cNvSpPr>
          <p:nvPr>
            <p:ph type="title" idx="2"/>
          </p:nvPr>
        </p:nvSpPr>
        <p:spPr>
          <a:xfrm>
            <a:off x="1691367" y="2933659"/>
            <a:ext cx="2456104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Md Ashik Miah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"/>
          <p:cNvSpPr txBox="1">
            <a:spLocks noGrp="1"/>
          </p:cNvSpPr>
          <p:nvPr>
            <p:ph type="subTitle" idx="1"/>
          </p:nvPr>
        </p:nvSpPr>
        <p:spPr>
          <a:xfrm>
            <a:off x="1804169" y="3588700"/>
            <a:ext cx="2230500" cy="733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ID:2020-3-60-032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"/>
          <p:cNvSpPr txBox="1">
            <a:spLocks noGrp="1"/>
          </p:cNvSpPr>
          <p:nvPr>
            <p:ph type="title" idx="3"/>
          </p:nvPr>
        </p:nvSpPr>
        <p:spPr>
          <a:xfrm>
            <a:off x="4773758" y="2913908"/>
            <a:ext cx="3012655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Ripon chandra saha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"/>
          <p:cNvSpPr txBox="1">
            <a:spLocks noGrp="1"/>
          </p:cNvSpPr>
          <p:nvPr>
            <p:ph type="subTitle" idx="4"/>
          </p:nvPr>
        </p:nvSpPr>
        <p:spPr>
          <a:xfrm>
            <a:off x="5109344" y="3588700"/>
            <a:ext cx="2230500" cy="72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ID:2020-1-60-233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1" name="Google Shape;181;p2"/>
          <p:cNvCxnSpPr/>
          <p:nvPr/>
        </p:nvCxnSpPr>
        <p:spPr>
          <a:xfrm>
            <a:off x="1826219" y="3569313"/>
            <a:ext cx="218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2" name="Google Shape;182;p2"/>
          <p:cNvCxnSpPr/>
          <p:nvPr/>
        </p:nvCxnSpPr>
        <p:spPr>
          <a:xfrm>
            <a:off x="5131394" y="3569313"/>
            <a:ext cx="218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3" name="Google Shape;183;p2"/>
          <p:cNvPicPr preferRelativeResize="0"/>
          <p:nvPr/>
        </p:nvPicPr>
        <p:blipFill rotWithShape="1">
          <a:blip r:embed="rId3">
            <a:alphaModFix/>
          </a:blip>
          <a:srcRect l="12079" t="8135" r="8" b="29431"/>
          <a:stretch/>
        </p:blipFill>
        <p:spPr>
          <a:xfrm>
            <a:off x="6174150" y="1214575"/>
            <a:ext cx="1612200" cy="1616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4" name="Google Shape;184;p2"/>
          <p:cNvPicPr preferRelativeResize="0"/>
          <p:nvPr/>
        </p:nvPicPr>
        <p:blipFill rotWithShape="1">
          <a:blip r:embed="rId4">
            <a:alphaModFix/>
          </a:blip>
          <a:srcRect t="208" b="208"/>
          <a:stretch/>
        </p:blipFill>
        <p:spPr>
          <a:xfrm flipH="1">
            <a:off x="2197769" y="1381263"/>
            <a:ext cx="1443300" cy="144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85" name="Google Shape;185;p2"/>
          <p:cNvGrpSpPr/>
          <p:nvPr/>
        </p:nvGrpSpPr>
        <p:grpSpPr>
          <a:xfrm>
            <a:off x="6621972" y="734402"/>
            <a:ext cx="695830" cy="243805"/>
            <a:chOff x="2271950" y="2722775"/>
            <a:chExt cx="575875" cy="201775"/>
          </a:xfrm>
        </p:grpSpPr>
        <p:sp>
          <p:nvSpPr>
            <p:cNvPr id="186" name="Google Shape;186;p2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2"/>
          <p:cNvSpPr/>
          <p:nvPr/>
        </p:nvSpPr>
        <p:spPr>
          <a:xfrm rot="7198898">
            <a:off x="899312" y="2533394"/>
            <a:ext cx="700377" cy="696805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"/>
          <p:cNvSpPr/>
          <p:nvPr/>
        </p:nvSpPr>
        <p:spPr>
          <a:xfrm rot="7201932">
            <a:off x="1171737" y="975340"/>
            <a:ext cx="371928" cy="370031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/>
          <p:nvPr/>
        </p:nvSpPr>
        <p:spPr>
          <a:xfrm>
            <a:off x="7786413" y="802050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1110026" y="1711643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2"/>
          <p:cNvGrpSpPr/>
          <p:nvPr/>
        </p:nvGrpSpPr>
        <p:grpSpPr>
          <a:xfrm>
            <a:off x="7476107" y="1145704"/>
            <a:ext cx="953591" cy="334099"/>
            <a:chOff x="2271950" y="2722775"/>
            <a:chExt cx="575875" cy="201775"/>
          </a:xfrm>
        </p:grpSpPr>
        <p:sp>
          <p:nvSpPr>
            <p:cNvPr id="196" name="Google Shape;196;p2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2"/>
          <p:cNvSpPr/>
          <p:nvPr/>
        </p:nvSpPr>
        <p:spPr>
          <a:xfrm>
            <a:off x="7635502" y="2450051"/>
            <a:ext cx="335779" cy="396117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706038" y="3427165"/>
            <a:ext cx="335779" cy="396134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7971276" y="2042072"/>
            <a:ext cx="213431" cy="213401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/>
          <p:nvPr/>
        </p:nvSpPr>
        <p:spPr>
          <a:xfrm rot="-1685758">
            <a:off x="7716228" y="1695209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"/>
          <p:cNvSpPr/>
          <p:nvPr/>
        </p:nvSpPr>
        <p:spPr>
          <a:xfrm>
            <a:off x="7971263" y="3689463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/>
          <p:nvPr/>
        </p:nvSpPr>
        <p:spPr>
          <a:xfrm rot="-1685758">
            <a:off x="732891" y="1614084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722227" y="1106124"/>
            <a:ext cx="107827" cy="108460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8184699" y="3427178"/>
            <a:ext cx="80847" cy="80847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2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212" name="Google Shape;212;p2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2">
            <a:hlinkClick r:id="rId5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"/>
          <p:cNvSpPr txBox="1">
            <a:spLocks noGrp="1"/>
          </p:cNvSpPr>
          <p:nvPr>
            <p:ph type="subTitle" idx="1"/>
          </p:nvPr>
        </p:nvSpPr>
        <p:spPr>
          <a:xfrm>
            <a:off x="706038" y="1875752"/>
            <a:ext cx="7715400" cy="3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Welcome to the presentation on our Data Structure project.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project, we have implemented a data structure-based solution for managing orders in a restaurant.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goal was to create an efficient and organized system to handle both admin order menu and customer orders.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utilizing linked lists, we have designed a solution that allows for easy creation, deletion, and display of orders.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Throughout this presentation, we will provide an overview of the code structure and highlight key functions and their functionalities.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Let's dive into the details of our Data Structure Project.</a:t>
            </a:r>
            <a:endParaRPr/>
          </a:p>
        </p:txBody>
      </p:sp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228" name="Google Shape;228;p3"/>
          <p:cNvSpPr/>
          <p:nvPr/>
        </p:nvSpPr>
        <p:spPr>
          <a:xfrm>
            <a:off x="7546751" y="940338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7093638" y="832531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3"/>
          <p:cNvSpPr/>
          <p:nvPr/>
        </p:nvSpPr>
        <p:spPr>
          <a:xfrm rot="-1685758">
            <a:off x="8328153" y="1334059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8104063" y="726960"/>
            <a:ext cx="213431" cy="213401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3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235" name="Google Shape;235;p3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3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"/>
          <p:cNvSpPr txBox="1">
            <a:spLocks noGrp="1"/>
          </p:cNvSpPr>
          <p:nvPr>
            <p:ph type="subTitle" idx="1"/>
          </p:nvPr>
        </p:nvSpPr>
        <p:spPr>
          <a:xfrm>
            <a:off x="714300" y="1259225"/>
            <a:ext cx="7715400" cy="3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The code provided is a data structure project that utilizes linked lists for data management.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Linked lists are a fundamental data structure consisting of nodes connected together through pointers.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In this project, two types of linked lists are used: one for the admin order menu and another for the customer order.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Linked lists are chosen for their dynamic nature, allowing for efficient insertion, deletion, and traversal of elements.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The code demonstrates the implementation of various functions for creating, deleting, and displaying elements in the linked lists.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It also includes functions for calculating and displaying the bill for the customer order.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Additionally, the code provides functionality for saving and loading the admin order menu to/from a file.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By utilizing linked lists, the code offers flexibility and scalability for managing orders in a restaurant or similar setting.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GB" b="0" i="0">
                <a:solidFill>
                  <a:srgbClr val="FFD283"/>
                </a:solidFill>
                <a:latin typeface="Calibri"/>
                <a:ea typeface="Calibri"/>
                <a:cs typeface="Calibri"/>
                <a:sym typeface="Calibri"/>
              </a:rPr>
              <a:t>The project showcases the practical application of data structures and their importance in efficient data organization and manipulation.</a:t>
            </a:r>
            <a:endParaRPr/>
          </a:p>
        </p:txBody>
      </p:sp>
      <p:sp>
        <p:nvSpPr>
          <p:cNvPr id="250" name="Google Shape;250;p4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Code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7546751" y="940338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7093638" y="832531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"/>
          <p:cNvSpPr/>
          <p:nvPr/>
        </p:nvSpPr>
        <p:spPr>
          <a:xfrm rot="-1685758">
            <a:off x="8328153" y="1334059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8104063" y="726960"/>
            <a:ext cx="213431" cy="213401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4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258" name="Google Shape;258;p4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4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5"/>
          <p:cNvGrpSpPr/>
          <p:nvPr/>
        </p:nvGrpSpPr>
        <p:grpSpPr>
          <a:xfrm>
            <a:off x="7424791" y="2560533"/>
            <a:ext cx="1447577" cy="507202"/>
            <a:chOff x="2271950" y="2722775"/>
            <a:chExt cx="575875" cy="201775"/>
          </a:xfrm>
        </p:grpSpPr>
        <p:sp>
          <p:nvSpPr>
            <p:cNvPr id="273" name="Google Shape;273;p5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p5"/>
          <p:cNvSpPr txBox="1">
            <a:spLocks noGrp="1"/>
          </p:cNvSpPr>
          <p:nvPr>
            <p:ph type="subTitle" idx="1"/>
          </p:nvPr>
        </p:nvSpPr>
        <p:spPr>
          <a:xfrm>
            <a:off x="431025" y="1655318"/>
            <a:ext cx="4291801" cy="364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cafeteria order management system, the following data structures are used: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 "adminnode":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Represents an admin order menu item.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Fields: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(item number): Unique identifier for the menu item.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foodname (food item name): Name of the menu item.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price: Price of the menu item.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next: Pointer to the next item in the admin order menu list.</a:t>
            </a:r>
            <a:endParaRPr/>
          </a:p>
        </p:txBody>
      </p:sp>
      <p:sp>
        <p:nvSpPr>
          <p:cNvPr id="279" name="Google Shape;279;p5"/>
          <p:cNvSpPr txBox="1">
            <a:spLocks noGrp="1"/>
          </p:cNvSpPr>
          <p:nvPr>
            <p:ph type="title"/>
          </p:nvPr>
        </p:nvSpPr>
        <p:spPr>
          <a:xfrm>
            <a:off x="848702" y="843785"/>
            <a:ext cx="3182659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Data Structure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5"/>
          <p:cNvCxnSpPr/>
          <p:nvPr/>
        </p:nvCxnSpPr>
        <p:spPr>
          <a:xfrm>
            <a:off x="1183450" y="1554342"/>
            <a:ext cx="218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1" name="Google Shape;281;p5"/>
          <p:cNvSpPr/>
          <p:nvPr/>
        </p:nvSpPr>
        <p:spPr>
          <a:xfrm>
            <a:off x="4677698" y="1244979"/>
            <a:ext cx="3282852" cy="2593085"/>
          </a:xfrm>
          <a:custGeom>
            <a:avLst/>
            <a:gdLst/>
            <a:ahLst/>
            <a:cxnLst/>
            <a:rect l="l" t="t" r="r" b="b"/>
            <a:pathLst>
              <a:path w="131696" h="100673" extrusionOk="0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8099331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751776" y="1104755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1574076" y="734938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2456563" y="843444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 rot="-1685758">
            <a:off x="722628" y="745422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5"/>
          <p:cNvGrpSpPr/>
          <p:nvPr/>
        </p:nvGrpSpPr>
        <p:grpSpPr>
          <a:xfrm>
            <a:off x="3562255" y="603403"/>
            <a:ext cx="953591" cy="334099"/>
            <a:chOff x="2271950" y="2722775"/>
            <a:chExt cx="575875" cy="201775"/>
          </a:xfrm>
        </p:grpSpPr>
        <p:sp>
          <p:nvSpPr>
            <p:cNvPr id="287" name="Google Shape;287;p5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2" name="Google Shape;292;p5"/>
          <p:cNvSpPr/>
          <p:nvPr/>
        </p:nvSpPr>
        <p:spPr>
          <a:xfrm>
            <a:off x="4225513" y="3567838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277342" y="3136749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/>
          <p:nvPr/>
        </p:nvSpPr>
        <p:spPr>
          <a:xfrm rot="7202853">
            <a:off x="787555" y="3862593"/>
            <a:ext cx="450456" cy="448158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3581638" y="1275210"/>
            <a:ext cx="213431" cy="213401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"/>
          <p:cNvSpPr/>
          <p:nvPr/>
        </p:nvSpPr>
        <p:spPr>
          <a:xfrm rot="-1685758">
            <a:off x="7151203" y="2107897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4677375" y="1009313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6661124" y="2773703"/>
            <a:ext cx="80847" cy="80847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"/>
          <p:cNvSpPr/>
          <p:nvPr/>
        </p:nvSpPr>
        <p:spPr>
          <a:xfrm rot="-1685758">
            <a:off x="4236178" y="1781059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1444450" y="4338269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5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304" name="Google Shape;304;p5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5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4674951" y="3892205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"/>
          <p:cNvSpPr txBox="1"/>
          <p:nvPr/>
        </p:nvSpPr>
        <p:spPr>
          <a:xfrm>
            <a:off x="5273324" y="1521700"/>
            <a:ext cx="2924423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struct adminnode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    int data;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    char foodname[50];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    float price;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    struct adminnode *next;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"/>
          <p:cNvSpPr txBox="1"/>
          <p:nvPr/>
        </p:nvSpPr>
        <p:spPr>
          <a:xfrm>
            <a:off x="5887232" y="1322698"/>
            <a:ext cx="12815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6"/>
          <p:cNvGrpSpPr/>
          <p:nvPr/>
        </p:nvGrpSpPr>
        <p:grpSpPr>
          <a:xfrm>
            <a:off x="7424791" y="2560533"/>
            <a:ext cx="1447577" cy="507202"/>
            <a:chOff x="2271950" y="2722775"/>
            <a:chExt cx="575875" cy="201775"/>
          </a:xfrm>
        </p:grpSpPr>
        <p:sp>
          <p:nvSpPr>
            <p:cNvPr id="322" name="Google Shape;322;p6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6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6"/>
          <p:cNvSpPr txBox="1">
            <a:spLocks noGrp="1"/>
          </p:cNvSpPr>
          <p:nvPr>
            <p:ph type="subTitle" idx="1"/>
          </p:nvPr>
        </p:nvSpPr>
        <p:spPr>
          <a:xfrm>
            <a:off x="431025" y="1655318"/>
            <a:ext cx="4291801" cy="364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 startAt="2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 "customernode":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Represents a customer order item.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Fields: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(item number): Unique identifier for the menu item.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quantity: Quantity of the menu item ordered by the customer.</a:t>
            </a:r>
            <a:endParaRPr/>
          </a:p>
          <a:p>
            <a:pPr marL="1200150" lvl="2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next: Pointer to the next item in the customer order list.</a:t>
            </a:r>
            <a:endParaRPr/>
          </a:p>
        </p:txBody>
      </p:sp>
      <p:sp>
        <p:nvSpPr>
          <p:cNvPr id="328" name="Google Shape;328;p6"/>
          <p:cNvSpPr txBox="1">
            <a:spLocks noGrp="1"/>
          </p:cNvSpPr>
          <p:nvPr>
            <p:ph type="title"/>
          </p:nvPr>
        </p:nvSpPr>
        <p:spPr>
          <a:xfrm>
            <a:off x="848702" y="843785"/>
            <a:ext cx="3164266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Data Structure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6"/>
          <p:cNvCxnSpPr/>
          <p:nvPr/>
        </p:nvCxnSpPr>
        <p:spPr>
          <a:xfrm>
            <a:off x="1183450" y="1554342"/>
            <a:ext cx="2186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" name="Google Shape;330;p6"/>
          <p:cNvSpPr/>
          <p:nvPr/>
        </p:nvSpPr>
        <p:spPr>
          <a:xfrm>
            <a:off x="4677698" y="1244979"/>
            <a:ext cx="3282852" cy="2593085"/>
          </a:xfrm>
          <a:custGeom>
            <a:avLst/>
            <a:gdLst/>
            <a:ahLst/>
            <a:cxnLst/>
            <a:rect l="l" t="t" r="r" b="b"/>
            <a:pathLst>
              <a:path w="131696" h="100673" extrusionOk="0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8099331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751776" y="1104755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1574076" y="734938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2456563" y="843444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"/>
          <p:cNvSpPr/>
          <p:nvPr/>
        </p:nvSpPr>
        <p:spPr>
          <a:xfrm rot="-1685758">
            <a:off x="722628" y="745422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p6"/>
          <p:cNvGrpSpPr/>
          <p:nvPr/>
        </p:nvGrpSpPr>
        <p:grpSpPr>
          <a:xfrm>
            <a:off x="3562255" y="603403"/>
            <a:ext cx="953591" cy="334099"/>
            <a:chOff x="2271950" y="2722775"/>
            <a:chExt cx="575875" cy="201775"/>
          </a:xfrm>
        </p:grpSpPr>
        <p:sp>
          <p:nvSpPr>
            <p:cNvPr id="336" name="Google Shape;336;p6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6"/>
          <p:cNvSpPr/>
          <p:nvPr/>
        </p:nvSpPr>
        <p:spPr>
          <a:xfrm>
            <a:off x="4225513" y="3567838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277342" y="3136749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 rot="7202853">
            <a:off x="787555" y="3862593"/>
            <a:ext cx="450456" cy="448158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3581638" y="1275210"/>
            <a:ext cx="213431" cy="213401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 rot="-1685758">
            <a:off x="7151203" y="2107897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4677375" y="1009313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6661124" y="2773703"/>
            <a:ext cx="80847" cy="80847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"/>
          <p:cNvSpPr/>
          <p:nvPr/>
        </p:nvSpPr>
        <p:spPr>
          <a:xfrm rot="-1685758">
            <a:off x="4236178" y="1781059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1444450" y="4338269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" name="Google Shape;352;p6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353" name="Google Shape;353;p6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6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4674951" y="3892205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 txBox="1"/>
          <p:nvPr/>
        </p:nvSpPr>
        <p:spPr>
          <a:xfrm>
            <a:off x="5273324" y="1521700"/>
            <a:ext cx="2924423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struct customernode {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    int data;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    int quantity;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    struct customernode* next;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CE23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</p:txBody>
      </p:sp>
      <p:sp>
        <p:nvSpPr>
          <p:cNvPr id="365" name="Google Shape;365;p6"/>
          <p:cNvSpPr txBox="1"/>
          <p:nvPr/>
        </p:nvSpPr>
        <p:spPr>
          <a:xfrm>
            <a:off x="5887232" y="1322698"/>
            <a:ext cx="12815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"/>
          <p:cNvSpPr txBox="1">
            <a:spLocks noGrp="1"/>
          </p:cNvSpPr>
          <p:nvPr>
            <p:ph type="title"/>
          </p:nvPr>
        </p:nvSpPr>
        <p:spPr>
          <a:xfrm>
            <a:off x="706038" y="398334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unctions</a:t>
            </a:r>
            <a:endParaRPr/>
          </a:p>
        </p:txBody>
      </p:sp>
      <p:sp>
        <p:nvSpPr>
          <p:cNvPr id="371" name="Google Shape;371;p7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p7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374" name="Google Shape;374;p7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p7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"/>
          <p:cNvSpPr txBox="1">
            <a:spLocks noGrp="1"/>
          </p:cNvSpPr>
          <p:nvPr>
            <p:ph type="subTitle" idx="1"/>
          </p:nvPr>
        </p:nvSpPr>
        <p:spPr>
          <a:xfrm>
            <a:off x="187902" y="1005182"/>
            <a:ext cx="7875444" cy="336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4: Admin Order Menu Functions:</a:t>
            </a:r>
            <a:endParaRPr/>
          </a:p>
          <a:p>
            <a:pPr marL="4572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createadmin: Creates a new admin order menu item.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deleteadmin: Deletes an item from the admin order menu.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displayadmin: Displays the admin order menu.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saveAdminMenuToFile: Saves the admin order menu to a file.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loadAdminMenuFromFile: Loads the admin order menu from a file.</a:t>
            </a:r>
            <a:endParaRPr/>
          </a:p>
          <a:p>
            <a:pPr marL="4572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5: Customer Order Functions:</a:t>
            </a:r>
            <a:endParaRPr/>
          </a:p>
          <a:p>
            <a:pPr marL="4572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createcustomer: Creates a new customer order item.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deletecustomer: Deletes an item from the customer order.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displaycustomer: Displays the customer order.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displaybill: Displays the bill for the customer order.</a:t>
            </a:r>
            <a:endParaRPr/>
          </a:p>
          <a:p>
            <a:pPr marL="4572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i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8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unctions</a:t>
            </a:r>
            <a:endParaRPr/>
          </a:p>
        </p:txBody>
      </p:sp>
      <p:sp>
        <p:nvSpPr>
          <p:cNvPr id="390" name="Google Shape;390;p8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p8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393" name="Google Shape;393;p8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8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"/>
          <p:cNvSpPr txBox="1">
            <a:spLocks noGrp="1"/>
          </p:cNvSpPr>
          <p:nvPr>
            <p:ph type="subTitle" idx="1"/>
          </p:nvPr>
        </p:nvSpPr>
        <p:spPr>
          <a:xfrm>
            <a:off x="194829" y="1222024"/>
            <a:ext cx="4758171" cy="336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cafeteria order management system provides the following functionalities: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new admin order menu item: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 </a:t>
            </a:r>
            <a:r>
              <a:rPr lang="en-GB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createadmin()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Parameters: head (pointer to the head of the admin order menu list), itemno, foodname, price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 new adminnode and adds it to the end of the admin order menu list.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new customer order item: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 </a:t>
            </a:r>
            <a:r>
              <a:rPr lang="en-GB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createcustomer</a:t>
            </a: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Parameters: head (pointer to the head of the customer order list), itemno, quantity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❖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 new customernode and adds it to the end of the customer order list.</a:t>
            </a:r>
            <a:endParaRPr/>
          </a:p>
        </p:txBody>
      </p:sp>
      <p:sp>
        <p:nvSpPr>
          <p:cNvPr id="404" name="Google Shape;404;p8"/>
          <p:cNvSpPr txBox="1"/>
          <p:nvPr/>
        </p:nvSpPr>
        <p:spPr>
          <a:xfrm>
            <a:off x="4953000" y="1222024"/>
            <a:ext cx="3645196" cy="423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❖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Deleting an item from the admin order menu: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❖"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 </a:t>
            </a:r>
            <a:r>
              <a:rPr lang="en-GB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deleteadmin()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❖"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Parameters: head (pointer to the head of the admin order menu list), itemno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❖"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Deletes the adminnode with the specified itemno from the admin order menu list.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❖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Deleting an item from the customer order: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❖"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 </a:t>
            </a:r>
            <a:r>
              <a:rPr lang="en-GB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deletecustomer()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❖"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Parameters: head (pointer to the head of the customer order list), itemno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❖"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Deletes the customernode with the specified itemno from the customer order list.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77154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Function:</a:t>
            </a:r>
            <a:endParaRPr/>
          </a:p>
        </p:txBody>
      </p:sp>
      <p:sp>
        <p:nvSpPr>
          <p:cNvPr id="410" name="Google Shape;410;p9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9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2" name="Google Shape;412;p9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413" name="Google Shape;413;p9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2" name="Google Shape;422;p9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9"/>
          <p:cNvSpPr txBox="1">
            <a:spLocks noGrp="1"/>
          </p:cNvSpPr>
          <p:nvPr>
            <p:ph type="subTitle" idx="1"/>
          </p:nvPr>
        </p:nvSpPr>
        <p:spPr>
          <a:xfrm>
            <a:off x="194829" y="1222024"/>
            <a:ext cx="4758171" cy="336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Initializes admin order menu from file.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admin and customer order management menu.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Menu: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 required for access.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Add, delete, and view admin order menu items.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admin order menu to file.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Order Menu: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orders, delete items, view order.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bill.</a:t>
            </a:r>
            <a:endParaRPr/>
          </a:p>
        </p:txBody>
      </p:sp>
      <p:pic>
        <p:nvPicPr>
          <p:cNvPr id="424" name="Google Shape;42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1061" y="667289"/>
            <a:ext cx="2296685" cy="232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9"/>
          <p:cNvPicPr preferRelativeResize="0"/>
          <p:nvPr/>
        </p:nvPicPr>
        <p:blipFill rotWithShape="1">
          <a:blip r:embed="rId5">
            <a:alphaModFix/>
          </a:blip>
          <a:srcRect t="48589" r="9043" b="789"/>
          <a:stretch/>
        </p:blipFill>
        <p:spPr>
          <a:xfrm>
            <a:off x="5901062" y="3117272"/>
            <a:ext cx="2296685" cy="11914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6" name="Google Shape;426;p9"/>
          <p:cNvGrpSpPr/>
          <p:nvPr/>
        </p:nvGrpSpPr>
        <p:grpSpPr>
          <a:xfrm>
            <a:off x="4160691" y="2658464"/>
            <a:ext cx="953591" cy="334099"/>
            <a:chOff x="2271950" y="2722775"/>
            <a:chExt cx="575875" cy="201775"/>
          </a:xfrm>
        </p:grpSpPr>
        <p:sp>
          <p:nvSpPr>
            <p:cNvPr id="427" name="Google Shape;427;p9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9"/>
          <p:cNvSpPr/>
          <p:nvPr/>
        </p:nvSpPr>
        <p:spPr>
          <a:xfrm rot="-1685758">
            <a:off x="7151203" y="1865722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9"/>
          <p:cNvGrpSpPr/>
          <p:nvPr/>
        </p:nvGrpSpPr>
        <p:grpSpPr>
          <a:xfrm>
            <a:off x="4084554" y="521151"/>
            <a:ext cx="695830" cy="243805"/>
            <a:chOff x="2271950" y="2722775"/>
            <a:chExt cx="575875" cy="201775"/>
          </a:xfrm>
        </p:grpSpPr>
        <p:sp>
          <p:nvSpPr>
            <p:cNvPr id="434" name="Google Shape;434;p9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9"/>
          <p:cNvSpPr/>
          <p:nvPr/>
        </p:nvSpPr>
        <p:spPr>
          <a:xfrm rot="7201932">
            <a:off x="3348047" y="3736461"/>
            <a:ext cx="371928" cy="370031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"/>
          <p:cNvSpPr/>
          <p:nvPr/>
        </p:nvSpPr>
        <p:spPr>
          <a:xfrm flipH="1">
            <a:off x="3551288" y="1243180"/>
            <a:ext cx="5731292" cy="298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8375" rIns="0" bIns="198375" anchor="ctr" anchorCtr="0">
            <a:spAutoFit/>
          </a:bodyPr>
          <a:lstStyle/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saveAdminMenuToFile: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Functionality: Writes the admin order menu items to a file named "admin_menu.txt".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Parameters: None.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Returns: None.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Name: "admin_menu.txt".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loadAdminMenuFromFile: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Functionality: Reads the admin order menu items from the file "admin_menu.txt".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Parameters: None.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Returns: Updated list of admin order menu items.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Name: "admin_menu.txt".</a:t>
            </a:r>
            <a:endParaRPr/>
          </a:p>
        </p:txBody>
      </p:sp>
      <p:sp>
        <p:nvSpPr>
          <p:cNvPr id="445" name="Google Shape;445;p10"/>
          <p:cNvSpPr txBox="1">
            <a:spLocks noGrp="1"/>
          </p:cNvSpPr>
          <p:nvPr>
            <p:ph type="title"/>
          </p:nvPr>
        </p:nvSpPr>
        <p:spPr>
          <a:xfrm>
            <a:off x="4118965" y="494736"/>
            <a:ext cx="40452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File operations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3743178" y="772016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5694800" y="4148331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0"/>
          <p:cNvSpPr/>
          <p:nvPr/>
        </p:nvSpPr>
        <p:spPr>
          <a:xfrm rot="-1685758">
            <a:off x="4258316" y="967447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9" name="Google Shape;449;p10"/>
          <p:cNvGrpSpPr/>
          <p:nvPr/>
        </p:nvGrpSpPr>
        <p:grpSpPr>
          <a:xfrm>
            <a:off x="346786" y="956984"/>
            <a:ext cx="3107245" cy="3299166"/>
            <a:chOff x="299357" y="956975"/>
            <a:chExt cx="3107245" cy="3299166"/>
          </a:xfrm>
        </p:grpSpPr>
        <p:grpSp>
          <p:nvGrpSpPr>
            <p:cNvPr id="450" name="Google Shape;450;p10"/>
            <p:cNvGrpSpPr/>
            <p:nvPr/>
          </p:nvGrpSpPr>
          <p:grpSpPr>
            <a:xfrm>
              <a:off x="2494950" y="1297100"/>
              <a:ext cx="65475" cy="397950"/>
              <a:chOff x="2551425" y="1409425"/>
              <a:chExt cx="65475" cy="397950"/>
            </a:xfrm>
          </p:grpSpPr>
          <p:sp>
            <p:nvSpPr>
              <p:cNvPr id="451" name="Google Shape;451;p10"/>
              <p:cNvSpPr/>
              <p:nvPr/>
            </p:nvSpPr>
            <p:spPr>
              <a:xfrm>
                <a:off x="2568775" y="1499550"/>
                <a:ext cx="3610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234" extrusionOk="0">
                    <a:moveTo>
                      <a:pt x="621" y="0"/>
                    </a:moveTo>
                    <a:cubicBezTo>
                      <a:pt x="304" y="0"/>
                      <a:pt x="1" y="248"/>
                      <a:pt x="1" y="610"/>
                    </a:cubicBezTo>
                    <a:cubicBezTo>
                      <a:pt x="1" y="949"/>
                      <a:pt x="268" y="1234"/>
                      <a:pt x="607" y="1234"/>
                    </a:cubicBezTo>
                    <a:cubicBezTo>
                      <a:pt x="1159" y="1234"/>
                      <a:pt x="1444" y="575"/>
                      <a:pt x="1052" y="183"/>
                    </a:cubicBezTo>
                    <a:cubicBezTo>
                      <a:pt x="926" y="56"/>
                      <a:pt x="772" y="0"/>
                      <a:pt x="6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59875" y="1490575"/>
                <a:ext cx="57025" cy="48750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1950" extrusionOk="0">
                    <a:moveTo>
                      <a:pt x="984" y="96"/>
                    </a:moveTo>
                    <a:cubicBezTo>
                      <a:pt x="1772" y="96"/>
                      <a:pt x="2169" y="1046"/>
                      <a:pt x="1622" y="1611"/>
                    </a:cubicBezTo>
                    <a:cubicBezTo>
                      <a:pt x="1435" y="1797"/>
                      <a:pt x="1207" y="1880"/>
                      <a:pt x="984" y="1880"/>
                    </a:cubicBezTo>
                    <a:cubicBezTo>
                      <a:pt x="525" y="1880"/>
                      <a:pt x="90" y="1527"/>
                      <a:pt x="90" y="987"/>
                    </a:cubicBezTo>
                    <a:cubicBezTo>
                      <a:pt x="90" y="488"/>
                      <a:pt x="482" y="96"/>
                      <a:pt x="963" y="96"/>
                    </a:cubicBezTo>
                    <a:cubicBezTo>
                      <a:pt x="970" y="96"/>
                      <a:pt x="977" y="96"/>
                      <a:pt x="984" y="96"/>
                    </a:cubicBezTo>
                    <a:close/>
                    <a:moveTo>
                      <a:pt x="979" y="0"/>
                    </a:moveTo>
                    <a:cubicBezTo>
                      <a:pt x="481" y="0"/>
                      <a:pt x="1" y="391"/>
                      <a:pt x="1" y="969"/>
                    </a:cubicBezTo>
                    <a:cubicBezTo>
                      <a:pt x="1" y="1504"/>
                      <a:pt x="428" y="1949"/>
                      <a:pt x="963" y="1949"/>
                    </a:cubicBezTo>
                    <a:cubicBezTo>
                      <a:pt x="1835" y="1949"/>
                      <a:pt x="2281" y="898"/>
                      <a:pt x="1657" y="292"/>
                    </a:cubicBezTo>
                    <a:cubicBezTo>
                      <a:pt x="1461" y="90"/>
                      <a:pt x="1218" y="0"/>
                      <a:pt x="9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568775" y="1418400"/>
                <a:ext cx="36100" cy="309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238" extrusionOk="0">
                    <a:moveTo>
                      <a:pt x="613" y="0"/>
                    </a:moveTo>
                    <a:cubicBezTo>
                      <a:pt x="299" y="0"/>
                      <a:pt x="1" y="243"/>
                      <a:pt x="1" y="614"/>
                    </a:cubicBezTo>
                    <a:cubicBezTo>
                      <a:pt x="1" y="952"/>
                      <a:pt x="268" y="1220"/>
                      <a:pt x="607" y="1238"/>
                    </a:cubicBezTo>
                    <a:cubicBezTo>
                      <a:pt x="1159" y="1238"/>
                      <a:pt x="1444" y="578"/>
                      <a:pt x="1052" y="186"/>
                    </a:cubicBezTo>
                    <a:cubicBezTo>
                      <a:pt x="923" y="58"/>
                      <a:pt x="766" y="0"/>
                      <a:pt x="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559875" y="1409425"/>
                <a:ext cx="56900" cy="48400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1936" extrusionOk="0">
                    <a:moveTo>
                      <a:pt x="984" y="100"/>
                    </a:moveTo>
                    <a:cubicBezTo>
                      <a:pt x="1772" y="100"/>
                      <a:pt x="2169" y="1049"/>
                      <a:pt x="1604" y="1614"/>
                    </a:cubicBezTo>
                    <a:cubicBezTo>
                      <a:pt x="1426" y="1798"/>
                      <a:pt x="1204" y="1880"/>
                      <a:pt x="985" y="1880"/>
                    </a:cubicBezTo>
                    <a:cubicBezTo>
                      <a:pt x="524" y="1880"/>
                      <a:pt x="78" y="1517"/>
                      <a:pt x="90" y="973"/>
                    </a:cubicBezTo>
                    <a:cubicBezTo>
                      <a:pt x="90" y="492"/>
                      <a:pt x="482" y="100"/>
                      <a:pt x="963" y="100"/>
                    </a:cubicBezTo>
                    <a:cubicBezTo>
                      <a:pt x="970" y="100"/>
                      <a:pt x="977" y="100"/>
                      <a:pt x="984" y="100"/>
                    </a:cubicBezTo>
                    <a:close/>
                    <a:moveTo>
                      <a:pt x="971" y="0"/>
                    </a:moveTo>
                    <a:cubicBezTo>
                      <a:pt x="476" y="0"/>
                      <a:pt x="1" y="386"/>
                      <a:pt x="1" y="973"/>
                    </a:cubicBezTo>
                    <a:cubicBezTo>
                      <a:pt x="1" y="1507"/>
                      <a:pt x="428" y="1935"/>
                      <a:pt x="963" y="1935"/>
                    </a:cubicBezTo>
                    <a:cubicBezTo>
                      <a:pt x="970" y="1935"/>
                      <a:pt x="977" y="1935"/>
                      <a:pt x="984" y="1935"/>
                    </a:cubicBezTo>
                    <a:cubicBezTo>
                      <a:pt x="1843" y="1935"/>
                      <a:pt x="2276" y="897"/>
                      <a:pt x="1657" y="296"/>
                    </a:cubicBezTo>
                    <a:cubicBezTo>
                      <a:pt x="1459" y="92"/>
                      <a:pt x="1213" y="0"/>
                      <a:pt x="9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568775" y="1588075"/>
                <a:ext cx="36100" cy="309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1238" extrusionOk="0">
                    <a:moveTo>
                      <a:pt x="613" y="1"/>
                    </a:moveTo>
                    <a:cubicBezTo>
                      <a:pt x="299" y="1"/>
                      <a:pt x="1" y="243"/>
                      <a:pt x="1" y="614"/>
                    </a:cubicBezTo>
                    <a:cubicBezTo>
                      <a:pt x="1" y="953"/>
                      <a:pt x="268" y="1220"/>
                      <a:pt x="607" y="1238"/>
                    </a:cubicBezTo>
                    <a:cubicBezTo>
                      <a:pt x="1159" y="1238"/>
                      <a:pt x="1444" y="579"/>
                      <a:pt x="1052" y="187"/>
                    </a:cubicBezTo>
                    <a:cubicBezTo>
                      <a:pt x="923" y="58"/>
                      <a:pt x="766" y="1"/>
                      <a:pt x="6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59875" y="1579100"/>
                <a:ext cx="57025" cy="48850"/>
              </a:xfrm>
              <a:custGeom>
                <a:avLst/>
                <a:gdLst/>
                <a:ahLst/>
                <a:cxnLst/>
                <a:rect l="l" t="t" r="r" b="b"/>
                <a:pathLst>
                  <a:path w="2281" h="1954" extrusionOk="0">
                    <a:moveTo>
                      <a:pt x="984" y="100"/>
                    </a:moveTo>
                    <a:cubicBezTo>
                      <a:pt x="1772" y="100"/>
                      <a:pt x="2169" y="1050"/>
                      <a:pt x="1622" y="1615"/>
                    </a:cubicBezTo>
                    <a:cubicBezTo>
                      <a:pt x="1438" y="1793"/>
                      <a:pt x="1213" y="1873"/>
                      <a:pt x="992" y="1873"/>
                    </a:cubicBezTo>
                    <a:cubicBezTo>
                      <a:pt x="531" y="1873"/>
                      <a:pt x="90" y="1522"/>
                      <a:pt x="90" y="991"/>
                    </a:cubicBezTo>
                    <a:cubicBezTo>
                      <a:pt x="90" y="492"/>
                      <a:pt x="482" y="100"/>
                      <a:pt x="963" y="100"/>
                    </a:cubicBezTo>
                    <a:cubicBezTo>
                      <a:pt x="970" y="100"/>
                      <a:pt x="977" y="100"/>
                      <a:pt x="984" y="100"/>
                    </a:cubicBezTo>
                    <a:close/>
                    <a:moveTo>
                      <a:pt x="971" y="1"/>
                    </a:moveTo>
                    <a:cubicBezTo>
                      <a:pt x="476" y="1"/>
                      <a:pt x="1" y="386"/>
                      <a:pt x="1" y="973"/>
                    </a:cubicBezTo>
                    <a:cubicBezTo>
                      <a:pt x="1" y="1508"/>
                      <a:pt x="428" y="1935"/>
                      <a:pt x="963" y="1953"/>
                    </a:cubicBezTo>
                    <a:cubicBezTo>
                      <a:pt x="1835" y="1953"/>
                      <a:pt x="2281" y="902"/>
                      <a:pt x="1657" y="296"/>
                    </a:cubicBezTo>
                    <a:cubicBezTo>
                      <a:pt x="1459" y="92"/>
                      <a:pt x="1213" y="1"/>
                      <a:pt x="97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563450" y="1679125"/>
                <a:ext cx="35650" cy="30950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1238" extrusionOk="0">
                    <a:moveTo>
                      <a:pt x="820" y="1"/>
                    </a:moveTo>
                    <a:cubicBezTo>
                      <a:pt x="267" y="1"/>
                      <a:pt x="0" y="660"/>
                      <a:pt x="374" y="1052"/>
                    </a:cubicBezTo>
                    <a:cubicBezTo>
                      <a:pt x="503" y="1180"/>
                      <a:pt x="660" y="1238"/>
                      <a:pt x="813" y="1238"/>
                    </a:cubicBezTo>
                    <a:cubicBezTo>
                      <a:pt x="1127" y="1238"/>
                      <a:pt x="1425" y="995"/>
                      <a:pt x="1425" y="624"/>
                    </a:cubicBezTo>
                    <a:cubicBezTo>
                      <a:pt x="1425" y="286"/>
                      <a:pt x="1158" y="1"/>
                      <a:pt x="8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551425" y="1670225"/>
                <a:ext cx="56575" cy="48750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1950" extrusionOk="0">
                    <a:moveTo>
                      <a:pt x="1278" y="73"/>
                    </a:moveTo>
                    <a:cubicBezTo>
                      <a:pt x="1739" y="73"/>
                      <a:pt x="2186" y="437"/>
                      <a:pt x="2173" y="980"/>
                    </a:cubicBezTo>
                    <a:cubicBezTo>
                      <a:pt x="2173" y="1461"/>
                      <a:pt x="1782" y="1853"/>
                      <a:pt x="1301" y="1853"/>
                    </a:cubicBezTo>
                    <a:cubicBezTo>
                      <a:pt x="1293" y="1853"/>
                      <a:pt x="1286" y="1853"/>
                      <a:pt x="1279" y="1853"/>
                    </a:cubicBezTo>
                    <a:cubicBezTo>
                      <a:pt x="491" y="1853"/>
                      <a:pt x="94" y="904"/>
                      <a:pt x="659" y="339"/>
                    </a:cubicBezTo>
                    <a:cubicBezTo>
                      <a:pt x="837" y="155"/>
                      <a:pt x="1059" y="73"/>
                      <a:pt x="1278" y="73"/>
                    </a:cubicBezTo>
                    <a:close/>
                    <a:moveTo>
                      <a:pt x="1301" y="0"/>
                    </a:moveTo>
                    <a:cubicBezTo>
                      <a:pt x="428" y="0"/>
                      <a:pt x="0" y="1051"/>
                      <a:pt x="606" y="1657"/>
                    </a:cubicBezTo>
                    <a:cubicBezTo>
                      <a:pt x="802" y="1859"/>
                      <a:pt x="1045" y="1949"/>
                      <a:pt x="1284" y="1949"/>
                    </a:cubicBezTo>
                    <a:cubicBezTo>
                      <a:pt x="1782" y="1949"/>
                      <a:pt x="2263" y="1558"/>
                      <a:pt x="2263" y="980"/>
                    </a:cubicBezTo>
                    <a:cubicBezTo>
                      <a:pt x="2263" y="446"/>
                      <a:pt x="1835" y="0"/>
                      <a:pt x="13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563450" y="1767750"/>
                <a:ext cx="35650" cy="30850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1234" extrusionOk="0">
                    <a:moveTo>
                      <a:pt x="820" y="1"/>
                    </a:moveTo>
                    <a:cubicBezTo>
                      <a:pt x="267" y="1"/>
                      <a:pt x="0" y="660"/>
                      <a:pt x="374" y="1052"/>
                    </a:cubicBezTo>
                    <a:cubicBezTo>
                      <a:pt x="500" y="1177"/>
                      <a:pt x="653" y="1234"/>
                      <a:pt x="803" y="1234"/>
                    </a:cubicBezTo>
                    <a:cubicBezTo>
                      <a:pt x="1121" y="1234"/>
                      <a:pt x="1425" y="982"/>
                      <a:pt x="1425" y="606"/>
                    </a:cubicBezTo>
                    <a:cubicBezTo>
                      <a:pt x="1425" y="268"/>
                      <a:pt x="1158" y="1"/>
                      <a:pt x="82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551425" y="1758850"/>
                <a:ext cx="5657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1941" extrusionOk="0">
                    <a:moveTo>
                      <a:pt x="1284" y="69"/>
                    </a:moveTo>
                    <a:cubicBezTo>
                      <a:pt x="1738" y="69"/>
                      <a:pt x="2173" y="423"/>
                      <a:pt x="2173" y="962"/>
                    </a:cubicBezTo>
                    <a:cubicBezTo>
                      <a:pt x="2191" y="1461"/>
                      <a:pt x="1799" y="1853"/>
                      <a:pt x="1301" y="1871"/>
                    </a:cubicBezTo>
                    <a:lnTo>
                      <a:pt x="1301" y="1853"/>
                    </a:lnTo>
                    <a:cubicBezTo>
                      <a:pt x="1293" y="1853"/>
                      <a:pt x="1286" y="1853"/>
                      <a:pt x="1279" y="1853"/>
                    </a:cubicBezTo>
                    <a:cubicBezTo>
                      <a:pt x="491" y="1853"/>
                      <a:pt x="94" y="904"/>
                      <a:pt x="659" y="339"/>
                    </a:cubicBezTo>
                    <a:cubicBezTo>
                      <a:pt x="840" y="153"/>
                      <a:pt x="1064" y="69"/>
                      <a:pt x="1284" y="69"/>
                    </a:cubicBezTo>
                    <a:close/>
                    <a:moveTo>
                      <a:pt x="1301" y="0"/>
                    </a:moveTo>
                    <a:cubicBezTo>
                      <a:pt x="428" y="0"/>
                      <a:pt x="0" y="1034"/>
                      <a:pt x="606" y="1657"/>
                    </a:cubicBezTo>
                    <a:cubicBezTo>
                      <a:pt x="801" y="1853"/>
                      <a:pt x="1043" y="1941"/>
                      <a:pt x="1281" y="1941"/>
                    </a:cubicBezTo>
                    <a:cubicBezTo>
                      <a:pt x="1780" y="1941"/>
                      <a:pt x="2263" y="1554"/>
                      <a:pt x="2263" y="962"/>
                    </a:cubicBezTo>
                    <a:cubicBezTo>
                      <a:pt x="2263" y="428"/>
                      <a:pt x="1835" y="0"/>
                      <a:pt x="13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10"/>
            <p:cNvGrpSpPr/>
            <p:nvPr/>
          </p:nvGrpSpPr>
          <p:grpSpPr>
            <a:xfrm>
              <a:off x="901100" y="956975"/>
              <a:ext cx="472550" cy="202200"/>
              <a:chOff x="1441900" y="2926313"/>
              <a:chExt cx="472550" cy="202200"/>
            </a:xfrm>
          </p:grpSpPr>
          <p:sp>
            <p:nvSpPr>
              <p:cNvPr id="462" name="Google Shape;462;p10"/>
              <p:cNvSpPr/>
              <p:nvPr/>
            </p:nvSpPr>
            <p:spPr>
              <a:xfrm>
                <a:off x="1441900" y="2926313"/>
                <a:ext cx="285500" cy="202200"/>
              </a:xfrm>
              <a:custGeom>
                <a:avLst/>
                <a:gdLst/>
                <a:ahLst/>
                <a:cxnLst/>
                <a:rect l="l" t="t" r="r" b="b"/>
                <a:pathLst>
                  <a:path w="11420" h="8088" fill="none" extrusionOk="0">
                    <a:moveTo>
                      <a:pt x="11420" y="0"/>
                    </a:moveTo>
                    <a:cubicBezTo>
                      <a:pt x="9140" y="0"/>
                      <a:pt x="7180" y="1639"/>
                      <a:pt x="6753" y="3884"/>
                    </a:cubicBezTo>
                    <a:cubicBezTo>
                      <a:pt x="5025" y="3403"/>
                      <a:pt x="3243" y="4436"/>
                      <a:pt x="2780" y="6164"/>
                    </a:cubicBezTo>
                    <a:cubicBezTo>
                      <a:pt x="1462" y="5594"/>
                      <a:pt x="1" y="6645"/>
                      <a:pt x="126" y="8088"/>
                    </a:cubicBezTo>
                    <a:lnTo>
                      <a:pt x="2994" y="808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1752325" y="2926313"/>
                <a:ext cx="35650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535" fill="none" extrusionOk="0">
                    <a:moveTo>
                      <a:pt x="0" y="0"/>
                    </a:moveTo>
                    <a:cubicBezTo>
                      <a:pt x="0" y="0"/>
                      <a:pt x="998" y="107"/>
                      <a:pt x="1426" y="535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1540325" y="3127613"/>
                <a:ext cx="248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924" h="1" fill="none" extrusionOk="0">
                    <a:moveTo>
                      <a:pt x="1" y="0"/>
                    </a:moveTo>
                    <a:lnTo>
                      <a:pt x="9923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1540325" y="3040313"/>
                <a:ext cx="39675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838" fill="none" extrusionOk="0">
                    <a:moveTo>
                      <a:pt x="1586" y="1"/>
                    </a:moveTo>
                    <a:cubicBezTo>
                      <a:pt x="1586" y="1"/>
                      <a:pt x="428" y="108"/>
                      <a:pt x="1" y="83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10"/>
              <p:cNvSpPr/>
              <p:nvPr/>
            </p:nvSpPr>
            <p:spPr>
              <a:xfrm>
                <a:off x="1829375" y="3002013"/>
                <a:ext cx="8507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1088" fill="none" extrusionOk="0">
                    <a:moveTo>
                      <a:pt x="0" y="357"/>
                    </a:moveTo>
                    <a:cubicBezTo>
                      <a:pt x="0" y="357"/>
                      <a:pt x="2102" y="1"/>
                      <a:pt x="3403" y="108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7" name="Google Shape;467;p10"/>
            <p:cNvGrpSpPr/>
            <p:nvPr/>
          </p:nvGrpSpPr>
          <p:grpSpPr>
            <a:xfrm>
              <a:off x="1280200" y="1078550"/>
              <a:ext cx="1043050" cy="1488400"/>
              <a:chOff x="910475" y="761863"/>
              <a:chExt cx="1043050" cy="1488400"/>
            </a:xfrm>
          </p:grpSpPr>
          <p:sp>
            <p:nvSpPr>
              <p:cNvPr id="468" name="Google Shape;468;p10"/>
              <p:cNvSpPr/>
              <p:nvPr/>
            </p:nvSpPr>
            <p:spPr>
              <a:xfrm>
                <a:off x="910475" y="761863"/>
                <a:ext cx="1043050" cy="1488400"/>
              </a:xfrm>
              <a:custGeom>
                <a:avLst/>
                <a:gdLst/>
                <a:ahLst/>
                <a:cxnLst/>
                <a:rect l="l" t="t" r="r" b="b"/>
                <a:pathLst>
                  <a:path w="41722" h="59536" fill="none" extrusionOk="0">
                    <a:moveTo>
                      <a:pt x="41722" y="8159"/>
                    </a:moveTo>
                    <a:lnTo>
                      <a:pt x="41722" y="57914"/>
                    </a:lnTo>
                    <a:cubicBezTo>
                      <a:pt x="41722" y="58805"/>
                      <a:pt x="40991" y="59536"/>
                      <a:pt x="40101" y="59536"/>
                    </a:cubicBezTo>
                    <a:lnTo>
                      <a:pt x="1622" y="59536"/>
                    </a:lnTo>
                    <a:cubicBezTo>
                      <a:pt x="731" y="59536"/>
                      <a:pt x="1" y="58805"/>
                      <a:pt x="1" y="57914"/>
                    </a:cubicBezTo>
                    <a:lnTo>
                      <a:pt x="1" y="1621"/>
                    </a:lnTo>
                    <a:cubicBezTo>
                      <a:pt x="1" y="730"/>
                      <a:pt x="731" y="0"/>
                      <a:pt x="1622" y="0"/>
                    </a:cubicBezTo>
                    <a:lnTo>
                      <a:pt x="32512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0"/>
              <p:cNvSpPr/>
              <p:nvPr/>
            </p:nvSpPr>
            <p:spPr>
              <a:xfrm>
                <a:off x="1723250" y="761863"/>
                <a:ext cx="224500" cy="206225"/>
              </a:xfrm>
              <a:custGeom>
                <a:avLst/>
                <a:gdLst/>
                <a:ahLst/>
                <a:cxnLst/>
                <a:rect l="l" t="t" r="r" b="b"/>
                <a:pathLst>
                  <a:path w="8980" h="8249" fill="none" extrusionOk="0">
                    <a:moveTo>
                      <a:pt x="1" y="0"/>
                    </a:moveTo>
                    <a:lnTo>
                      <a:pt x="1" y="6645"/>
                    </a:lnTo>
                    <a:cubicBezTo>
                      <a:pt x="1" y="7518"/>
                      <a:pt x="713" y="8248"/>
                      <a:pt x="1604" y="8248"/>
                    </a:cubicBezTo>
                    <a:lnTo>
                      <a:pt x="8979" y="824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0"/>
              <p:cNvSpPr/>
              <p:nvPr/>
            </p:nvSpPr>
            <p:spPr>
              <a:xfrm>
                <a:off x="1051650" y="1062463"/>
                <a:ext cx="760700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30428" h="892" fill="none" extrusionOk="0">
                    <a:moveTo>
                      <a:pt x="1" y="1"/>
                    </a:moveTo>
                    <a:lnTo>
                      <a:pt x="30428" y="1"/>
                    </a:lnTo>
                    <a:lnTo>
                      <a:pt x="30428" y="891"/>
                    </a:lnTo>
                    <a:lnTo>
                      <a:pt x="1" y="89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0"/>
              <p:cNvSpPr/>
              <p:nvPr/>
            </p:nvSpPr>
            <p:spPr>
              <a:xfrm>
                <a:off x="1051650" y="1162663"/>
                <a:ext cx="760700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30428" h="892" fill="none" extrusionOk="0">
                    <a:moveTo>
                      <a:pt x="1" y="1"/>
                    </a:moveTo>
                    <a:lnTo>
                      <a:pt x="30428" y="1"/>
                    </a:lnTo>
                    <a:lnTo>
                      <a:pt x="30428" y="892"/>
                    </a:lnTo>
                    <a:lnTo>
                      <a:pt x="1" y="89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1051650" y="1262888"/>
                <a:ext cx="760700" cy="22275"/>
              </a:xfrm>
              <a:custGeom>
                <a:avLst/>
                <a:gdLst/>
                <a:ahLst/>
                <a:cxnLst/>
                <a:rect l="l" t="t" r="r" b="b"/>
                <a:pathLst>
                  <a:path w="30428" h="891" fill="none" extrusionOk="0">
                    <a:moveTo>
                      <a:pt x="1" y="0"/>
                    </a:moveTo>
                    <a:lnTo>
                      <a:pt x="30428" y="0"/>
                    </a:lnTo>
                    <a:lnTo>
                      <a:pt x="30428" y="891"/>
                    </a:lnTo>
                    <a:lnTo>
                      <a:pt x="1" y="89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1051650" y="1363088"/>
                <a:ext cx="760700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30428" h="892" fill="none" extrusionOk="0">
                    <a:moveTo>
                      <a:pt x="1" y="0"/>
                    </a:moveTo>
                    <a:lnTo>
                      <a:pt x="30428" y="0"/>
                    </a:lnTo>
                    <a:lnTo>
                      <a:pt x="30428" y="891"/>
                    </a:lnTo>
                    <a:lnTo>
                      <a:pt x="1" y="89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1051650" y="1463288"/>
                <a:ext cx="760700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30428" h="892" fill="none" extrusionOk="0">
                    <a:moveTo>
                      <a:pt x="1" y="1"/>
                    </a:moveTo>
                    <a:lnTo>
                      <a:pt x="30428" y="1"/>
                    </a:lnTo>
                    <a:lnTo>
                      <a:pt x="30428" y="891"/>
                    </a:lnTo>
                    <a:lnTo>
                      <a:pt x="1" y="89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1051650" y="1563488"/>
                <a:ext cx="760700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30428" h="892" fill="none" extrusionOk="0">
                    <a:moveTo>
                      <a:pt x="1" y="1"/>
                    </a:moveTo>
                    <a:lnTo>
                      <a:pt x="30428" y="1"/>
                    </a:lnTo>
                    <a:lnTo>
                      <a:pt x="30428" y="892"/>
                    </a:lnTo>
                    <a:lnTo>
                      <a:pt x="1" y="89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1051650" y="1663713"/>
                <a:ext cx="760700" cy="22275"/>
              </a:xfrm>
              <a:custGeom>
                <a:avLst/>
                <a:gdLst/>
                <a:ahLst/>
                <a:cxnLst/>
                <a:rect l="l" t="t" r="r" b="b"/>
                <a:pathLst>
                  <a:path w="30428" h="891" fill="none" extrusionOk="0">
                    <a:moveTo>
                      <a:pt x="1" y="0"/>
                    </a:moveTo>
                    <a:lnTo>
                      <a:pt x="30428" y="0"/>
                    </a:lnTo>
                    <a:lnTo>
                      <a:pt x="30428" y="891"/>
                    </a:lnTo>
                    <a:lnTo>
                      <a:pt x="1" y="89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1051650" y="1782613"/>
                <a:ext cx="315350" cy="22300"/>
              </a:xfrm>
              <a:custGeom>
                <a:avLst/>
                <a:gdLst/>
                <a:ahLst/>
                <a:cxnLst/>
                <a:rect l="l" t="t" r="r" b="b"/>
                <a:pathLst>
                  <a:path w="12614" h="892" fill="none" extrusionOk="0">
                    <a:moveTo>
                      <a:pt x="1" y="1"/>
                    </a:moveTo>
                    <a:lnTo>
                      <a:pt x="12613" y="1"/>
                    </a:lnTo>
                    <a:lnTo>
                      <a:pt x="12613" y="891"/>
                    </a:lnTo>
                    <a:lnTo>
                      <a:pt x="1" y="89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1051650" y="1990163"/>
                <a:ext cx="393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731" h="120000" fill="none" extrusionOk="0">
                    <a:moveTo>
                      <a:pt x="1" y="0"/>
                    </a:moveTo>
                    <a:lnTo>
                      <a:pt x="15731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" name="Google Shape;479;p10"/>
            <p:cNvGrpSpPr/>
            <p:nvPr/>
          </p:nvGrpSpPr>
          <p:grpSpPr>
            <a:xfrm>
              <a:off x="1941575" y="2024713"/>
              <a:ext cx="875600" cy="1088925"/>
              <a:chOff x="5962175" y="478150"/>
              <a:chExt cx="875600" cy="1088925"/>
            </a:xfrm>
          </p:grpSpPr>
          <p:sp>
            <p:nvSpPr>
              <p:cNvPr id="480" name="Google Shape;480;p10"/>
              <p:cNvSpPr/>
              <p:nvPr/>
            </p:nvSpPr>
            <p:spPr>
              <a:xfrm>
                <a:off x="6095350" y="582825"/>
                <a:ext cx="504600" cy="504600"/>
              </a:xfrm>
              <a:custGeom>
                <a:avLst/>
                <a:gdLst/>
                <a:ahLst/>
                <a:cxnLst/>
                <a:rect l="l" t="t" r="r" b="b"/>
                <a:pathLst>
                  <a:path w="20184" h="20184" extrusionOk="0">
                    <a:moveTo>
                      <a:pt x="10083" y="0"/>
                    </a:moveTo>
                    <a:lnTo>
                      <a:pt x="10083" y="0"/>
                    </a:lnTo>
                    <a:cubicBezTo>
                      <a:pt x="15659" y="18"/>
                      <a:pt x="20166" y="4525"/>
                      <a:pt x="20184" y="10101"/>
                    </a:cubicBezTo>
                    <a:lnTo>
                      <a:pt x="20184" y="10101"/>
                    </a:lnTo>
                    <a:cubicBezTo>
                      <a:pt x="20166" y="15659"/>
                      <a:pt x="15659" y="20166"/>
                      <a:pt x="10083" y="20184"/>
                    </a:cubicBezTo>
                    <a:lnTo>
                      <a:pt x="10083" y="20184"/>
                    </a:lnTo>
                    <a:cubicBezTo>
                      <a:pt x="4525" y="20166"/>
                      <a:pt x="0" y="15659"/>
                      <a:pt x="0" y="10101"/>
                    </a:cubicBezTo>
                    <a:lnTo>
                      <a:pt x="0" y="10101"/>
                    </a:lnTo>
                    <a:cubicBezTo>
                      <a:pt x="0" y="4525"/>
                      <a:pt x="4525" y="18"/>
                      <a:pt x="1008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6501075" y="1086075"/>
                <a:ext cx="145650" cy="186625"/>
              </a:xfrm>
              <a:custGeom>
                <a:avLst/>
                <a:gdLst/>
                <a:ahLst/>
                <a:cxnLst/>
                <a:rect l="l" t="t" r="r" b="b"/>
                <a:pathLst>
                  <a:path w="5826" h="7465" extrusionOk="0">
                    <a:moveTo>
                      <a:pt x="0" y="1176"/>
                    </a:moveTo>
                    <a:lnTo>
                      <a:pt x="1888" y="0"/>
                    </a:lnTo>
                    <a:lnTo>
                      <a:pt x="5825" y="6289"/>
                    </a:lnTo>
                    <a:lnTo>
                      <a:pt x="3937" y="746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5962175" y="478150"/>
                <a:ext cx="742450" cy="742000"/>
              </a:xfrm>
              <a:custGeom>
                <a:avLst/>
                <a:gdLst/>
                <a:ahLst/>
                <a:cxnLst/>
                <a:rect l="l" t="t" r="r" b="b"/>
                <a:pathLst>
                  <a:path w="29698" h="29680" extrusionOk="0">
                    <a:moveTo>
                      <a:pt x="15410" y="1"/>
                    </a:moveTo>
                    <a:cubicBezTo>
                      <a:pt x="9638" y="1"/>
                      <a:pt x="4419" y="3475"/>
                      <a:pt x="2210" y="8819"/>
                    </a:cubicBezTo>
                    <a:cubicBezTo>
                      <a:pt x="1" y="14146"/>
                      <a:pt x="1230" y="20291"/>
                      <a:pt x="5309" y="24371"/>
                    </a:cubicBezTo>
                    <a:cubicBezTo>
                      <a:pt x="9389" y="28468"/>
                      <a:pt x="15535" y="29680"/>
                      <a:pt x="20879" y="27471"/>
                    </a:cubicBezTo>
                    <a:cubicBezTo>
                      <a:pt x="26206" y="25262"/>
                      <a:pt x="29697" y="20060"/>
                      <a:pt x="29697" y="14288"/>
                    </a:cubicBezTo>
                    <a:cubicBezTo>
                      <a:pt x="29697" y="6396"/>
                      <a:pt x="23302" y="1"/>
                      <a:pt x="15410" y="1"/>
                    </a:cubicBezTo>
                    <a:close/>
                    <a:moveTo>
                      <a:pt x="15410" y="24068"/>
                    </a:moveTo>
                    <a:cubicBezTo>
                      <a:pt x="11455" y="24068"/>
                      <a:pt x="7875" y="21681"/>
                      <a:pt x="6360" y="18029"/>
                    </a:cubicBezTo>
                    <a:cubicBezTo>
                      <a:pt x="4846" y="14359"/>
                      <a:pt x="5684" y="10155"/>
                      <a:pt x="8480" y="7358"/>
                    </a:cubicBezTo>
                    <a:cubicBezTo>
                      <a:pt x="11277" y="4544"/>
                      <a:pt x="15499" y="3706"/>
                      <a:pt x="19151" y="5221"/>
                    </a:cubicBezTo>
                    <a:cubicBezTo>
                      <a:pt x="22821" y="6735"/>
                      <a:pt x="25208" y="10315"/>
                      <a:pt x="25208" y="14270"/>
                    </a:cubicBezTo>
                    <a:cubicBezTo>
                      <a:pt x="25208" y="19686"/>
                      <a:pt x="20826" y="24068"/>
                      <a:pt x="15410" y="2406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6581675" y="1224575"/>
                <a:ext cx="256100" cy="342500"/>
              </a:xfrm>
              <a:custGeom>
                <a:avLst/>
                <a:gdLst/>
                <a:ahLst/>
                <a:cxnLst/>
                <a:rect l="l" t="t" r="r" b="b"/>
                <a:pathLst>
                  <a:path w="10244" h="13700" extrusionOk="0">
                    <a:moveTo>
                      <a:pt x="9086" y="13148"/>
                    </a:moveTo>
                    <a:lnTo>
                      <a:pt x="9086" y="13148"/>
                    </a:lnTo>
                    <a:cubicBezTo>
                      <a:pt x="8177" y="13700"/>
                      <a:pt x="6984" y="13433"/>
                      <a:pt x="6414" y="12542"/>
                    </a:cubicBezTo>
                    <a:lnTo>
                      <a:pt x="571" y="3243"/>
                    </a:lnTo>
                    <a:cubicBezTo>
                      <a:pt x="1" y="2334"/>
                      <a:pt x="286" y="1141"/>
                      <a:pt x="1194" y="571"/>
                    </a:cubicBezTo>
                    <a:lnTo>
                      <a:pt x="1194" y="571"/>
                    </a:lnTo>
                    <a:cubicBezTo>
                      <a:pt x="2085" y="1"/>
                      <a:pt x="3278" y="286"/>
                      <a:pt x="3848" y="1176"/>
                    </a:cubicBezTo>
                    <a:lnTo>
                      <a:pt x="9692" y="10476"/>
                    </a:lnTo>
                    <a:cubicBezTo>
                      <a:pt x="10244" y="11384"/>
                      <a:pt x="9977" y="12578"/>
                      <a:pt x="9086" y="1314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6203125" y="760525"/>
                <a:ext cx="320675" cy="185725"/>
              </a:xfrm>
              <a:custGeom>
                <a:avLst/>
                <a:gdLst/>
                <a:ahLst/>
                <a:cxnLst/>
                <a:rect l="l" t="t" r="r" b="b"/>
                <a:pathLst>
                  <a:path w="12827" h="7429" extrusionOk="0">
                    <a:moveTo>
                      <a:pt x="0" y="4525"/>
                    </a:moveTo>
                    <a:lnTo>
                      <a:pt x="2494" y="7429"/>
                    </a:lnTo>
                    <a:cubicBezTo>
                      <a:pt x="2494" y="7429"/>
                      <a:pt x="5558" y="1782"/>
                      <a:pt x="12827" y="0"/>
                    </a:cubicBezTo>
                    <a:cubicBezTo>
                      <a:pt x="12827" y="0"/>
                      <a:pt x="6039" y="89"/>
                      <a:pt x="2334" y="605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10"/>
            <p:cNvGrpSpPr/>
            <p:nvPr/>
          </p:nvGrpSpPr>
          <p:grpSpPr>
            <a:xfrm>
              <a:off x="807106" y="1645871"/>
              <a:ext cx="612965" cy="612965"/>
              <a:chOff x="5208200" y="980975"/>
              <a:chExt cx="440475" cy="440475"/>
            </a:xfrm>
          </p:grpSpPr>
          <p:sp>
            <p:nvSpPr>
              <p:cNvPr id="486" name="Google Shape;486;p10"/>
              <p:cNvSpPr/>
              <p:nvPr/>
            </p:nvSpPr>
            <p:spPr>
              <a:xfrm>
                <a:off x="5208200" y="980975"/>
                <a:ext cx="197300" cy="199975"/>
              </a:xfrm>
              <a:custGeom>
                <a:avLst/>
                <a:gdLst/>
                <a:ahLst/>
                <a:cxnLst/>
                <a:rect l="l" t="t" r="r" b="b"/>
                <a:pathLst>
                  <a:path w="7892" h="7999" extrusionOk="0">
                    <a:moveTo>
                      <a:pt x="7892" y="0"/>
                    </a:moveTo>
                    <a:cubicBezTo>
                      <a:pt x="3510" y="72"/>
                      <a:pt x="0" y="3617"/>
                      <a:pt x="0" y="7999"/>
                    </a:cubicBezTo>
                    <a:lnTo>
                      <a:pt x="7892" y="799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33125" y="1005900"/>
                <a:ext cx="415550" cy="415550"/>
              </a:xfrm>
              <a:custGeom>
                <a:avLst/>
                <a:gdLst/>
                <a:ahLst/>
                <a:cxnLst/>
                <a:rect l="l" t="t" r="r" b="b"/>
                <a:pathLst>
                  <a:path w="16622" h="16622" extrusionOk="0">
                    <a:moveTo>
                      <a:pt x="7999" y="1"/>
                    </a:moveTo>
                    <a:lnTo>
                      <a:pt x="7892" y="1"/>
                    </a:lnTo>
                    <a:lnTo>
                      <a:pt x="7892" y="8000"/>
                    </a:lnTo>
                    <a:lnTo>
                      <a:pt x="1" y="8000"/>
                    </a:lnTo>
                    <a:cubicBezTo>
                      <a:pt x="1" y="11242"/>
                      <a:pt x="1960" y="14145"/>
                      <a:pt x="4935" y="15392"/>
                    </a:cubicBezTo>
                    <a:cubicBezTo>
                      <a:pt x="7928" y="16622"/>
                      <a:pt x="11366" y="15945"/>
                      <a:pt x="13664" y="13647"/>
                    </a:cubicBezTo>
                    <a:cubicBezTo>
                      <a:pt x="15945" y="11366"/>
                      <a:pt x="16621" y="7928"/>
                      <a:pt x="15392" y="4935"/>
                    </a:cubicBezTo>
                    <a:cubicBezTo>
                      <a:pt x="14145" y="1943"/>
                      <a:pt x="11242" y="1"/>
                      <a:pt x="799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8" name="Google Shape;488;p10"/>
            <p:cNvSpPr/>
            <p:nvPr/>
          </p:nvSpPr>
          <p:spPr>
            <a:xfrm>
              <a:off x="1280188" y="3106043"/>
              <a:ext cx="140247" cy="140224"/>
            </a:xfrm>
            <a:custGeom>
              <a:avLst/>
              <a:gdLst/>
              <a:ahLst/>
              <a:cxnLst/>
              <a:rect l="l" t="t" r="r" b="b"/>
              <a:pathLst>
                <a:path w="3065" h="3065" extrusionOk="0">
                  <a:moveTo>
                    <a:pt x="3064" y="1532"/>
                  </a:moveTo>
                  <a:cubicBezTo>
                    <a:pt x="3064" y="2387"/>
                    <a:pt x="2387" y="3064"/>
                    <a:pt x="1532" y="3064"/>
                  </a:cubicBezTo>
                  <a:cubicBezTo>
                    <a:pt x="677" y="3064"/>
                    <a:pt x="0" y="2387"/>
                    <a:pt x="0" y="1532"/>
                  </a:cubicBezTo>
                  <a:cubicBezTo>
                    <a:pt x="0" y="677"/>
                    <a:pt x="677" y="0"/>
                    <a:pt x="1532" y="0"/>
                  </a:cubicBezTo>
                  <a:cubicBezTo>
                    <a:pt x="2387" y="0"/>
                    <a:pt x="3064" y="677"/>
                    <a:pt x="3064" y="153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1592388" y="2738300"/>
              <a:ext cx="213431" cy="214685"/>
            </a:xfrm>
            <a:custGeom>
              <a:avLst/>
              <a:gdLst/>
              <a:ahLst/>
              <a:cxnLst/>
              <a:rect l="l" t="t" r="r" b="b"/>
              <a:pathLst>
                <a:path w="3065" h="3083" fill="none" extrusionOk="0">
                  <a:moveTo>
                    <a:pt x="3065" y="1551"/>
                  </a:moveTo>
                  <a:cubicBezTo>
                    <a:pt x="3065" y="2388"/>
                    <a:pt x="2388" y="3083"/>
                    <a:pt x="1533" y="3083"/>
                  </a:cubicBezTo>
                  <a:cubicBezTo>
                    <a:pt x="678" y="3083"/>
                    <a:pt x="1" y="2388"/>
                    <a:pt x="1" y="1551"/>
                  </a:cubicBezTo>
                  <a:cubicBezTo>
                    <a:pt x="1" y="696"/>
                    <a:pt x="678" y="1"/>
                    <a:pt x="1533" y="1"/>
                  </a:cubicBezTo>
                  <a:cubicBezTo>
                    <a:pt x="2388" y="1"/>
                    <a:pt x="3065" y="696"/>
                    <a:pt x="3065" y="155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2585538" y="1004156"/>
              <a:ext cx="107827" cy="107819"/>
            </a:xfrm>
            <a:custGeom>
              <a:avLst/>
              <a:gdLst/>
              <a:ahLst/>
              <a:cxnLst/>
              <a:rect l="l" t="t" r="r" b="b"/>
              <a:pathLst>
                <a:path w="3065" h="3065" extrusionOk="0">
                  <a:moveTo>
                    <a:pt x="3064" y="1532"/>
                  </a:moveTo>
                  <a:cubicBezTo>
                    <a:pt x="3064" y="2387"/>
                    <a:pt x="2387" y="3064"/>
                    <a:pt x="1532" y="3064"/>
                  </a:cubicBezTo>
                  <a:cubicBezTo>
                    <a:pt x="677" y="3064"/>
                    <a:pt x="0" y="2387"/>
                    <a:pt x="0" y="1532"/>
                  </a:cubicBezTo>
                  <a:cubicBezTo>
                    <a:pt x="0" y="677"/>
                    <a:pt x="677" y="0"/>
                    <a:pt x="1532" y="0"/>
                  </a:cubicBezTo>
                  <a:cubicBezTo>
                    <a:pt x="2387" y="0"/>
                    <a:pt x="3064" y="677"/>
                    <a:pt x="3064" y="15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 rot="-1685758">
              <a:off x="1054253" y="3042997"/>
              <a:ext cx="59549" cy="60168"/>
            </a:xfrm>
            <a:custGeom>
              <a:avLst/>
              <a:gdLst/>
              <a:ahLst/>
              <a:cxnLst/>
              <a:rect l="l" t="t" r="r" b="b"/>
              <a:pathLst>
                <a:path w="1729" h="1747" fill="none" extrusionOk="0">
                  <a:moveTo>
                    <a:pt x="1729" y="749"/>
                  </a:moveTo>
                  <a:cubicBezTo>
                    <a:pt x="1729" y="1408"/>
                    <a:pt x="927" y="1746"/>
                    <a:pt x="464" y="1265"/>
                  </a:cubicBezTo>
                  <a:cubicBezTo>
                    <a:pt x="1" y="802"/>
                    <a:pt x="322" y="1"/>
                    <a:pt x="998" y="1"/>
                  </a:cubicBezTo>
                  <a:cubicBezTo>
                    <a:pt x="1408" y="1"/>
                    <a:pt x="1729" y="339"/>
                    <a:pt x="1729" y="7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2" name="Google Shape;492;p10"/>
            <p:cNvGrpSpPr/>
            <p:nvPr/>
          </p:nvGrpSpPr>
          <p:grpSpPr>
            <a:xfrm>
              <a:off x="299357" y="3264591"/>
              <a:ext cx="953591" cy="334099"/>
              <a:chOff x="2271950" y="2722775"/>
              <a:chExt cx="575875" cy="201775"/>
            </a:xfrm>
          </p:grpSpPr>
          <p:sp>
            <p:nvSpPr>
              <p:cNvPr id="493" name="Google Shape;493;p10"/>
              <p:cNvSpPr/>
              <p:nvPr/>
            </p:nvSpPr>
            <p:spPr>
              <a:xfrm>
                <a:off x="2562325" y="2722775"/>
                <a:ext cx="285500" cy="201775"/>
              </a:xfrm>
              <a:custGeom>
                <a:avLst/>
                <a:gdLst/>
                <a:ahLst/>
                <a:cxnLst/>
                <a:rect l="l" t="t" r="r" b="b"/>
                <a:pathLst>
                  <a:path w="11420" h="8071" fill="none" extrusionOk="0">
                    <a:moveTo>
                      <a:pt x="0" y="0"/>
                    </a:moveTo>
                    <a:cubicBezTo>
                      <a:pt x="2280" y="0"/>
                      <a:pt x="4240" y="1639"/>
                      <a:pt x="4668" y="3884"/>
                    </a:cubicBezTo>
                    <a:cubicBezTo>
                      <a:pt x="6395" y="3403"/>
                      <a:pt x="8177" y="4418"/>
                      <a:pt x="8640" y="6164"/>
                    </a:cubicBezTo>
                    <a:cubicBezTo>
                      <a:pt x="9976" y="5594"/>
                      <a:pt x="11419" y="6645"/>
                      <a:pt x="11294" y="8070"/>
                    </a:cubicBezTo>
                    <a:lnTo>
                      <a:pt x="8444" y="807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10"/>
              <p:cNvSpPr/>
              <p:nvPr/>
            </p:nvSpPr>
            <p:spPr>
              <a:xfrm>
                <a:off x="2501750" y="2722775"/>
                <a:ext cx="36100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535" fill="none" extrusionOk="0">
                    <a:moveTo>
                      <a:pt x="1443" y="0"/>
                    </a:moveTo>
                    <a:cubicBezTo>
                      <a:pt x="1443" y="0"/>
                      <a:pt x="428" y="107"/>
                      <a:pt x="0" y="535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0"/>
              <p:cNvSpPr/>
              <p:nvPr/>
            </p:nvSpPr>
            <p:spPr>
              <a:xfrm>
                <a:off x="2271950" y="2870625"/>
                <a:ext cx="47745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19098" h="2139" fill="none" extrusionOk="0">
                    <a:moveTo>
                      <a:pt x="19097" y="2138"/>
                    </a:moveTo>
                    <a:lnTo>
                      <a:pt x="0" y="2138"/>
                    </a:lnTo>
                    <a:cubicBezTo>
                      <a:pt x="0" y="2138"/>
                      <a:pt x="374" y="1"/>
                      <a:pt x="2476" y="17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0"/>
              <p:cNvSpPr/>
              <p:nvPr/>
            </p:nvSpPr>
            <p:spPr>
              <a:xfrm>
                <a:off x="2709725" y="2836775"/>
                <a:ext cx="39675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838" fill="none" extrusionOk="0">
                    <a:moveTo>
                      <a:pt x="1" y="1"/>
                    </a:moveTo>
                    <a:cubicBezTo>
                      <a:pt x="1" y="1"/>
                      <a:pt x="1159" y="108"/>
                      <a:pt x="1586" y="83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0"/>
              <p:cNvSpPr/>
              <p:nvPr/>
            </p:nvSpPr>
            <p:spPr>
              <a:xfrm>
                <a:off x="2375275" y="2798475"/>
                <a:ext cx="8507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1088" fill="none" extrusionOk="0">
                    <a:moveTo>
                      <a:pt x="3403" y="357"/>
                    </a:moveTo>
                    <a:cubicBezTo>
                      <a:pt x="3403" y="357"/>
                      <a:pt x="1301" y="1"/>
                      <a:pt x="0" y="108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8" name="Google Shape;498;p10"/>
            <p:cNvGrpSpPr/>
            <p:nvPr/>
          </p:nvGrpSpPr>
          <p:grpSpPr>
            <a:xfrm>
              <a:off x="2710772" y="1830439"/>
              <a:ext cx="695830" cy="243805"/>
              <a:chOff x="2271950" y="2722775"/>
              <a:chExt cx="575875" cy="201775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2562325" y="2722775"/>
                <a:ext cx="285500" cy="201775"/>
              </a:xfrm>
              <a:custGeom>
                <a:avLst/>
                <a:gdLst/>
                <a:ahLst/>
                <a:cxnLst/>
                <a:rect l="l" t="t" r="r" b="b"/>
                <a:pathLst>
                  <a:path w="11420" h="8071" fill="none" extrusionOk="0">
                    <a:moveTo>
                      <a:pt x="0" y="0"/>
                    </a:moveTo>
                    <a:cubicBezTo>
                      <a:pt x="2280" y="0"/>
                      <a:pt x="4240" y="1639"/>
                      <a:pt x="4668" y="3884"/>
                    </a:cubicBezTo>
                    <a:cubicBezTo>
                      <a:pt x="6395" y="3403"/>
                      <a:pt x="8177" y="4418"/>
                      <a:pt x="8640" y="6164"/>
                    </a:cubicBezTo>
                    <a:cubicBezTo>
                      <a:pt x="9976" y="5594"/>
                      <a:pt x="11419" y="6645"/>
                      <a:pt x="11294" y="8070"/>
                    </a:cubicBezTo>
                    <a:lnTo>
                      <a:pt x="8444" y="807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0"/>
              <p:cNvSpPr/>
              <p:nvPr/>
            </p:nvSpPr>
            <p:spPr>
              <a:xfrm>
                <a:off x="2501750" y="2722775"/>
                <a:ext cx="36100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535" fill="none" extrusionOk="0">
                    <a:moveTo>
                      <a:pt x="1443" y="0"/>
                    </a:moveTo>
                    <a:cubicBezTo>
                      <a:pt x="1443" y="0"/>
                      <a:pt x="428" y="107"/>
                      <a:pt x="0" y="535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0"/>
              <p:cNvSpPr/>
              <p:nvPr/>
            </p:nvSpPr>
            <p:spPr>
              <a:xfrm>
                <a:off x="2271950" y="2870625"/>
                <a:ext cx="47745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19098" h="2139" fill="none" extrusionOk="0">
                    <a:moveTo>
                      <a:pt x="19097" y="2138"/>
                    </a:moveTo>
                    <a:lnTo>
                      <a:pt x="0" y="2138"/>
                    </a:lnTo>
                    <a:cubicBezTo>
                      <a:pt x="0" y="2138"/>
                      <a:pt x="374" y="1"/>
                      <a:pt x="2476" y="179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0"/>
              <p:cNvSpPr/>
              <p:nvPr/>
            </p:nvSpPr>
            <p:spPr>
              <a:xfrm>
                <a:off x="2709725" y="2836775"/>
                <a:ext cx="39675" cy="2095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838" fill="none" extrusionOk="0">
                    <a:moveTo>
                      <a:pt x="1" y="1"/>
                    </a:moveTo>
                    <a:cubicBezTo>
                      <a:pt x="1" y="1"/>
                      <a:pt x="1159" y="108"/>
                      <a:pt x="1586" y="838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0"/>
              <p:cNvSpPr/>
              <p:nvPr/>
            </p:nvSpPr>
            <p:spPr>
              <a:xfrm>
                <a:off x="2375275" y="2798475"/>
                <a:ext cx="85075" cy="272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1088" fill="none" extrusionOk="0">
                    <a:moveTo>
                      <a:pt x="3403" y="357"/>
                    </a:moveTo>
                    <a:cubicBezTo>
                      <a:pt x="3403" y="357"/>
                      <a:pt x="1301" y="1"/>
                      <a:pt x="0" y="1087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17814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" name="Google Shape;504;p10"/>
            <p:cNvSpPr/>
            <p:nvPr/>
          </p:nvSpPr>
          <p:spPr>
            <a:xfrm>
              <a:off x="505976" y="2408303"/>
              <a:ext cx="416654" cy="491569"/>
            </a:xfrm>
            <a:custGeom>
              <a:avLst/>
              <a:gdLst/>
              <a:ahLst/>
              <a:cxnLst/>
              <a:rect l="l" t="t" r="r" b="b"/>
              <a:pathLst>
                <a:path w="6040" h="7126" extrusionOk="0">
                  <a:moveTo>
                    <a:pt x="5844" y="2726"/>
                  </a:moveTo>
                  <a:lnTo>
                    <a:pt x="3225" y="107"/>
                  </a:lnTo>
                  <a:cubicBezTo>
                    <a:pt x="3118" y="0"/>
                    <a:pt x="2922" y="0"/>
                    <a:pt x="2815" y="107"/>
                  </a:cubicBezTo>
                  <a:lnTo>
                    <a:pt x="197" y="2726"/>
                  </a:lnTo>
                  <a:cubicBezTo>
                    <a:pt x="1" y="2922"/>
                    <a:pt x="143" y="3260"/>
                    <a:pt x="410" y="3242"/>
                  </a:cubicBezTo>
                  <a:lnTo>
                    <a:pt x="749" y="3242"/>
                  </a:lnTo>
                  <a:cubicBezTo>
                    <a:pt x="909" y="3242"/>
                    <a:pt x="1052" y="3367"/>
                    <a:pt x="1052" y="3545"/>
                  </a:cubicBezTo>
                  <a:lnTo>
                    <a:pt x="1052" y="6823"/>
                  </a:lnTo>
                  <a:cubicBezTo>
                    <a:pt x="1052" y="6983"/>
                    <a:pt x="1177" y="7126"/>
                    <a:pt x="1337" y="7126"/>
                  </a:cubicBezTo>
                  <a:lnTo>
                    <a:pt x="4722" y="7126"/>
                  </a:lnTo>
                  <a:cubicBezTo>
                    <a:pt x="4864" y="7108"/>
                    <a:pt x="4989" y="6983"/>
                    <a:pt x="4989" y="6823"/>
                  </a:cubicBezTo>
                  <a:lnTo>
                    <a:pt x="4989" y="3545"/>
                  </a:lnTo>
                  <a:cubicBezTo>
                    <a:pt x="4989" y="3367"/>
                    <a:pt x="5131" y="3242"/>
                    <a:pt x="5292" y="3242"/>
                  </a:cubicBezTo>
                  <a:lnTo>
                    <a:pt x="5630" y="3242"/>
                  </a:lnTo>
                  <a:cubicBezTo>
                    <a:pt x="5897" y="3242"/>
                    <a:pt x="6040" y="2922"/>
                    <a:pt x="5844" y="272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3007526" y="1135838"/>
              <a:ext cx="213431" cy="214685"/>
            </a:xfrm>
            <a:custGeom>
              <a:avLst/>
              <a:gdLst/>
              <a:ahLst/>
              <a:cxnLst/>
              <a:rect l="l" t="t" r="r" b="b"/>
              <a:pathLst>
                <a:path w="3065" h="3083" fill="none" extrusionOk="0">
                  <a:moveTo>
                    <a:pt x="3065" y="1551"/>
                  </a:moveTo>
                  <a:cubicBezTo>
                    <a:pt x="3065" y="2388"/>
                    <a:pt x="2388" y="3083"/>
                    <a:pt x="1533" y="3083"/>
                  </a:cubicBezTo>
                  <a:cubicBezTo>
                    <a:pt x="678" y="3083"/>
                    <a:pt x="1" y="2388"/>
                    <a:pt x="1" y="1551"/>
                  </a:cubicBezTo>
                  <a:cubicBezTo>
                    <a:pt x="1" y="696"/>
                    <a:pt x="678" y="1"/>
                    <a:pt x="1533" y="1"/>
                  </a:cubicBezTo>
                  <a:cubicBezTo>
                    <a:pt x="2388" y="1"/>
                    <a:pt x="3065" y="696"/>
                    <a:pt x="3065" y="155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3170038" y="2791388"/>
              <a:ext cx="107827" cy="108491"/>
            </a:xfrm>
            <a:custGeom>
              <a:avLst/>
              <a:gdLst/>
              <a:ahLst/>
              <a:cxnLst/>
              <a:rect l="l" t="t" r="r" b="b"/>
              <a:pathLst>
                <a:path w="3065" h="3083" fill="none" extrusionOk="0">
                  <a:moveTo>
                    <a:pt x="3065" y="1551"/>
                  </a:moveTo>
                  <a:cubicBezTo>
                    <a:pt x="3065" y="2388"/>
                    <a:pt x="2388" y="3083"/>
                    <a:pt x="1533" y="3083"/>
                  </a:cubicBezTo>
                  <a:cubicBezTo>
                    <a:pt x="678" y="3083"/>
                    <a:pt x="1" y="2388"/>
                    <a:pt x="1" y="1551"/>
                  </a:cubicBezTo>
                  <a:cubicBezTo>
                    <a:pt x="1" y="696"/>
                    <a:pt x="678" y="1"/>
                    <a:pt x="1533" y="1"/>
                  </a:cubicBezTo>
                  <a:cubicBezTo>
                    <a:pt x="2388" y="1"/>
                    <a:pt x="3065" y="696"/>
                    <a:pt x="3065" y="155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0"/>
            <p:cNvSpPr/>
            <p:nvPr/>
          </p:nvSpPr>
          <p:spPr>
            <a:xfrm rot="7201932">
              <a:off x="2008862" y="3174640"/>
              <a:ext cx="371928" cy="370031"/>
            </a:xfrm>
            <a:custGeom>
              <a:avLst/>
              <a:gdLst/>
              <a:ahLst/>
              <a:cxnLst/>
              <a:rect l="l" t="t" r="r" b="b"/>
              <a:pathLst>
                <a:path w="207404" h="206346" extrusionOk="0">
                  <a:moveTo>
                    <a:pt x="103944" y="65896"/>
                  </a:moveTo>
                  <a:cubicBezTo>
                    <a:pt x="114099" y="65896"/>
                    <a:pt x="124406" y="70041"/>
                    <a:pt x="132114" y="79198"/>
                  </a:cubicBezTo>
                  <a:cubicBezTo>
                    <a:pt x="145426" y="94943"/>
                    <a:pt x="143422" y="118417"/>
                    <a:pt x="127677" y="131728"/>
                  </a:cubicBezTo>
                  <a:lnTo>
                    <a:pt x="127677" y="131585"/>
                  </a:lnTo>
                  <a:cubicBezTo>
                    <a:pt x="120415" y="137698"/>
                    <a:pt x="112071" y="140425"/>
                    <a:pt x="103930" y="140425"/>
                  </a:cubicBezTo>
                  <a:cubicBezTo>
                    <a:pt x="83668" y="140425"/>
                    <a:pt x="64659" y="123539"/>
                    <a:pt x="66701" y="99952"/>
                  </a:cubicBezTo>
                  <a:cubicBezTo>
                    <a:pt x="68530" y="78838"/>
                    <a:pt x="86000" y="65896"/>
                    <a:pt x="103944" y="65896"/>
                  </a:cubicBezTo>
                  <a:close/>
                  <a:moveTo>
                    <a:pt x="102774" y="1"/>
                  </a:moveTo>
                  <a:cubicBezTo>
                    <a:pt x="96620" y="1"/>
                    <a:pt x="91449" y="4960"/>
                    <a:pt x="91178" y="11209"/>
                  </a:cubicBezTo>
                  <a:lnTo>
                    <a:pt x="90891" y="17507"/>
                  </a:lnTo>
                  <a:cubicBezTo>
                    <a:pt x="90748" y="22516"/>
                    <a:pt x="87456" y="26810"/>
                    <a:pt x="82589" y="28242"/>
                  </a:cubicBezTo>
                  <a:cubicBezTo>
                    <a:pt x="81015" y="28671"/>
                    <a:pt x="79297" y="29244"/>
                    <a:pt x="77723" y="29816"/>
                  </a:cubicBezTo>
                  <a:cubicBezTo>
                    <a:pt x="76506" y="30222"/>
                    <a:pt x="75252" y="30418"/>
                    <a:pt x="74008" y="30418"/>
                  </a:cubicBezTo>
                  <a:cubicBezTo>
                    <a:pt x="70424" y="30418"/>
                    <a:pt x="66929" y="28784"/>
                    <a:pt x="64698" y="25808"/>
                  </a:cubicBezTo>
                  <a:lnTo>
                    <a:pt x="60976" y="20799"/>
                  </a:lnTo>
                  <a:cubicBezTo>
                    <a:pt x="58608" y="17777"/>
                    <a:pt x="55122" y="16200"/>
                    <a:pt x="51633" y="16200"/>
                  </a:cubicBezTo>
                  <a:cubicBezTo>
                    <a:pt x="49008" y="16200"/>
                    <a:pt x="46381" y="17094"/>
                    <a:pt x="44229" y="18938"/>
                  </a:cubicBezTo>
                  <a:lnTo>
                    <a:pt x="30918" y="30102"/>
                  </a:lnTo>
                  <a:cubicBezTo>
                    <a:pt x="25908" y="34396"/>
                    <a:pt x="25335" y="41983"/>
                    <a:pt x="29773" y="46849"/>
                  </a:cubicBezTo>
                  <a:lnTo>
                    <a:pt x="34067" y="51573"/>
                  </a:lnTo>
                  <a:cubicBezTo>
                    <a:pt x="37502" y="55151"/>
                    <a:pt x="38218" y="60590"/>
                    <a:pt x="35784" y="64884"/>
                  </a:cubicBezTo>
                  <a:cubicBezTo>
                    <a:pt x="34925" y="66459"/>
                    <a:pt x="34067" y="68033"/>
                    <a:pt x="33351" y="69465"/>
                  </a:cubicBezTo>
                  <a:cubicBezTo>
                    <a:pt x="31443" y="73536"/>
                    <a:pt x="27385" y="76024"/>
                    <a:pt x="23089" y="76024"/>
                  </a:cubicBezTo>
                  <a:cubicBezTo>
                    <a:pt x="22552" y="76024"/>
                    <a:pt x="22011" y="75985"/>
                    <a:pt x="21471" y="75906"/>
                  </a:cubicBezTo>
                  <a:lnTo>
                    <a:pt x="15173" y="75047"/>
                  </a:lnTo>
                  <a:cubicBezTo>
                    <a:pt x="14730" y="74999"/>
                    <a:pt x="14290" y="74975"/>
                    <a:pt x="13855" y="74975"/>
                  </a:cubicBezTo>
                  <a:cubicBezTo>
                    <a:pt x="7823" y="74975"/>
                    <a:pt x="2682" y="79498"/>
                    <a:pt x="2147" y="85639"/>
                  </a:cubicBezTo>
                  <a:lnTo>
                    <a:pt x="573" y="102958"/>
                  </a:lnTo>
                  <a:cubicBezTo>
                    <a:pt x="0" y="109542"/>
                    <a:pt x="5153" y="115268"/>
                    <a:pt x="11738" y="115554"/>
                  </a:cubicBezTo>
                  <a:lnTo>
                    <a:pt x="18036" y="115840"/>
                  </a:lnTo>
                  <a:cubicBezTo>
                    <a:pt x="23045" y="115984"/>
                    <a:pt x="27339" y="119419"/>
                    <a:pt x="28771" y="124142"/>
                  </a:cubicBezTo>
                  <a:cubicBezTo>
                    <a:pt x="29200" y="125860"/>
                    <a:pt x="29773" y="127434"/>
                    <a:pt x="30345" y="129152"/>
                  </a:cubicBezTo>
                  <a:cubicBezTo>
                    <a:pt x="31920" y="133875"/>
                    <a:pt x="30345" y="139028"/>
                    <a:pt x="26337" y="142034"/>
                  </a:cubicBezTo>
                  <a:lnTo>
                    <a:pt x="21328" y="146042"/>
                  </a:lnTo>
                  <a:cubicBezTo>
                    <a:pt x="16032" y="150050"/>
                    <a:pt x="15316" y="157636"/>
                    <a:pt x="19610" y="162789"/>
                  </a:cubicBezTo>
                  <a:lnTo>
                    <a:pt x="30775" y="175957"/>
                  </a:lnTo>
                  <a:cubicBezTo>
                    <a:pt x="33020" y="178745"/>
                    <a:pt x="36313" y="180150"/>
                    <a:pt x="39634" y="180150"/>
                  </a:cubicBezTo>
                  <a:cubicBezTo>
                    <a:pt x="42451" y="180150"/>
                    <a:pt x="45288" y="179139"/>
                    <a:pt x="47521" y="177102"/>
                  </a:cubicBezTo>
                  <a:lnTo>
                    <a:pt x="52102" y="172808"/>
                  </a:lnTo>
                  <a:cubicBezTo>
                    <a:pt x="54335" y="170747"/>
                    <a:pt x="57134" y="169717"/>
                    <a:pt x="59975" y="169717"/>
                  </a:cubicBezTo>
                  <a:cubicBezTo>
                    <a:pt x="61869" y="169717"/>
                    <a:pt x="63782" y="170175"/>
                    <a:pt x="65556" y="171091"/>
                  </a:cubicBezTo>
                  <a:cubicBezTo>
                    <a:pt x="66988" y="171949"/>
                    <a:pt x="68562" y="172808"/>
                    <a:pt x="70137" y="173524"/>
                  </a:cubicBezTo>
                  <a:cubicBezTo>
                    <a:pt x="74574" y="175671"/>
                    <a:pt x="77150" y="180538"/>
                    <a:pt x="76578" y="185404"/>
                  </a:cubicBezTo>
                  <a:lnTo>
                    <a:pt x="75719" y="191702"/>
                  </a:lnTo>
                  <a:cubicBezTo>
                    <a:pt x="74860" y="198286"/>
                    <a:pt x="79727" y="204155"/>
                    <a:pt x="86311" y="204727"/>
                  </a:cubicBezTo>
                  <a:lnTo>
                    <a:pt x="103487" y="206302"/>
                  </a:lnTo>
                  <a:cubicBezTo>
                    <a:pt x="103830" y="206331"/>
                    <a:pt x="104170" y="206345"/>
                    <a:pt x="104508" y="206345"/>
                  </a:cubicBezTo>
                  <a:cubicBezTo>
                    <a:pt x="110784" y="206345"/>
                    <a:pt x="115955" y="201386"/>
                    <a:pt x="116226" y="195137"/>
                  </a:cubicBezTo>
                  <a:lnTo>
                    <a:pt x="116513" y="188839"/>
                  </a:lnTo>
                  <a:cubicBezTo>
                    <a:pt x="116656" y="183830"/>
                    <a:pt x="119948" y="179536"/>
                    <a:pt x="124814" y="178104"/>
                  </a:cubicBezTo>
                  <a:cubicBezTo>
                    <a:pt x="126389" y="177675"/>
                    <a:pt x="128107" y="177102"/>
                    <a:pt x="129681" y="176530"/>
                  </a:cubicBezTo>
                  <a:cubicBezTo>
                    <a:pt x="130897" y="176124"/>
                    <a:pt x="132142" y="175928"/>
                    <a:pt x="133372" y="175928"/>
                  </a:cubicBezTo>
                  <a:cubicBezTo>
                    <a:pt x="136916" y="175928"/>
                    <a:pt x="140331" y="177562"/>
                    <a:pt x="142563" y="180538"/>
                  </a:cubicBezTo>
                  <a:lnTo>
                    <a:pt x="146428" y="185547"/>
                  </a:lnTo>
                  <a:cubicBezTo>
                    <a:pt x="148785" y="188473"/>
                    <a:pt x="152249" y="190014"/>
                    <a:pt x="155720" y="190014"/>
                  </a:cubicBezTo>
                  <a:cubicBezTo>
                    <a:pt x="158363" y="190014"/>
                    <a:pt x="161009" y="189121"/>
                    <a:pt x="163175" y="187265"/>
                  </a:cubicBezTo>
                  <a:lnTo>
                    <a:pt x="176486" y="176100"/>
                  </a:lnTo>
                  <a:cubicBezTo>
                    <a:pt x="181496" y="171806"/>
                    <a:pt x="182068" y="164220"/>
                    <a:pt x="177488" y="159354"/>
                  </a:cubicBezTo>
                  <a:lnTo>
                    <a:pt x="173337" y="154773"/>
                  </a:lnTo>
                  <a:cubicBezTo>
                    <a:pt x="169902" y="151052"/>
                    <a:pt x="169186" y="145613"/>
                    <a:pt x="171620" y="141318"/>
                  </a:cubicBezTo>
                  <a:cubicBezTo>
                    <a:pt x="172478" y="139744"/>
                    <a:pt x="173337" y="138313"/>
                    <a:pt x="174053" y="136738"/>
                  </a:cubicBezTo>
                  <a:cubicBezTo>
                    <a:pt x="175961" y="132667"/>
                    <a:pt x="180019" y="130179"/>
                    <a:pt x="184315" y="130179"/>
                  </a:cubicBezTo>
                  <a:cubicBezTo>
                    <a:pt x="184852" y="130179"/>
                    <a:pt x="185392" y="130218"/>
                    <a:pt x="185933" y="130297"/>
                  </a:cubicBezTo>
                  <a:lnTo>
                    <a:pt x="192231" y="131156"/>
                  </a:lnTo>
                  <a:cubicBezTo>
                    <a:pt x="192739" y="131222"/>
                    <a:pt x="193242" y="131254"/>
                    <a:pt x="193739" y="131254"/>
                  </a:cubicBezTo>
                  <a:cubicBezTo>
                    <a:pt x="199689" y="131254"/>
                    <a:pt x="204728" y="126641"/>
                    <a:pt x="205256" y="120564"/>
                  </a:cubicBezTo>
                  <a:lnTo>
                    <a:pt x="206831" y="103245"/>
                  </a:lnTo>
                  <a:cubicBezTo>
                    <a:pt x="207403" y="96660"/>
                    <a:pt x="202251" y="90935"/>
                    <a:pt x="195666" y="90649"/>
                  </a:cubicBezTo>
                  <a:lnTo>
                    <a:pt x="189368" y="90362"/>
                  </a:lnTo>
                  <a:cubicBezTo>
                    <a:pt x="184359" y="90219"/>
                    <a:pt x="180065" y="86927"/>
                    <a:pt x="178633" y="82060"/>
                  </a:cubicBezTo>
                  <a:cubicBezTo>
                    <a:pt x="178204" y="80343"/>
                    <a:pt x="177631" y="78768"/>
                    <a:pt x="177059" y="77194"/>
                  </a:cubicBezTo>
                  <a:cubicBezTo>
                    <a:pt x="175484" y="72470"/>
                    <a:pt x="177059" y="67174"/>
                    <a:pt x="181067" y="64169"/>
                  </a:cubicBezTo>
                  <a:lnTo>
                    <a:pt x="185933" y="60447"/>
                  </a:lnTo>
                  <a:cubicBezTo>
                    <a:pt x="191229" y="56296"/>
                    <a:pt x="192088" y="48710"/>
                    <a:pt x="187794" y="43700"/>
                  </a:cubicBezTo>
                  <a:lnTo>
                    <a:pt x="176629" y="30389"/>
                  </a:lnTo>
                  <a:cubicBezTo>
                    <a:pt x="174288" y="27657"/>
                    <a:pt x="170967" y="26244"/>
                    <a:pt x="167642" y="26244"/>
                  </a:cubicBezTo>
                  <a:cubicBezTo>
                    <a:pt x="164870" y="26244"/>
                    <a:pt x="162095" y="27226"/>
                    <a:pt x="159883" y="29244"/>
                  </a:cubicBezTo>
                  <a:lnTo>
                    <a:pt x="155302" y="33538"/>
                  </a:lnTo>
                  <a:cubicBezTo>
                    <a:pt x="153069" y="35599"/>
                    <a:pt x="150218" y="36629"/>
                    <a:pt x="147367" y="36629"/>
                  </a:cubicBezTo>
                  <a:cubicBezTo>
                    <a:pt x="145466" y="36629"/>
                    <a:pt x="143565" y="36171"/>
                    <a:pt x="141847" y="35255"/>
                  </a:cubicBezTo>
                  <a:cubicBezTo>
                    <a:pt x="140273" y="34396"/>
                    <a:pt x="138842" y="33538"/>
                    <a:pt x="137267" y="32822"/>
                  </a:cubicBezTo>
                  <a:cubicBezTo>
                    <a:pt x="132687" y="30675"/>
                    <a:pt x="130110" y="25808"/>
                    <a:pt x="130826" y="20942"/>
                  </a:cubicBezTo>
                  <a:lnTo>
                    <a:pt x="131685" y="14644"/>
                  </a:lnTo>
                  <a:cubicBezTo>
                    <a:pt x="132544" y="8060"/>
                    <a:pt x="127677" y="2191"/>
                    <a:pt x="121093" y="1618"/>
                  </a:cubicBezTo>
                  <a:lnTo>
                    <a:pt x="103774" y="44"/>
                  </a:lnTo>
                  <a:cubicBezTo>
                    <a:pt x="103438" y="15"/>
                    <a:pt x="103104" y="1"/>
                    <a:pt x="10277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2175901" y="3987622"/>
              <a:ext cx="213431" cy="213401"/>
            </a:xfrm>
            <a:custGeom>
              <a:avLst/>
              <a:gdLst/>
              <a:ahLst/>
              <a:cxnLst/>
              <a:rect l="l" t="t" r="r" b="b"/>
              <a:pathLst>
                <a:path w="3065" h="3065" extrusionOk="0">
                  <a:moveTo>
                    <a:pt x="3064" y="1532"/>
                  </a:moveTo>
                  <a:cubicBezTo>
                    <a:pt x="3064" y="2387"/>
                    <a:pt x="2387" y="3064"/>
                    <a:pt x="1532" y="3064"/>
                  </a:cubicBezTo>
                  <a:cubicBezTo>
                    <a:pt x="677" y="3064"/>
                    <a:pt x="0" y="2387"/>
                    <a:pt x="0" y="1532"/>
                  </a:cubicBezTo>
                  <a:cubicBezTo>
                    <a:pt x="0" y="677"/>
                    <a:pt x="677" y="0"/>
                    <a:pt x="1532" y="0"/>
                  </a:cubicBezTo>
                  <a:cubicBezTo>
                    <a:pt x="2387" y="0"/>
                    <a:pt x="3064" y="677"/>
                    <a:pt x="3064" y="15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0"/>
            <p:cNvSpPr/>
            <p:nvPr/>
          </p:nvSpPr>
          <p:spPr>
            <a:xfrm rot="7198898">
              <a:off x="1348924" y="3430306"/>
              <a:ext cx="700377" cy="696805"/>
            </a:xfrm>
            <a:custGeom>
              <a:avLst/>
              <a:gdLst/>
              <a:ahLst/>
              <a:cxnLst/>
              <a:rect l="l" t="t" r="r" b="b"/>
              <a:pathLst>
                <a:path w="207404" h="206346" extrusionOk="0">
                  <a:moveTo>
                    <a:pt x="103944" y="65896"/>
                  </a:moveTo>
                  <a:cubicBezTo>
                    <a:pt x="114099" y="65896"/>
                    <a:pt x="124406" y="70041"/>
                    <a:pt x="132114" y="79198"/>
                  </a:cubicBezTo>
                  <a:cubicBezTo>
                    <a:pt x="145426" y="94943"/>
                    <a:pt x="143422" y="118417"/>
                    <a:pt x="127677" y="131728"/>
                  </a:cubicBezTo>
                  <a:lnTo>
                    <a:pt x="127677" y="131585"/>
                  </a:lnTo>
                  <a:cubicBezTo>
                    <a:pt x="120415" y="137698"/>
                    <a:pt x="112071" y="140425"/>
                    <a:pt x="103930" y="140425"/>
                  </a:cubicBezTo>
                  <a:cubicBezTo>
                    <a:pt x="83668" y="140425"/>
                    <a:pt x="64659" y="123539"/>
                    <a:pt x="66701" y="99952"/>
                  </a:cubicBezTo>
                  <a:cubicBezTo>
                    <a:pt x="68530" y="78838"/>
                    <a:pt x="86000" y="65896"/>
                    <a:pt x="103944" y="65896"/>
                  </a:cubicBezTo>
                  <a:close/>
                  <a:moveTo>
                    <a:pt x="102774" y="1"/>
                  </a:moveTo>
                  <a:cubicBezTo>
                    <a:pt x="96620" y="1"/>
                    <a:pt x="91449" y="4960"/>
                    <a:pt x="91178" y="11209"/>
                  </a:cubicBezTo>
                  <a:lnTo>
                    <a:pt x="90891" y="17507"/>
                  </a:lnTo>
                  <a:cubicBezTo>
                    <a:pt x="90748" y="22516"/>
                    <a:pt x="87456" y="26810"/>
                    <a:pt x="82589" y="28242"/>
                  </a:cubicBezTo>
                  <a:cubicBezTo>
                    <a:pt x="81015" y="28671"/>
                    <a:pt x="79297" y="29244"/>
                    <a:pt x="77723" y="29816"/>
                  </a:cubicBezTo>
                  <a:cubicBezTo>
                    <a:pt x="76506" y="30222"/>
                    <a:pt x="75252" y="30418"/>
                    <a:pt x="74008" y="30418"/>
                  </a:cubicBezTo>
                  <a:cubicBezTo>
                    <a:pt x="70424" y="30418"/>
                    <a:pt x="66929" y="28784"/>
                    <a:pt x="64698" y="25808"/>
                  </a:cubicBezTo>
                  <a:lnTo>
                    <a:pt x="60976" y="20799"/>
                  </a:lnTo>
                  <a:cubicBezTo>
                    <a:pt x="58608" y="17777"/>
                    <a:pt x="55122" y="16200"/>
                    <a:pt x="51633" y="16200"/>
                  </a:cubicBezTo>
                  <a:cubicBezTo>
                    <a:pt x="49008" y="16200"/>
                    <a:pt x="46381" y="17094"/>
                    <a:pt x="44229" y="18938"/>
                  </a:cubicBezTo>
                  <a:lnTo>
                    <a:pt x="30918" y="30102"/>
                  </a:lnTo>
                  <a:cubicBezTo>
                    <a:pt x="25908" y="34396"/>
                    <a:pt x="25335" y="41983"/>
                    <a:pt x="29773" y="46849"/>
                  </a:cubicBezTo>
                  <a:lnTo>
                    <a:pt x="34067" y="51573"/>
                  </a:lnTo>
                  <a:cubicBezTo>
                    <a:pt x="37502" y="55151"/>
                    <a:pt x="38218" y="60590"/>
                    <a:pt x="35784" y="64884"/>
                  </a:cubicBezTo>
                  <a:cubicBezTo>
                    <a:pt x="34925" y="66459"/>
                    <a:pt x="34067" y="68033"/>
                    <a:pt x="33351" y="69465"/>
                  </a:cubicBezTo>
                  <a:cubicBezTo>
                    <a:pt x="31443" y="73536"/>
                    <a:pt x="27385" y="76024"/>
                    <a:pt x="23089" y="76024"/>
                  </a:cubicBezTo>
                  <a:cubicBezTo>
                    <a:pt x="22552" y="76024"/>
                    <a:pt x="22011" y="75985"/>
                    <a:pt x="21471" y="75906"/>
                  </a:cubicBezTo>
                  <a:lnTo>
                    <a:pt x="15173" y="75047"/>
                  </a:lnTo>
                  <a:cubicBezTo>
                    <a:pt x="14730" y="74999"/>
                    <a:pt x="14290" y="74975"/>
                    <a:pt x="13855" y="74975"/>
                  </a:cubicBezTo>
                  <a:cubicBezTo>
                    <a:pt x="7823" y="74975"/>
                    <a:pt x="2682" y="79498"/>
                    <a:pt x="2147" y="85639"/>
                  </a:cubicBezTo>
                  <a:lnTo>
                    <a:pt x="573" y="102958"/>
                  </a:lnTo>
                  <a:cubicBezTo>
                    <a:pt x="0" y="109542"/>
                    <a:pt x="5153" y="115268"/>
                    <a:pt x="11738" y="115554"/>
                  </a:cubicBezTo>
                  <a:lnTo>
                    <a:pt x="18036" y="115840"/>
                  </a:lnTo>
                  <a:cubicBezTo>
                    <a:pt x="23045" y="115984"/>
                    <a:pt x="27339" y="119419"/>
                    <a:pt x="28771" y="124142"/>
                  </a:cubicBezTo>
                  <a:cubicBezTo>
                    <a:pt x="29200" y="125860"/>
                    <a:pt x="29773" y="127434"/>
                    <a:pt x="30345" y="129152"/>
                  </a:cubicBezTo>
                  <a:cubicBezTo>
                    <a:pt x="31920" y="133875"/>
                    <a:pt x="30345" y="139028"/>
                    <a:pt x="26337" y="142034"/>
                  </a:cubicBezTo>
                  <a:lnTo>
                    <a:pt x="21328" y="146042"/>
                  </a:lnTo>
                  <a:cubicBezTo>
                    <a:pt x="16032" y="150050"/>
                    <a:pt x="15316" y="157636"/>
                    <a:pt x="19610" y="162789"/>
                  </a:cubicBezTo>
                  <a:lnTo>
                    <a:pt x="30775" y="175957"/>
                  </a:lnTo>
                  <a:cubicBezTo>
                    <a:pt x="33020" y="178745"/>
                    <a:pt x="36313" y="180150"/>
                    <a:pt x="39634" y="180150"/>
                  </a:cubicBezTo>
                  <a:cubicBezTo>
                    <a:pt x="42451" y="180150"/>
                    <a:pt x="45288" y="179139"/>
                    <a:pt x="47521" y="177102"/>
                  </a:cubicBezTo>
                  <a:lnTo>
                    <a:pt x="52102" y="172808"/>
                  </a:lnTo>
                  <a:cubicBezTo>
                    <a:pt x="54335" y="170747"/>
                    <a:pt x="57134" y="169717"/>
                    <a:pt x="59975" y="169717"/>
                  </a:cubicBezTo>
                  <a:cubicBezTo>
                    <a:pt x="61869" y="169717"/>
                    <a:pt x="63782" y="170175"/>
                    <a:pt x="65556" y="171091"/>
                  </a:cubicBezTo>
                  <a:cubicBezTo>
                    <a:pt x="66988" y="171949"/>
                    <a:pt x="68562" y="172808"/>
                    <a:pt x="70137" y="173524"/>
                  </a:cubicBezTo>
                  <a:cubicBezTo>
                    <a:pt x="74574" y="175671"/>
                    <a:pt x="77150" y="180538"/>
                    <a:pt x="76578" y="185404"/>
                  </a:cubicBezTo>
                  <a:lnTo>
                    <a:pt x="75719" y="191702"/>
                  </a:lnTo>
                  <a:cubicBezTo>
                    <a:pt x="74860" y="198286"/>
                    <a:pt x="79727" y="204155"/>
                    <a:pt x="86311" y="204727"/>
                  </a:cubicBezTo>
                  <a:lnTo>
                    <a:pt x="103487" y="206302"/>
                  </a:lnTo>
                  <a:cubicBezTo>
                    <a:pt x="103830" y="206331"/>
                    <a:pt x="104170" y="206345"/>
                    <a:pt x="104508" y="206345"/>
                  </a:cubicBezTo>
                  <a:cubicBezTo>
                    <a:pt x="110784" y="206345"/>
                    <a:pt x="115955" y="201386"/>
                    <a:pt x="116226" y="195137"/>
                  </a:cubicBezTo>
                  <a:lnTo>
                    <a:pt x="116513" y="188839"/>
                  </a:lnTo>
                  <a:cubicBezTo>
                    <a:pt x="116656" y="183830"/>
                    <a:pt x="119948" y="179536"/>
                    <a:pt x="124814" y="178104"/>
                  </a:cubicBezTo>
                  <a:cubicBezTo>
                    <a:pt x="126389" y="177675"/>
                    <a:pt x="128107" y="177102"/>
                    <a:pt x="129681" y="176530"/>
                  </a:cubicBezTo>
                  <a:cubicBezTo>
                    <a:pt x="130897" y="176124"/>
                    <a:pt x="132142" y="175928"/>
                    <a:pt x="133372" y="175928"/>
                  </a:cubicBezTo>
                  <a:cubicBezTo>
                    <a:pt x="136916" y="175928"/>
                    <a:pt x="140331" y="177562"/>
                    <a:pt x="142563" y="180538"/>
                  </a:cubicBezTo>
                  <a:lnTo>
                    <a:pt x="146428" y="185547"/>
                  </a:lnTo>
                  <a:cubicBezTo>
                    <a:pt x="148785" y="188473"/>
                    <a:pt x="152249" y="190014"/>
                    <a:pt x="155720" y="190014"/>
                  </a:cubicBezTo>
                  <a:cubicBezTo>
                    <a:pt x="158363" y="190014"/>
                    <a:pt x="161009" y="189121"/>
                    <a:pt x="163175" y="187265"/>
                  </a:cubicBezTo>
                  <a:lnTo>
                    <a:pt x="176486" y="176100"/>
                  </a:lnTo>
                  <a:cubicBezTo>
                    <a:pt x="181496" y="171806"/>
                    <a:pt x="182068" y="164220"/>
                    <a:pt x="177488" y="159354"/>
                  </a:cubicBezTo>
                  <a:lnTo>
                    <a:pt x="173337" y="154773"/>
                  </a:lnTo>
                  <a:cubicBezTo>
                    <a:pt x="169902" y="151052"/>
                    <a:pt x="169186" y="145613"/>
                    <a:pt x="171620" y="141318"/>
                  </a:cubicBezTo>
                  <a:cubicBezTo>
                    <a:pt x="172478" y="139744"/>
                    <a:pt x="173337" y="138313"/>
                    <a:pt x="174053" y="136738"/>
                  </a:cubicBezTo>
                  <a:cubicBezTo>
                    <a:pt x="175961" y="132667"/>
                    <a:pt x="180019" y="130179"/>
                    <a:pt x="184315" y="130179"/>
                  </a:cubicBezTo>
                  <a:cubicBezTo>
                    <a:pt x="184852" y="130179"/>
                    <a:pt x="185392" y="130218"/>
                    <a:pt x="185933" y="130297"/>
                  </a:cubicBezTo>
                  <a:lnTo>
                    <a:pt x="192231" y="131156"/>
                  </a:lnTo>
                  <a:cubicBezTo>
                    <a:pt x="192739" y="131222"/>
                    <a:pt x="193242" y="131254"/>
                    <a:pt x="193739" y="131254"/>
                  </a:cubicBezTo>
                  <a:cubicBezTo>
                    <a:pt x="199689" y="131254"/>
                    <a:pt x="204728" y="126641"/>
                    <a:pt x="205256" y="120564"/>
                  </a:cubicBezTo>
                  <a:lnTo>
                    <a:pt x="206831" y="103245"/>
                  </a:lnTo>
                  <a:cubicBezTo>
                    <a:pt x="207403" y="96660"/>
                    <a:pt x="202251" y="90935"/>
                    <a:pt x="195666" y="90649"/>
                  </a:cubicBezTo>
                  <a:lnTo>
                    <a:pt x="189368" y="90362"/>
                  </a:lnTo>
                  <a:cubicBezTo>
                    <a:pt x="184359" y="90219"/>
                    <a:pt x="180065" y="86927"/>
                    <a:pt x="178633" y="82060"/>
                  </a:cubicBezTo>
                  <a:cubicBezTo>
                    <a:pt x="178204" y="80343"/>
                    <a:pt x="177631" y="78768"/>
                    <a:pt x="177059" y="77194"/>
                  </a:cubicBezTo>
                  <a:cubicBezTo>
                    <a:pt x="175484" y="72470"/>
                    <a:pt x="177059" y="67174"/>
                    <a:pt x="181067" y="64169"/>
                  </a:cubicBezTo>
                  <a:lnTo>
                    <a:pt x="185933" y="60447"/>
                  </a:lnTo>
                  <a:cubicBezTo>
                    <a:pt x="191229" y="56296"/>
                    <a:pt x="192088" y="48710"/>
                    <a:pt x="187794" y="43700"/>
                  </a:cubicBezTo>
                  <a:lnTo>
                    <a:pt x="176629" y="30389"/>
                  </a:lnTo>
                  <a:cubicBezTo>
                    <a:pt x="174288" y="27657"/>
                    <a:pt x="170967" y="26244"/>
                    <a:pt x="167642" y="26244"/>
                  </a:cubicBezTo>
                  <a:cubicBezTo>
                    <a:pt x="164870" y="26244"/>
                    <a:pt x="162095" y="27226"/>
                    <a:pt x="159883" y="29244"/>
                  </a:cubicBezTo>
                  <a:lnTo>
                    <a:pt x="155302" y="33538"/>
                  </a:lnTo>
                  <a:cubicBezTo>
                    <a:pt x="153069" y="35599"/>
                    <a:pt x="150218" y="36629"/>
                    <a:pt x="147367" y="36629"/>
                  </a:cubicBezTo>
                  <a:cubicBezTo>
                    <a:pt x="145466" y="36629"/>
                    <a:pt x="143565" y="36171"/>
                    <a:pt x="141847" y="35255"/>
                  </a:cubicBezTo>
                  <a:cubicBezTo>
                    <a:pt x="140273" y="34396"/>
                    <a:pt x="138842" y="33538"/>
                    <a:pt x="137267" y="32822"/>
                  </a:cubicBezTo>
                  <a:cubicBezTo>
                    <a:pt x="132687" y="30675"/>
                    <a:pt x="130110" y="25808"/>
                    <a:pt x="130826" y="20942"/>
                  </a:cubicBezTo>
                  <a:lnTo>
                    <a:pt x="131685" y="14644"/>
                  </a:lnTo>
                  <a:cubicBezTo>
                    <a:pt x="132544" y="8060"/>
                    <a:pt x="127677" y="2191"/>
                    <a:pt x="121093" y="1618"/>
                  </a:cubicBezTo>
                  <a:lnTo>
                    <a:pt x="103774" y="44"/>
                  </a:lnTo>
                  <a:cubicBezTo>
                    <a:pt x="103438" y="15"/>
                    <a:pt x="103104" y="1"/>
                    <a:pt x="10277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0" name="Google Shape;510;p10"/>
          <p:cNvSpPr/>
          <p:nvPr/>
        </p:nvSpPr>
        <p:spPr>
          <a:xfrm rot="-1685758">
            <a:off x="3345765" y="3792547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" name="Google Shape;511;p10"/>
          <p:cNvCxnSpPr/>
          <p:nvPr/>
        </p:nvCxnSpPr>
        <p:spPr>
          <a:xfrm>
            <a:off x="4600499" y="1284775"/>
            <a:ext cx="3829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2" name="Google Shape;512;p10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0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10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515" name="Google Shape;515;p10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4" name="Google Shape;524;p10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11"/>
          <p:cNvGrpSpPr/>
          <p:nvPr/>
        </p:nvGrpSpPr>
        <p:grpSpPr>
          <a:xfrm>
            <a:off x="7715702" y="3604875"/>
            <a:ext cx="1214578" cy="425543"/>
            <a:chOff x="2271950" y="2722775"/>
            <a:chExt cx="575875" cy="201775"/>
          </a:xfrm>
        </p:grpSpPr>
        <p:sp>
          <p:nvSpPr>
            <p:cNvPr id="530" name="Google Shape;530;p11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11"/>
          <p:cNvSpPr txBox="1">
            <a:spLocks noGrp="1"/>
          </p:cNvSpPr>
          <p:nvPr>
            <p:ph type="title"/>
          </p:nvPr>
        </p:nvSpPr>
        <p:spPr>
          <a:xfrm>
            <a:off x="714300" y="553450"/>
            <a:ext cx="3857700" cy="61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/>
              <a:t>User inerface</a:t>
            </a:r>
            <a:endParaRPr/>
          </a:p>
        </p:txBody>
      </p:sp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l="17481" r="15847"/>
          <a:stretch/>
        </p:blipFill>
        <p:spPr>
          <a:xfrm>
            <a:off x="6318424" y="737322"/>
            <a:ext cx="2754300" cy="2754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7" name="Google Shape;537;p11"/>
          <p:cNvSpPr/>
          <p:nvPr/>
        </p:nvSpPr>
        <p:spPr>
          <a:xfrm>
            <a:off x="6241058" y="1323832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6530042" y="667210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8216276" y="954347"/>
            <a:ext cx="213431" cy="213401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1"/>
          <p:cNvSpPr/>
          <p:nvPr/>
        </p:nvSpPr>
        <p:spPr>
          <a:xfrm rot="-1685758">
            <a:off x="6195456" y="1080859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7626025" y="917775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1"/>
          <p:cNvSpPr/>
          <p:nvPr/>
        </p:nvSpPr>
        <p:spPr>
          <a:xfrm>
            <a:off x="8286401" y="3002225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1"/>
          <p:cNvSpPr/>
          <p:nvPr/>
        </p:nvSpPr>
        <p:spPr>
          <a:xfrm rot="-1685758">
            <a:off x="7555828" y="4130459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8359576" y="1726693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6270202" y="3162664"/>
            <a:ext cx="107827" cy="108491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1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1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8" name="Google Shape;548;p11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549" name="Google Shape;549;p11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11">
            <a:hlinkClick r:id="rId4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1"/>
          <p:cNvSpPr txBox="1"/>
          <p:nvPr/>
        </p:nvSpPr>
        <p:spPr>
          <a:xfrm>
            <a:off x="846260" y="1167748"/>
            <a:ext cx="509885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Displaying Menu Options: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program presents menu options to the user.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Code: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printf("Menu Options:\n");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printf("1. Add item to order\n");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printf("2. Delete item from order\n");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printf("3. View order\n");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printf("4. Generate bill\n");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printf("5. Exit\n");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program uses </a:t>
            </a:r>
            <a:r>
              <a:rPr lang="en-GB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scanf() </a:t>
            </a: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to read user input.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code: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int option;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printf("Enter your choice: ");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scanf("%d", &amp;option);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2"/>
          <p:cNvSpPr txBox="1">
            <a:spLocks noGrp="1"/>
          </p:cNvSpPr>
          <p:nvPr>
            <p:ph type="subTitle" idx="1"/>
          </p:nvPr>
        </p:nvSpPr>
        <p:spPr>
          <a:xfrm>
            <a:off x="1457678" y="1160283"/>
            <a:ext cx="6223859" cy="298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Conclusion: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- The provided code demonstrates a basic implementation of an order management system.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- It includes features for admin and customer interactions, such as adding, deleting, and viewing order items.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- File operations for loading and saving the admin order menu are also supported.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- Additional enhancements can be made to improve reliability and user experience.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- With further development, the program can be customized to meet specific requirements and provide a seamless ordering experience.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 txBox="1">
            <a:spLocks noGrp="1"/>
          </p:cNvSpPr>
          <p:nvPr>
            <p:ph type="title"/>
          </p:nvPr>
        </p:nvSpPr>
        <p:spPr>
          <a:xfrm>
            <a:off x="2997776" y="687325"/>
            <a:ext cx="2620882" cy="54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 sz="4400"/>
              <a:t>Conclusions</a:t>
            </a:r>
            <a:endParaRPr sz="4400"/>
          </a:p>
        </p:txBody>
      </p:sp>
      <p:grpSp>
        <p:nvGrpSpPr>
          <p:cNvPr id="566" name="Google Shape;566;p12"/>
          <p:cNvGrpSpPr/>
          <p:nvPr/>
        </p:nvGrpSpPr>
        <p:grpSpPr>
          <a:xfrm>
            <a:off x="714300" y="922363"/>
            <a:ext cx="472550" cy="202200"/>
            <a:chOff x="1441900" y="2926313"/>
            <a:chExt cx="472550" cy="202200"/>
          </a:xfrm>
        </p:grpSpPr>
        <p:sp>
          <p:nvSpPr>
            <p:cNvPr id="567" name="Google Shape;567;p12"/>
            <p:cNvSpPr/>
            <p:nvPr/>
          </p:nvSpPr>
          <p:spPr>
            <a:xfrm>
              <a:off x="1441900" y="2926313"/>
              <a:ext cx="285500" cy="202200"/>
            </a:xfrm>
            <a:custGeom>
              <a:avLst/>
              <a:gdLst/>
              <a:ahLst/>
              <a:cxnLst/>
              <a:rect l="l" t="t" r="r" b="b"/>
              <a:pathLst>
                <a:path w="11420" h="8088" fill="none" extrusionOk="0">
                  <a:moveTo>
                    <a:pt x="11420" y="0"/>
                  </a:moveTo>
                  <a:cubicBezTo>
                    <a:pt x="9140" y="0"/>
                    <a:pt x="7180" y="1639"/>
                    <a:pt x="6753" y="3884"/>
                  </a:cubicBezTo>
                  <a:cubicBezTo>
                    <a:pt x="5025" y="3403"/>
                    <a:pt x="3243" y="4436"/>
                    <a:pt x="2780" y="6164"/>
                  </a:cubicBezTo>
                  <a:cubicBezTo>
                    <a:pt x="1462" y="5594"/>
                    <a:pt x="1" y="6645"/>
                    <a:pt x="126" y="8088"/>
                  </a:cubicBezTo>
                  <a:lnTo>
                    <a:pt x="2994" y="808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2"/>
            <p:cNvSpPr/>
            <p:nvPr/>
          </p:nvSpPr>
          <p:spPr>
            <a:xfrm>
              <a:off x="1752325" y="2926313"/>
              <a:ext cx="35650" cy="13375"/>
            </a:xfrm>
            <a:custGeom>
              <a:avLst/>
              <a:gdLst/>
              <a:ahLst/>
              <a:cxnLst/>
              <a:rect l="l" t="t" r="r" b="b"/>
              <a:pathLst>
                <a:path w="1426" h="535" fill="none" extrusionOk="0">
                  <a:moveTo>
                    <a:pt x="0" y="0"/>
                  </a:moveTo>
                  <a:cubicBezTo>
                    <a:pt x="0" y="0"/>
                    <a:pt x="998" y="107"/>
                    <a:pt x="1426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2"/>
            <p:cNvSpPr/>
            <p:nvPr/>
          </p:nvSpPr>
          <p:spPr>
            <a:xfrm>
              <a:off x="1540325" y="3127613"/>
              <a:ext cx="248100" cy="25"/>
            </a:xfrm>
            <a:custGeom>
              <a:avLst/>
              <a:gdLst/>
              <a:ahLst/>
              <a:cxnLst/>
              <a:rect l="l" t="t" r="r" b="b"/>
              <a:pathLst>
                <a:path w="9924" h="1" fill="none" extrusionOk="0">
                  <a:moveTo>
                    <a:pt x="1" y="0"/>
                  </a:moveTo>
                  <a:lnTo>
                    <a:pt x="9923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2"/>
            <p:cNvSpPr/>
            <p:nvPr/>
          </p:nvSpPr>
          <p:spPr>
            <a:xfrm>
              <a:off x="1540325" y="3040313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586" y="1"/>
                  </a:moveTo>
                  <a:cubicBezTo>
                    <a:pt x="1586" y="1"/>
                    <a:pt x="428" y="108"/>
                    <a:pt x="1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2"/>
            <p:cNvSpPr/>
            <p:nvPr/>
          </p:nvSpPr>
          <p:spPr>
            <a:xfrm>
              <a:off x="1829375" y="3002013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0" y="357"/>
                  </a:moveTo>
                  <a:cubicBezTo>
                    <a:pt x="0" y="357"/>
                    <a:pt x="2102" y="1"/>
                    <a:pt x="3403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2" name="Google Shape;572;p12"/>
          <p:cNvGrpSpPr/>
          <p:nvPr/>
        </p:nvGrpSpPr>
        <p:grpSpPr>
          <a:xfrm>
            <a:off x="7701156" y="1589321"/>
            <a:ext cx="612965" cy="612965"/>
            <a:chOff x="5208200" y="980975"/>
            <a:chExt cx="440475" cy="440475"/>
          </a:xfrm>
        </p:grpSpPr>
        <p:sp>
          <p:nvSpPr>
            <p:cNvPr id="573" name="Google Shape;573;p12"/>
            <p:cNvSpPr/>
            <p:nvPr/>
          </p:nvSpPr>
          <p:spPr>
            <a:xfrm>
              <a:off x="5208200" y="980975"/>
              <a:ext cx="197300" cy="199975"/>
            </a:xfrm>
            <a:custGeom>
              <a:avLst/>
              <a:gdLst/>
              <a:ahLst/>
              <a:cxnLst/>
              <a:rect l="l" t="t" r="r" b="b"/>
              <a:pathLst>
                <a:path w="7892" h="7999" extrusionOk="0">
                  <a:moveTo>
                    <a:pt x="7892" y="0"/>
                  </a:moveTo>
                  <a:cubicBezTo>
                    <a:pt x="3510" y="72"/>
                    <a:pt x="0" y="3617"/>
                    <a:pt x="0" y="7999"/>
                  </a:cubicBezTo>
                  <a:lnTo>
                    <a:pt x="7892" y="799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2"/>
            <p:cNvSpPr/>
            <p:nvPr/>
          </p:nvSpPr>
          <p:spPr>
            <a:xfrm>
              <a:off x="5233125" y="1005900"/>
              <a:ext cx="415550" cy="415550"/>
            </a:xfrm>
            <a:custGeom>
              <a:avLst/>
              <a:gdLst/>
              <a:ahLst/>
              <a:cxnLst/>
              <a:rect l="l" t="t" r="r" b="b"/>
              <a:pathLst>
                <a:path w="16622" h="16622" extrusionOk="0">
                  <a:moveTo>
                    <a:pt x="7999" y="1"/>
                  </a:moveTo>
                  <a:lnTo>
                    <a:pt x="7892" y="1"/>
                  </a:lnTo>
                  <a:lnTo>
                    <a:pt x="7892" y="8000"/>
                  </a:lnTo>
                  <a:lnTo>
                    <a:pt x="1" y="8000"/>
                  </a:lnTo>
                  <a:cubicBezTo>
                    <a:pt x="1" y="11242"/>
                    <a:pt x="1960" y="14145"/>
                    <a:pt x="4935" y="15392"/>
                  </a:cubicBezTo>
                  <a:cubicBezTo>
                    <a:pt x="7928" y="16622"/>
                    <a:pt x="11366" y="15945"/>
                    <a:pt x="13664" y="13647"/>
                  </a:cubicBezTo>
                  <a:cubicBezTo>
                    <a:pt x="15945" y="11366"/>
                    <a:pt x="16621" y="7928"/>
                    <a:pt x="15392" y="4935"/>
                  </a:cubicBezTo>
                  <a:cubicBezTo>
                    <a:pt x="14145" y="1943"/>
                    <a:pt x="11242" y="1"/>
                    <a:pt x="799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5" name="Google Shape;575;p12"/>
          <p:cNvSpPr/>
          <p:nvPr/>
        </p:nvSpPr>
        <p:spPr>
          <a:xfrm>
            <a:off x="830238" y="3140280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1287513" y="2770463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2039913" y="742619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2"/>
          <p:cNvSpPr/>
          <p:nvPr/>
        </p:nvSpPr>
        <p:spPr>
          <a:xfrm rot="-1685758">
            <a:off x="724953" y="2780947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12"/>
          <p:cNvGrpSpPr/>
          <p:nvPr/>
        </p:nvGrpSpPr>
        <p:grpSpPr>
          <a:xfrm>
            <a:off x="7618297" y="3712639"/>
            <a:ext cx="695830" cy="243805"/>
            <a:chOff x="2271950" y="2722775"/>
            <a:chExt cx="575875" cy="201775"/>
          </a:xfrm>
        </p:grpSpPr>
        <p:sp>
          <p:nvSpPr>
            <p:cNvPr id="580" name="Google Shape;580;p12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2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2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2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2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5" name="Google Shape;585;p12"/>
          <p:cNvSpPr/>
          <p:nvPr/>
        </p:nvSpPr>
        <p:spPr>
          <a:xfrm>
            <a:off x="2810726" y="803338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2"/>
          <p:cNvSpPr/>
          <p:nvPr/>
        </p:nvSpPr>
        <p:spPr>
          <a:xfrm rot="7201932">
            <a:off x="7821662" y="2772440"/>
            <a:ext cx="371928" cy="370031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2"/>
          <p:cNvSpPr/>
          <p:nvPr/>
        </p:nvSpPr>
        <p:spPr>
          <a:xfrm rot="7198898">
            <a:off x="838849" y="3636219"/>
            <a:ext cx="700377" cy="696805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8021301" y="742615"/>
            <a:ext cx="416654" cy="491569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2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2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1" name="Google Shape;591;p12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592" name="Google Shape;592;p12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2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2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2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2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2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2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2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2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1" name="Google Shape;601;p12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p12"/>
          <p:cNvCxnSpPr/>
          <p:nvPr/>
        </p:nvCxnSpPr>
        <p:spPr>
          <a:xfrm>
            <a:off x="2894615" y="1234183"/>
            <a:ext cx="2772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3"/>
          <p:cNvSpPr txBox="1">
            <a:spLocks noGrp="1"/>
          </p:cNvSpPr>
          <p:nvPr>
            <p:ph type="title"/>
          </p:nvPr>
        </p:nvSpPr>
        <p:spPr>
          <a:xfrm>
            <a:off x="2147740" y="1850994"/>
            <a:ext cx="4586474" cy="1601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en-GB" sz="9600"/>
              <a:t>Thank you</a:t>
            </a:r>
            <a:endParaRPr/>
          </a:p>
        </p:txBody>
      </p:sp>
      <p:grpSp>
        <p:nvGrpSpPr>
          <p:cNvPr id="608" name="Google Shape;608;p13"/>
          <p:cNvGrpSpPr/>
          <p:nvPr/>
        </p:nvGrpSpPr>
        <p:grpSpPr>
          <a:xfrm>
            <a:off x="714300" y="922363"/>
            <a:ext cx="472550" cy="202200"/>
            <a:chOff x="1441900" y="2926313"/>
            <a:chExt cx="472550" cy="202200"/>
          </a:xfrm>
        </p:grpSpPr>
        <p:sp>
          <p:nvSpPr>
            <p:cNvPr id="609" name="Google Shape;609;p13"/>
            <p:cNvSpPr/>
            <p:nvPr/>
          </p:nvSpPr>
          <p:spPr>
            <a:xfrm>
              <a:off x="1441900" y="2926313"/>
              <a:ext cx="285500" cy="202200"/>
            </a:xfrm>
            <a:custGeom>
              <a:avLst/>
              <a:gdLst/>
              <a:ahLst/>
              <a:cxnLst/>
              <a:rect l="l" t="t" r="r" b="b"/>
              <a:pathLst>
                <a:path w="11420" h="8088" fill="none" extrusionOk="0">
                  <a:moveTo>
                    <a:pt x="11420" y="0"/>
                  </a:moveTo>
                  <a:cubicBezTo>
                    <a:pt x="9140" y="0"/>
                    <a:pt x="7180" y="1639"/>
                    <a:pt x="6753" y="3884"/>
                  </a:cubicBezTo>
                  <a:cubicBezTo>
                    <a:pt x="5025" y="3403"/>
                    <a:pt x="3243" y="4436"/>
                    <a:pt x="2780" y="6164"/>
                  </a:cubicBezTo>
                  <a:cubicBezTo>
                    <a:pt x="1462" y="5594"/>
                    <a:pt x="1" y="6645"/>
                    <a:pt x="126" y="8088"/>
                  </a:cubicBezTo>
                  <a:lnTo>
                    <a:pt x="2994" y="808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3"/>
            <p:cNvSpPr/>
            <p:nvPr/>
          </p:nvSpPr>
          <p:spPr>
            <a:xfrm>
              <a:off x="1752325" y="2926313"/>
              <a:ext cx="35650" cy="13375"/>
            </a:xfrm>
            <a:custGeom>
              <a:avLst/>
              <a:gdLst/>
              <a:ahLst/>
              <a:cxnLst/>
              <a:rect l="l" t="t" r="r" b="b"/>
              <a:pathLst>
                <a:path w="1426" h="535" fill="none" extrusionOk="0">
                  <a:moveTo>
                    <a:pt x="0" y="0"/>
                  </a:moveTo>
                  <a:cubicBezTo>
                    <a:pt x="0" y="0"/>
                    <a:pt x="998" y="107"/>
                    <a:pt x="1426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3"/>
            <p:cNvSpPr/>
            <p:nvPr/>
          </p:nvSpPr>
          <p:spPr>
            <a:xfrm>
              <a:off x="1540325" y="3127613"/>
              <a:ext cx="248100" cy="25"/>
            </a:xfrm>
            <a:custGeom>
              <a:avLst/>
              <a:gdLst/>
              <a:ahLst/>
              <a:cxnLst/>
              <a:rect l="l" t="t" r="r" b="b"/>
              <a:pathLst>
                <a:path w="9924" h="1" fill="none" extrusionOk="0">
                  <a:moveTo>
                    <a:pt x="1" y="0"/>
                  </a:moveTo>
                  <a:lnTo>
                    <a:pt x="9923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3"/>
            <p:cNvSpPr/>
            <p:nvPr/>
          </p:nvSpPr>
          <p:spPr>
            <a:xfrm>
              <a:off x="1540325" y="3040313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586" y="1"/>
                  </a:moveTo>
                  <a:cubicBezTo>
                    <a:pt x="1586" y="1"/>
                    <a:pt x="428" y="108"/>
                    <a:pt x="1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1829375" y="3002013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0" y="357"/>
                  </a:moveTo>
                  <a:cubicBezTo>
                    <a:pt x="0" y="357"/>
                    <a:pt x="2102" y="1"/>
                    <a:pt x="3403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4" name="Google Shape;614;p13"/>
          <p:cNvGrpSpPr/>
          <p:nvPr/>
        </p:nvGrpSpPr>
        <p:grpSpPr>
          <a:xfrm>
            <a:off x="7701156" y="1589321"/>
            <a:ext cx="612965" cy="612965"/>
            <a:chOff x="5208200" y="980975"/>
            <a:chExt cx="440475" cy="440475"/>
          </a:xfrm>
        </p:grpSpPr>
        <p:sp>
          <p:nvSpPr>
            <p:cNvPr id="615" name="Google Shape;615;p13"/>
            <p:cNvSpPr/>
            <p:nvPr/>
          </p:nvSpPr>
          <p:spPr>
            <a:xfrm>
              <a:off x="5208200" y="980975"/>
              <a:ext cx="197300" cy="199975"/>
            </a:xfrm>
            <a:custGeom>
              <a:avLst/>
              <a:gdLst/>
              <a:ahLst/>
              <a:cxnLst/>
              <a:rect l="l" t="t" r="r" b="b"/>
              <a:pathLst>
                <a:path w="7892" h="7999" extrusionOk="0">
                  <a:moveTo>
                    <a:pt x="7892" y="0"/>
                  </a:moveTo>
                  <a:cubicBezTo>
                    <a:pt x="3510" y="72"/>
                    <a:pt x="0" y="3617"/>
                    <a:pt x="0" y="7999"/>
                  </a:cubicBezTo>
                  <a:lnTo>
                    <a:pt x="7892" y="7999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3"/>
            <p:cNvSpPr/>
            <p:nvPr/>
          </p:nvSpPr>
          <p:spPr>
            <a:xfrm>
              <a:off x="5233125" y="1005900"/>
              <a:ext cx="415550" cy="415550"/>
            </a:xfrm>
            <a:custGeom>
              <a:avLst/>
              <a:gdLst/>
              <a:ahLst/>
              <a:cxnLst/>
              <a:rect l="l" t="t" r="r" b="b"/>
              <a:pathLst>
                <a:path w="16622" h="16622" extrusionOk="0">
                  <a:moveTo>
                    <a:pt x="7999" y="1"/>
                  </a:moveTo>
                  <a:lnTo>
                    <a:pt x="7892" y="1"/>
                  </a:lnTo>
                  <a:lnTo>
                    <a:pt x="7892" y="8000"/>
                  </a:lnTo>
                  <a:lnTo>
                    <a:pt x="1" y="8000"/>
                  </a:lnTo>
                  <a:cubicBezTo>
                    <a:pt x="1" y="11242"/>
                    <a:pt x="1960" y="14145"/>
                    <a:pt x="4935" y="15392"/>
                  </a:cubicBezTo>
                  <a:cubicBezTo>
                    <a:pt x="7928" y="16622"/>
                    <a:pt x="11366" y="15945"/>
                    <a:pt x="13664" y="13647"/>
                  </a:cubicBezTo>
                  <a:cubicBezTo>
                    <a:pt x="15945" y="11366"/>
                    <a:pt x="16621" y="7928"/>
                    <a:pt x="15392" y="4935"/>
                  </a:cubicBezTo>
                  <a:cubicBezTo>
                    <a:pt x="14145" y="1943"/>
                    <a:pt x="11242" y="1"/>
                    <a:pt x="799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7" name="Google Shape;617;p13"/>
          <p:cNvSpPr/>
          <p:nvPr/>
        </p:nvSpPr>
        <p:spPr>
          <a:xfrm>
            <a:off x="830238" y="3140280"/>
            <a:ext cx="140247" cy="140224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3"/>
          <p:cNvSpPr/>
          <p:nvPr/>
        </p:nvSpPr>
        <p:spPr>
          <a:xfrm>
            <a:off x="1287513" y="2770463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3"/>
          <p:cNvSpPr/>
          <p:nvPr/>
        </p:nvSpPr>
        <p:spPr>
          <a:xfrm>
            <a:off x="2039913" y="742619"/>
            <a:ext cx="107827" cy="107819"/>
          </a:xfrm>
          <a:custGeom>
            <a:avLst/>
            <a:gdLst/>
            <a:ahLst/>
            <a:cxnLst/>
            <a:rect l="l" t="t" r="r" b="b"/>
            <a:pathLst>
              <a:path w="3065" h="3065" extrusionOk="0">
                <a:moveTo>
                  <a:pt x="3064" y="1532"/>
                </a:moveTo>
                <a:cubicBezTo>
                  <a:pt x="3064" y="2387"/>
                  <a:pt x="2387" y="3064"/>
                  <a:pt x="1532" y="3064"/>
                </a:cubicBezTo>
                <a:cubicBezTo>
                  <a:pt x="677" y="3064"/>
                  <a:pt x="0" y="2387"/>
                  <a:pt x="0" y="1532"/>
                </a:cubicBezTo>
                <a:cubicBezTo>
                  <a:pt x="0" y="677"/>
                  <a:pt x="677" y="0"/>
                  <a:pt x="1532" y="0"/>
                </a:cubicBezTo>
                <a:cubicBezTo>
                  <a:pt x="2387" y="0"/>
                  <a:pt x="3064" y="677"/>
                  <a:pt x="3064" y="153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3"/>
          <p:cNvSpPr/>
          <p:nvPr/>
        </p:nvSpPr>
        <p:spPr>
          <a:xfrm rot="-1685758">
            <a:off x="724953" y="2780947"/>
            <a:ext cx="59549" cy="60168"/>
          </a:xfrm>
          <a:custGeom>
            <a:avLst/>
            <a:gdLst/>
            <a:ahLst/>
            <a:cxnLst/>
            <a:rect l="l" t="t" r="r" b="b"/>
            <a:pathLst>
              <a:path w="1729" h="1747" fill="none" extrusionOk="0">
                <a:moveTo>
                  <a:pt x="1729" y="749"/>
                </a:moveTo>
                <a:cubicBezTo>
                  <a:pt x="1729" y="1408"/>
                  <a:pt x="927" y="1746"/>
                  <a:pt x="464" y="1265"/>
                </a:cubicBezTo>
                <a:cubicBezTo>
                  <a:pt x="1" y="802"/>
                  <a:pt x="322" y="1"/>
                  <a:pt x="998" y="1"/>
                </a:cubicBezTo>
                <a:cubicBezTo>
                  <a:pt x="1408" y="1"/>
                  <a:pt x="1729" y="339"/>
                  <a:pt x="1729" y="749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1" name="Google Shape;621;p13"/>
          <p:cNvGrpSpPr/>
          <p:nvPr/>
        </p:nvGrpSpPr>
        <p:grpSpPr>
          <a:xfrm>
            <a:off x="7618297" y="3712639"/>
            <a:ext cx="695830" cy="243805"/>
            <a:chOff x="2271950" y="2722775"/>
            <a:chExt cx="575875" cy="201775"/>
          </a:xfrm>
        </p:grpSpPr>
        <p:sp>
          <p:nvSpPr>
            <p:cNvPr id="622" name="Google Shape;622;p13"/>
            <p:cNvSpPr/>
            <p:nvPr/>
          </p:nvSpPr>
          <p:spPr>
            <a:xfrm>
              <a:off x="2562325" y="2722775"/>
              <a:ext cx="285500" cy="201775"/>
            </a:xfrm>
            <a:custGeom>
              <a:avLst/>
              <a:gdLst/>
              <a:ahLst/>
              <a:cxnLst/>
              <a:rect l="l" t="t" r="r" b="b"/>
              <a:pathLst>
                <a:path w="11420" h="8071" fill="none" extrusionOk="0">
                  <a:moveTo>
                    <a:pt x="0" y="0"/>
                  </a:moveTo>
                  <a:cubicBezTo>
                    <a:pt x="2280" y="0"/>
                    <a:pt x="4240" y="1639"/>
                    <a:pt x="4668" y="3884"/>
                  </a:cubicBezTo>
                  <a:cubicBezTo>
                    <a:pt x="6395" y="3403"/>
                    <a:pt x="8177" y="4418"/>
                    <a:pt x="8640" y="6164"/>
                  </a:cubicBezTo>
                  <a:cubicBezTo>
                    <a:pt x="9976" y="5594"/>
                    <a:pt x="11419" y="6645"/>
                    <a:pt x="11294" y="8070"/>
                  </a:cubicBezTo>
                  <a:lnTo>
                    <a:pt x="8444" y="807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3"/>
            <p:cNvSpPr/>
            <p:nvPr/>
          </p:nvSpPr>
          <p:spPr>
            <a:xfrm>
              <a:off x="2501750" y="2722775"/>
              <a:ext cx="36100" cy="13375"/>
            </a:xfrm>
            <a:custGeom>
              <a:avLst/>
              <a:gdLst/>
              <a:ahLst/>
              <a:cxnLst/>
              <a:rect l="l" t="t" r="r" b="b"/>
              <a:pathLst>
                <a:path w="1444" h="535" fill="none" extrusionOk="0">
                  <a:moveTo>
                    <a:pt x="1443" y="0"/>
                  </a:moveTo>
                  <a:cubicBezTo>
                    <a:pt x="1443" y="0"/>
                    <a:pt x="428" y="107"/>
                    <a:pt x="0" y="5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3"/>
            <p:cNvSpPr/>
            <p:nvPr/>
          </p:nvSpPr>
          <p:spPr>
            <a:xfrm>
              <a:off x="2271950" y="2870625"/>
              <a:ext cx="477450" cy="53475"/>
            </a:xfrm>
            <a:custGeom>
              <a:avLst/>
              <a:gdLst/>
              <a:ahLst/>
              <a:cxnLst/>
              <a:rect l="l" t="t" r="r" b="b"/>
              <a:pathLst>
                <a:path w="19098" h="2139" fill="none" extrusionOk="0">
                  <a:moveTo>
                    <a:pt x="19097" y="2138"/>
                  </a:moveTo>
                  <a:lnTo>
                    <a:pt x="0" y="2138"/>
                  </a:lnTo>
                  <a:cubicBezTo>
                    <a:pt x="0" y="2138"/>
                    <a:pt x="374" y="1"/>
                    <a:pt x="2476" y="179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3"/>
            <p:cNvSpPr/>
            <p:nvPr/>
          </p:nvSpPr>
          <p:spPr>
            <a:xfrm>
              <a:off x="2709725" y="2836775"/>
              <a:ext cx="39675" cy="20950"/>
            </a:xfrm>
            <a:custGeom>
              <a:avLst/>
              <a:gdLst/>
              <a:ahLst/>
              <a:cxnLst/>
              <a:rect l="l" t="t" r="r" b="b"/>
              <a:pathLst>
                <a:path w="1587" h="838" fill="none" extrusionOk="0">
                  <a:moveTo>
                    <a:pt x="1" y="1"/>
                  </a:moveTo>
                  <a:cubicBezTo>
                    <a:pt x="1" y="1"/>
                    <a:pt x="1159" y="108"/>
                    <a:pt x="1586" y="83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3"/>
            <p:cNvSpPr/>
            <p:nvPr/>
          </p:nvSpPr>
          <p:spPr>
            <a:xfrm>
              <a:off x="2375275" y="2798475"/>
              <a:ext cx="85075" cy="27200"/>
            </a:xfrm>
            <a:custGeom>
              <a:avLst/>
              <a:gdLst/>
              <a:ahLst/>
              <a:cxnLst/>
              <a:rect l="l" t="t" r="r" b="b"/>
              <a:pathLst>
                <a:path w="3403" h="1088" fill="none" extrusionOk="0">
                  <a:moveTo>
                    <a:pt x="3403" y="357"/>
                  </a:moveTo>
                  <a:cubicBezTo>
                    <a:pt x="3403" y="357"/>
                    <a:pt x="1301" y="1"/>
                    <a:pt x="0" y="1087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781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7" name="Google Shape;627;p13"/>
          <p:cNvSpPr/>
          <p:nvPr/>
        </p:nvSpPr>
        <p:spPr>
          <a:xfrm>
            <a:off x="2810726" y="803338"/>
            <a:ext cx="213431" cy="214685"/>
          </a:xfrm>
          <a:custGeom>
            <a:avLst/>
            <a:gdLst/>
            <a:ahLst/>
            <a:cxnLst/>
            <a:rect l="l" t="t" r="r" b="b"/>
            <a:pathLst>
              <a:path w="3065" h="3083" fill="none" extrusionOk="0">
                <a:moveTo>
                  <a:pt x="3065" y="1551"/>
                </a:moveTo>
                <a:cubicBezTo>
                  <a:pt x="3065" y="2388"/>
                  <a:pt x="2388" y="3083"/>
                  <a:pt x="1533" y="3083"/>
                </a:cubicBezTo>
                <a:cubicBezTo>
                  <a:pt x="678" y="3083"/>
                  <a:pt x="1" y="2388"/>
                  <a:pt x="1" y="1551"/>
                </a:cubicBezTo>
                <a:cubicBezTo>
                  <a:pt x="1" y="696"/>
                  <a:pt x="678" y="1"/>
                  <a:pt x="1533" y="1"/>
                </a:cubicBezTo>
                <a:cubicBezTo>
                  <a:pt x="2388" y="1"/>
                  <a:pt x="3065" y="696"/>
                  <a:pt x="3065" y="155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1781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3"/>
          <p:cNvSpPr/>
          <p:nvPr/>
        </p:nvSpPr>
        <p:spPr>
          <a:xfrm rot="7201932">
            <a:off x="7821662" y="2772440"/>
            <a:ext cx="371928" cy="370031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3"/>
          <p:cNvSpPr/>
          <p:nvPr/>
        </p:nvSpPr>
        <p:spPr>
          <a:xfrm rot="7198898">
            <a:off x="838849" y="3636219"/>
            <a:ext cx="700377" cy="696805"/>
          </a:xfrm>
          <a:custGeom>
            <a:avLst/>
            <a:gdLst/>
            <a:ahLst/>
            <a:cxnLst/>
            <a:rect l="l" t="t" r="r" b="b"/>
            <a:pathLst>
              <a:path w="207404" h="206346" extrusionOk="0">
                <a:moveTo>
                  <a:pt x="103944" y="65896"/>
                </a:moveTo>
                <a:cubicBezTo>
                  <a:pt x="114099" y="65896"/>
                  <a:pt x="124406" y="70041"/>
                  <a:pt x="132114" y="79198"/>
                </a:cubicBezTo>
                <a:cubicBezTo>
                  <a:pt x="145426" y="94943"/>
                  <a:pt x="143422" y="118417"/>
                  <a:pt x="127677" y="131728"/>
                </a:cubicBezTo>
                <a:lnTo>
                  <a:pt x="127677" y="131585"/>
                </a:lnTo>
                <a:cubicBezTo>
                  <a:pt x="120415" y="137698"/>
                  <a:pt x="112071" y="140425"/>
                  <a:pt x="103930" y="140425"/>
                </a:cubicBezTo>
                <a:cubicBezTo>
                  <a:pt x="83668" y="140425"/>
                  <a:pt x="64659" y="123539"/>
                  <a:pt x="66701" y="99952"/>
                </a:cubicBezTo>
                <a:cubicBezTo>
                  <a:pt x="68530" y="78838"/>
                  <a:pt x="86000" y="65896"/>
                  <a:pt x="103944" y="65896"/>
                </a:cubicBezTo>
                <a:close/>
                <a:moveTo>
                  <a:pt x="102774" y="1"/>
                </a:moveTo>
                <a:cubicBezTo>
                  <a:pt x="96620" y="1"/>
                  <a:pt x="91449" y="4960"/>
                  <a:pt x="91178" y="11209"/>
                </a:cubicBezTo>
                <a:lnTo>
                  <a:pt x="90891" y="17507"/>
                </a:lnTo>
                <a:cubicBezTo>
                  <a:pt x="90748" y="22516"/>
                  <a:pt x="87456" y="26810"/>
                  <a:pt x="82589" y="28242"/>
                </a:cubicBezTo>
                <a:cubicBezTo>
                  <a:pt x="81015" y="28671"/>
                  <a:pt x="79297" y="29244"/>
                  <a:pt x="77723" y="29816"/>
                </a:cubicBezTo>
                <a:cubicBezTo>
                  <a:pt x="76506" y="30222"/>
                  <a:pt x="75252" y="30418"/>
                  <a:pt x="74008" y="30418"/>
                </a:cubicBezTo>
                <a:cubicBezTo>
                  <a:pt x="70424" y="30418"/>
                  <a:pt x="66929" y="28784"/>
                  <a:pt x="64698" y="25808"/>
                </a:cubicBezTo>
                <a:lnTo>
                  <a:pt x="60976" y="20799"/>
                </a:lnTo>
                <a:cubicBezTo>
                  <a:pt x="58608" y="17777"/>
                  <a:pt x="55122" y="16200"/>
                  <a:pt x="51633" y="16200"/>
                </a:cubicBezTo>
                <a:cubicBezTo>
                  <a:pt x="49008" y="16200"/>
                  <a:pt x="46381" y="17094"/>
                  <a:pt x="44229" y="18938"/>
                </a:cubicBezTo>
                <a:lnTo>
                  <a:pt x="30918" y="30102"/>
                </a:lnTo>
                <a:cubicBezTo>
                  <a:pt x="25908" y="34396"/>
                  <a:pt x="25335" y="41983"/>
                  <a:pt x="29773" y="46849"/>
                </a:cubicBezTo>
                <a:lnTo>
                  <a:pt x="34067" y="51573"/>
                </a:lnTo>
                <a:cubicBezTo>
                  <a:pt x="37502" y="55151"/>
                  <a:pt x="38218" y="60590"/>
                  <a:pt x="35784" y="64884"/>
                </a:cubicBezTo>
                <a:cubicBezTo>
                  <a:pt x="34925" y="66459"/>
                  <a:pt x="34067" y="68033"/>
                  <a:pt x="33351" y="69465"/>
                </a:cubicBezTo>
                <a:cubicBezTo>
                  <a:pt x="31443" y="73536"/>
                  <a:pt x="27385" y="76024"/>
                  <a:pt x="23089" y="76024"/>
                </a:cubicBezTo>
                <a:cubicBezTo>
                  <a:pt x="22552" y="76024"/>
                  <a:pt x="22011" y="75985"/>
                  <a:pt x="21471" y="75906"/>
                </a:cubicBezTo>
                <a:lnTo>
                  <a:pt x="15173" y="75047"/>
                </a:lnTo>
                <a:cubicBezTo>
                  <a:pt x="14730" y="74999"/>
                  <a:pt x="14290" y="74975"/>
                  <a:pt x="13855" y="74975"/>
                </a:cubicBezTo>
                <a:cubicBezTo>
                  <a:pt x="7823" y="74975"/>
                  <a:pt x="2682" y="79498"/>
                  <a:pt x="2147" y="85639"/>
                </a:cubicBezTo>
                <a:lnTo>
                  <a:pt x="573" y="102958"/>
                </a:lnTo>
                <a:cubicBezTo>
                  <a:pt x="0" y="109542"/>
                  <a:pt x="5153" y="115268"/>
                  <a:pt x="11738" y="115554"/>
                </a:cubicBezTo>
                <a:lnTo>
                  <a:pt x="18036" y="115840"/>
                </a:lnTo>
                <a:cubicBezTo>
                  <a:pt x="23045" y="115984"/>
                  <a:pt x="27339" y="119419"/>
                  <a:pt x="28771" y="124142"/>
                </a:cubicBezTo>
                <a:cubicBezTo>
                  <a:pt x="29200" y="125860"/>
                  <a:pt x="29773" y="127434"/>
                  <a:pt x="30345" y="129152"/>
                </a:cubicBezTo>
                <a:cubicBezTo>
                  <a:pt x="31920" y="133875"/>
                  <a:pt x="30345" y="139028"/>
                  <a:pt x="26337" y="142034"/>
                </a:cubicBezTo>
                <a:lnTo>
                  <a:pt x="21328" y="146042"/>
                </a:lnTo>
                <a:cubicBezTo>
                  <a:pt x="16032" y="150050"/>
                  <a:pt x="15316" y="157636"/>
                  <a:pt x="19610" y="162789"/>
                </a:cubicBezTo>
                <a:lnTo>
                  <a:pt x="30775" y="175957"/>
                </a:lnTo>
                <a:cubicBezTo>
                  <a:pt x="33020" y="178745"/>
                  <a:pt x="36313" y="180150"/>
                  <a:pt x="39634" y="180150"/>
                </a:cubicBezTo>
                <a:cubicBezTo>
                  <a:pt x="42451" y="180150"/>
                  <a:pt x="45288" y="179139"/>
                  <a:pt x="47521" y="177102"/>
                </a:cubicBezTo>
                <a:lnTo>
                  <a:pt x="52102" y="172808"/>
                </a:lnTo>
                <a:cubicBezTo>
                  <a:pt x="54335" y="170747"/>
                  <a:pt x="57134" y="169717"/>
                  <a:pt x="59975" y="169717"/>
                </a:cubicBezTo>
                <a:cubicBezTo>
                  <a:pt x="61869" y="169717"/>
                  <a:pt x="63782" y="170175"/>
                  <a:pt x="65556" y="171091"/>
                </a:cubicBezTo>
                <a:cubicBezTo>
                  <a:pt x="66988" y="171949"/>
                  <a:pt x="68562" y="172808"/>
                  <a:pt x="70137" y="173524"/>
                </a:cubicBezTo>
                <a:cubicBezTo>
                  <a:pt x="74574" y="175671"/>
                  <a:pt x="77150" y="180538"/>
                  <a:pt x="76578" y="185404"/>
                </a:cubicBezTo>
                <a:lnTo>
                  <a:pt x="75719" y="191702"/>
                </a:lnTo>
                <a:cubicBezTo>
                  <a:pt x="74860" y="198286"/>
                  <a:pt x="79727" y="204155"/>
                  <a:pt x="86311" y="204727"/>
                </a:cubicBezTo>
                <a:lnTo>
                  <a:pt x="103487" y="206302"/>
                </a:lnTo>
                <a:cubicBezTo>
                  <a:pt x="103830" y="206331"/>
                  <a:pt x="104170" y="206345"/>
                  <a:pt x="104508" y="206345"/>
                </a:cubicBezTo>
                <a:cubicBezTo>
                  <a:pt x="110784" y="206345"/>
                  <a:pt x="115955" y="201386"/>
                  <a:pt x="116226" y="195137"/>
                </a:cubicBezTo>
                <a:lnTo>
                  <a:pt x="116513" y="188839"/>
                </a:lnTo>
                <a:cubicBezTo>
                  <a:pt x="116656" y="183830"/>
                  <a:pt x="119948" y="179536"/>
                  <a:pt x="124814" y="178104"/>
                </a:cubicBezTo>
                <a:cubicBezTo>
                  <a:pt x="126389" y="177675"/>
                  <a:pt x="128107" y="177102"/>
                  <a:pt x="129681" y="176530"/>
                </a:cubicBezTo>
                <a:cubicBezTo>
                  <a:pt x="130897" y="176124"/>
                  <a:pt x="132142" y="175928"/>
                  <a:pt x="133372" y="175928"/>
                </a:cubicBezTo>
                <a:cubicBezTo>
                  <a:pt x="136916" y="175928"/>
                  <a:pt x="140331" y="177562"/>
                  <a:pt x="142563" y="180538"/>
                </a:cubicBezTo>
                <a:lnTo>
                  <a:pt x="146428" y="185547"/>
                </a:lnTo>
                <a:cubicBezTo>
                  <a:pt x="148785" y="188473"/>
                  <a:pt x="152249" y="190014"/>
                  <a:pt x="155720" y="190014"/>
                </a:cubicBezTo>
                <a:cubicBezTo>
                  <a:pt x="158363" y="190014"/>
                  <a:pt x="161009" y="189121"/>
                  <a:pt x="163175" y="187265"/>
                </a:cubicBezTo>
                <a:lnTo>
                  <a:pt x="176486" y="176100"/>
                </a:lnTo>
                <a:cubicBezTo>
                  <a:pt x="181496" y="171806"/>
                  <a:pt x="182068" y="164220"/>
                  <a:pt x="177488" y="159354"/>
                </a:cubicBezTo>
                <a:lnTo>
                  <a:pt x="173337" y="154773"/>
                </a:lnTo>
                <a:cubicBezTo>
                  <a:pt x="169902" y="151052"/>
                  <a:pt x="169186" y="145613"/>
                  <a:pt x="171620" y="141318"/>
                </a:cubicBezTo>
                <a:cubicBezTo>
                  <a:pt x="172478" y="139744"/>
                  <a:pt x="173337" y="138313"/>
                  <a:pt x="174053" y="136738"/>
                </a:cubicBezTo>
                <a:cubicBezTo>
                  <a:pt x="175961" y="132667"/>
                  <a:pt x="180019" y="130179"/>
                  <a:pt x="184315" y="130179"/>
                </a:cubicBezTo>
                <a:cubicBezTo>
                  <a:pt x="184852" y="130179"/>
                  <a:pt x="185392" y="130218"/>
                  <a:pt x="185933" y="130297"/>
                </a:cubicBezTo>
                <a:lnTo>
                  <a:pt x="192231" y="131156"/>
                </a:lnTo>
                <a:cubicBezTo>
                  <a:pt x="192739" y="131222"/>
                  <a:pt x="193242" y="131254"/>
                  <a:pt x="193739" y="131254"/>
                </a:cubicBezTo>
                <a:cubicBezTo>
                  <a:pt x="199689" y="131254"/>
                  <a:pt x="204728" y="126641"/>
                  <a:pt x="205256" y="120564"/>
                </a:cubicBezTo>
                <a:lnTo>
                  <a:pt x="206831" y="103245"/>
                </a:lnTo>
                <a:cubicBezTo>
                  <a:pt x="207403" y="96660"/>
                  <a:pt x="202251" y="90935"/>
                  <a:pt x="195666" y="90649"/>
                </a:cubicBezTo>
                <a:lnTo>
                  <a:pt x="189368" y="90362"/>
                </a:lnTo>
                <a:cubicBezTo>
                  <a:pt x="184359" y="90219"/>
                  <a:pt x="180065" y="86927"/>
                  <a:pt x="178633" y="82060"/>
                </a:cubicBezTo>
                <a:cubicBezTo>
                  <a:pt x="178204" y="80343"/>
                  <a:pt x="177631" y="78768"/>
                  <a:pt x="177059" y="77194"/>
                </a:cubicBezTo>
                <a:cubicBezTo>
                  <a:pt x="175484" y="72470"/>
                  <a:pt x="177059" y="67174"/>
                  <a:pt x="181067" y="64169"/>
                </a:cubicBezTo>
                <a:lnTo>
                  <a:pt x="185933" y="60447"/>
                </a:lnTo>
                <a:cubicBezTo>
                  <a:pt x="191229" y="56296"/>
                  <a:pt x="192088" y="48710"/>
                  <a:pt x="187794" y="43700"/>
                </a:cubicBezTo>
                <a:lnTo>
                  <a:pt x="176629" y="30389"/>
                </a:lnTo>
                <a:cubicBezTo>
                  <a:pt x="174288" y="27657"/>
                  <a:pt x="170967" y="26244"/>
                  <a:pt x="167642" y="26244"/>
                </a:cubicBezTo>
                <a:cubicBezTo>
                  <a:pt x="164870" y="26244"/>
                  <a:pt x="162095" y="27226"/>
                  <a:pt x="159883" y="29244"/>
                </a:cubicBezTo>
                <a:lnTo>
                  <a:pt x="155302" y="33538"/>
                </a:lnTo>
                <a:cubicBezTo>
                  <a:pt x="153069" y="35599"/>
                  <a:pt x="150218" y="36629"/>
                  <a:pt x="147367" y="36629"/>
                </a:cubicBezTo>
                <a:cubicBezTo>
                  <a:pt x="145466" y="36629"/>
                  <a:pt x="143565" y="36171"/>
                  <a:pt x="141847" y="35255"/>
                </a:cubicBezTo>
                <a:cubicBezTo>
                  <a:pt x="140273" y="34396"/>
                  <a:pt x="138842" y="33538"/>
                  <a:pt x="137267" y="32822"/>
                </a:cubicBezTo>
                <a:cubicBezTo>
                  <a:pt x="132687" y="30675"/>
                  <a:pt x="130110" y="25808"/>
                  <a:pt x="130826" y="20942"/>
                </a:cubicBezTo>
                <a:lnTo>
                  <a:pt x="131685" y="14644"/>
                </a:lnTo>
                <a:cubicBezTo>
                  <a:pt x="132544" y="8060"/>
                  <a:pt x="127677" y="2191"/>
                  <a:pt x="121093" y="1618"/>
                </a:cubicBezTo>
                <a:lnTo>
                  <a:pt x="103774" y="44"/>
                </a:lnTo>
                <a:cubicBezTo>
                  <a:pt x="103438" y="15"/>
                  <a:pt x="103104" y="1"/>
                  <a:pt x="102774" y="1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3"/>
          <p:cNvSpPr/>
          <p:nvPr/>
        </p:nvSpPr>
        <p:spPr>
          <a:xfrm>
            <a:off x="8021301" y="742615"/>
            <a:ext cx="416654" cy="491569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3">
            <a:hlinkClick r:id="" action="ppaction://hlinkshowjump?jump=nextslide"/>
          </p:cNvPr>
          <p:cNvSpPr/>
          <p:nvPr/>
        </p:nvSpPr>
        <p:spPr>
          <a:xfrm rot="5400000">
            <a:off x="821542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3">
            <a:hlinkClick r:id="" action="ppaction://hlinkshowjump?jump=previousslide"/>
          </p:cNvPr>
          <p:cNvSpPr/>
          <p:nvPr/>
        </p:nvSpPr>
        <p:spPr>
          <a:xfrm rot="-5400000" flipH="1">
            <a:off x="731972" y="4759304"/>
            <a:ext cx="196602" cy="231951"/>
          </a:xfrm>
          <a:custGeom>
            <a:avLst/>
            <a:gdLst/>
            <a:ahLst/>
            <a:cxnLst/>
            <a:rect l="l" t="t" r="r" b="b"/>
            <a:pathLst>
              <a:path w="6040" h="7126" extrusionOk="0">
                <a:moveTo>
                  <a:pt x="5844" y="2726"/>
                </a:moveTo>
                <a:lnTo>
                  <a:pt x="3225" y="107"/>
                </a:lnTo>
                <a:cubicBezTo>
                  <a:pt x="3118" y="0"/>
                  <a:pt x="2922" y="0"/>
                  <a:pt x="2815" y="107"/>
                </a:cubicBezTo>
                <a:lnTo>
                  <a:pt x="197" y="2726"/>
                </a:lnTo>
                <a:cubicBezTo>
                  <a:pt x="1" y="2922"/>
                  <a:pt x="143" y="3260"/>
                  <a:pt x="410" y="3242"/>
                </a:cubicBezTo>
                <a:lnTo>
                  <a:pt x="749" y="3242"/>
                </a:lnTo>
                <a:cubicBezTo>
                  <a:pt x="909" y="3242"/>
                  <a:pt x="1052" y="3367"/>
                  <a:pt x="1052" y="3545"/>
                </a:cubicBezTo>
                <a:lnTo>
                  <a:pt x="1052" y="6823"/>
                </a:lnTo>
                <a:cubicBezTo>
                  <a:pt x="1052" y="6983"/>
                  <a:pt x="1177" y="7126"/>
                  <a:pt x="1337" y="7126"/>
                </a:cubicBezTo>
                <a:lnTo>
                  <a:pt x="4722" y="7126"/>
                </a:lnTo>
                <a:cubicBezTo>
                  <a:pt x="4864" y="7108"/>
                  <a:pt x="4989" y="6983"/>
                  <a:pt x="4989" y="6823"/>
                </a:cubicBezTo>
                <a:lnTo>
                  <a:pt x="4989" y="3545"/>
                </a:lnTo>
                <a:cubicBezTo>
                  <a:pt x="4989" y="3367"/>
                  <a:pt x="5131" y="3242"/>
                  <a:pt x="5292" y="3242"/>
                </a:cubicBezTo>
                <a:lnTo>
                  <a:pt x="5630" y="3242"/>
                </a:lnTo>
                <a:cubicBezTo>
                  <a:pt x="5897" y="3242"/>
                  <a:pt x="6040" y="2922"/>
                  <a:pt x="5844" y="27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3" name="Google Shape;633;p13"/>
          <p:cNvGrpSpPr/>
          <p:nvPr/>
        </p:nvGrpSpPr>
        <p:grpSpPr>
          <a:xfrm>
            <a:off x="706038" y="312972"/>
            <a:ext cx="140222" cy="140409"/>
            <a:chOff x="2741000" y="199475"/>
            <a:chExt cx="191953" cy="192210"/>
          </a:xfrm>
        </p:grpSpPr>
        <p:sp>
          <p:nvSpPr>
            <p:cNvPr id="634" name="Google Shape;634;p13"/>
            <p:cNvSpPr/>
            <p:nvPr/>
          </p:nvSpPr>
          <p:spPr>
            <a:xfrm>
              <a:off x="2741000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3"/>
            <p:cNvSpPr/>
            <p:nvPr/>
          </p:nvSpPr>
          <p:spPr>
            <a:xfrm>
              <a:off x="2741000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2741000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3"/>
            <p:cNvSpPr/>
            <p:nvPr/>
          </p:nvSpPr>
          <p:spPr>
            <a:xfrm>
              <a:off x="2815215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3"/>
            <p:cNvSpPr/>
            <p:nvPr/>
          </p:nvSpPr>
          <p:spPr>
            <a:xfrm>
              <a:off x="2815215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3"/>
            <p:cNvSpPr/>
            <p:nvPr/>
          </p:nvSpPr>
          <p:spPr>
            <a:xfrm>
              <a:off x="2815215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3"/>
            <p:cNvSpPr/>
            <p:nvPr/>
          </p:nvSpPr>
          <p:spPr>
            <a:xfrm>
              <a:off x="2889453" y="19947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3"/>
            <p:cNvSpPr/>
            <p:nvPr/>
          </p:nvSpPr>
          <p:spPr>
            <a:xfrm>
              <a:off x="2889453" y="273830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3"/>
            <p:cNvSpPr/>
            <p:nvPr/>
          </p:nvSpPr>
          <p:spPr>
            <a:xfrm>
              <a:off x="2889453" y="348185"/>
              <a:ext cx="43500" cy="4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3" name="Google Shape;643;p13">
            <a:hlinkClick r:id="rId3" action="ppaction://hlinksldjump"/>
          </p:cNvPr>
          <p:cNvSpPr/>
          <p:nvPr/>
        </p:nvSpPr>
        <p:spPr>
          <a:xfrm>
            <a:off x="669500" y="276525"/>
            <a:ext cx="213300" cy="2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4" name="Google Shape;644;p13"/>
          <p:cNvCxnSpPr/>
          <p:nvPr/>
        </p:nvCxnSpPr>
        <p:spPr>
          <a:xfrm>
            <a:off x="3054527" y="1913146"/>
            <a:ext cx="2772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Data Analysis for Business by Slidesgo">
  <a:themeElements>
    <a:clrScheme name="Simple Light">
      <a:dk1>
        <a:srgbClr val="FFFFFF"/>
      </a:dk1>
      <a:lt1>
        <a:srgbClr val="0E166C"/>
      </a:lt1>
      <a:dk2>
        <a:srgbClr val="921D87"/>
      </a:dk2>
      <a:lt2>
        <a:srgbClr val="FFB632"/>
      </a:lt2>
      <a:accent1>
        <a:srgbClr val="FFE485"/>
      </a:accent1>
      <a:accent2>
        <a:srgbClr val="BE7AF3"/>
      </a:accent2>
      <a:accent3>
        <a:srgbClr val="51127C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Microsoft Office PowerPoint</Application>
  <PresentationFormat>On-screen Show (16:9)</PresentationFormat>
  <Paragraphs>133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Noto Sans Symbols</vt:lpstr>
      <vt:lpstr>Calibri</vt:lpstr>
      <vt:lpstr>Anaheim</vt:lpstr>
      <vt:lpstr>Bebas Neue</vt:lpstr>
      <vt:lpstr>Roboto Light</vt:lpstr>
      <vt:lpstr>Arimo</vt:lpstr>
      <vt:lpstr>Times New Roman</vt:lpstr>
      <vt:lpstr>Data Analysis for Business by Slidesgo</vt:lpstr>
      <vt:lpstr>Data Structre  CSe207 Instructor: Md Manowarul Islam</vt:lpstr>
      <vt:lpstr>OUR TEAM</vt:lpstr>
      <vt:lpstr>Introduction</vt:lpstr>
      <vt:lpstr>Code overview</vt:lpstr>
      <vt:lpstr>Data Structure</vt:lpstr>
      <vt:lpstr>Data Structure</vt:lpstr>
      <vt:lpstr>Functions</vt:lpstr>
      <vt:lpstr>Functions</vt:lpstr>
      <vt:lpstr>Main Function:</vt:lpstr>
      <vt:lpstr>File operations</vt:lpstr>
      <vt:lpstr>User inerface</vt:lpstr>
      <vt:lpstr>Conclusions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Structre  CSe207 Instructor: Md Manowarul Islam</dc:title>
  <dc:creator>Ashikur Rahman</dc:creator>
  <cp:lastModifiedBy>ismail - [2010]</cp:lastModifiedBy>
  <cp:revision>1</cp:revision>
  <dcterms:modified xsi:type="dcterms:W3CDTF">2023-10-15T08:48:45Z</dcterms:modified>
</cp:coreProperties>
</file>