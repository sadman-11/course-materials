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68" r:id="rId4"/>
    <p:sldId id="267" r:id="rId5"/>
    <p:sldId id="259" r:id="rId6"/>
    <p:sldId id="260" r:id="rId7"/>
    <p:sldId id="261" r:id="rId8"/>
    <p:sldId id="271" r:id="rId9"/>
    <p:sldId id="272" r:id="rId10"/>
    <p:sldId id="314" r:id="rId11"/>
    <p:sldId id="315" r:id="rId12"/>
    <p:sldId id="318" r:id="rId13"/>
    <p:sldId id="320" r:id="rId14"/>
    <p:sldId id="319" r:id="rId15"/>
    <p:sldId id="317" r:id="rId16"/>
    <p:sldId id="321" r:id="rId17"/>
    <p:sldId id="316" r:id="rId18"/>
    <p:sldId id="262" r:id="rId19"/>
    <p:sldId id="263" r:id="rId20"/>
    <p:sldId id="264" r:id="rId21"/>
    <p:sldId id="269" r:id="rId22"/>
    <p:sldId id="265" r:id="rId23"/>
    <p:sldId id="2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3" autoAdjust="0"/>
    <p:restoredTop sz="94660"/>
  </p:normalViewPr>
  <p:slideViewPr>
    <p:cSldViewPr snapToGrid="0">
      <p:cViewPr varScale="1">
        <p:scale>
          <a:sx n="49" d="100"/>
          <a:sy n="49" d="100"/>
        </p:scale>
        <p:origin x="10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slide" Target="../slides/slide6.xml"/><Relationship Id="rId1" Type="http://schemas.openxmlformats.org/officeDocument/2006/relationships/slide" Target="../slides/slide4.xml"/><Relationship Id="rId4" Type="http://schemas.openxmlformats.org/officeDocument/2006/relationships/slide" Target="../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54BDF9-8515-4677-9942-0171F000F8EB}" type="doc">
      <dgm:prSet loTypeId="urn:microsoft.com/office/officeart/2005/8/layout/list1#1" loCatId="list" qsTypeId="urn:microsoft.com/office/officeart/2005/8/quickstyle/simple2#1" qsCatId="simple" csTypeId="urn:microsoft.com/office/officeart/2005/8/colors/colorful1#1" csCatId="colorful" phldr="1"/>
      <dgm:spPr/>
      <dgm:t>
        <a:bodyPr/>
        <a:lstStyle/>
        <a:p>
          <a:endParaRPr lang="zh-CN"/>
        </a:p>
      </dgm:t>
    </dgm:pt>
    <dgm:pt modelId="{787546C1-DD5C-4D6E-BFDD-D95A52E781AD}">
      <dgm:prSet phldrT="[Text]" custT="1"/>
      <dgm:spPr/>
      <dgm:t>
        <a:bodyPr/>
        <a:lstStyle/>
        <a:p>
          <a:r>
            <a:rPr lang="en-US" altLang="zh-CN" sz="2800" b="1" dirty="0">
              <a:solidFill>
                <a:schemeClr val="tx1"/>
              </a:solidFill>
              <a:hlinkClick xmlns:r="http://schemas.openxmlformats.org/officeDocument/2006/relationships" r:id="rId1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Expressions</a:t>
          </a:r>
          <a:endParaRPr lang="zh-CN" sz="2800" dirty="0">
            <a:solidFill>
              <a:schemeClr val="tx1"/>
            </a:solidFill>
          </a:endParaRPr>
        </a:p>
      </dgm:t>
    </dgm:pt>
    <dgm:pt modelId="{88942913-D2BB-4DEB-B0E7-EA2B7A6CD360}" type="parTrans" cxnId="{DFAEFA4C-B3B0-4C4E-BCD8-BFB53D07C5D0}">
      <dgm:prSet/>
      <dgm:spPr/>
      <dgm:t>
        <a:bodyPr/>
        <a:lstStyle/>
        <a:p>
          <a:endParaRPr lang="zh-CN"/>
        </a:p>
      </dgm:t>
    </dgm:pt>
    <dgm:pt modelId="{579A9A07-8770-4AC1-9705-76E19F87D269}" type="sibTrans" cxnId="{DFAEFA4C-B3B0-4C4E-BCD8-BFB53D07C5D0}">
      <dgm:prSet/>
      <dgm:spPr/>
      <dgm:t>
        <a:bodyPr/>
        <a:lstStyle/>
        <a:p>
          <a:endParaRPr lang="zh-CN"/>
        </a:p>
      </dgm:t>
    </dgm:pt>
    <dgm:pt modelId="{AC5265C1-0BAB-4984-A634-E4518A8EC253}">
      <dgm:prSet phldrT="[Text]" custT="1"/>
      <dgm:spPr/>
      <dgm:t>
        <a:bodyPr/>
        <a:lstStyle/>
        <a:p>
          <a:r>
            <a:rPr lang="en-US" altLang="zh-CN" sz="2800" b="1" dirty="0">
              <a:solidFill>
                <a:schemeClr val="tx1"/>
              </a:solidFill>
              <a:hlinkClick xmlns:r="http://schemas.openxmlformats.org/officeDocument/2006/relationships"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Infix</a:t>
          </a:r>
          <a:endParaRPr lang="zh-CN" sz="2800" dirty="0">
            <a:solidFill>
              <a:schemeClr val="tx1"/>
            </a:solidFill>
          </a:endParaRPr>
        </a:p>
      </dgm:t>
    </dgm:pt>
    <dgm:pt modelId="{26A0947C-B518-417C-9D68-EC422DC1E3A5}" type="parTrans" cxnId="{579A338B-B5D8-4240-8867-8564B0DC96F3}">
      <dgm:prSet/>
      <dgm:spPr/>
      <dgm:t>
        <a:bodyPr/>
        <a:lstStyle/>
        <a:p>
          <a:endParaRPr lang="zh-CN"/>
        </a:p>
      </dgm:t>
    </dgm:pt>
    <dgm:pt modelId="{E68E8117-B3CB-464C-9711-4DBE8BF88216}" type="sibTrans" cxnId="{579A338B-B5D8-4240-8867-8564B0DC96F3}">
      <dgm:prSet/>
      <dgm:spPr/>
      <dgm:t>
        <a:bodyPr/>
        <a:lstStyle/>
        <a:p>
          <a:endParaRPr lang="zh-CN"/>
        </a:p>
      </dgm:t>
    </dgm:pt>
    <dgm:pt modelId="{F50BDB3E-817D-4A89-9D71-D9E0B029567B}">
      <dgm:prSet phldrT="[Text]" custT="1"/>
      <dgm:spPr/>
      <dgm:t>
        <a:bodyPr/>
        <a:lstStyle/>
        <a:p>
          <a:r>
            <a:rPr lang="en-US" altLang="zh-CN" sz="2800" b="1" dirty="0">
              <a:solidFill>
                <a:schemeClr val="tx1"/>
              </a:solidFill>
              <a:hlinkClick xmlns:r="http://schemas.openxmlformats.org/officeDocument/2006/relationships"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Postfix</a:t>
          </a:r>
          <a:endParaRPr lang="zh-CN" sz="2800" dirty="0">
            <a:solidFill>
              <a:schemeClr val="tx1"/>
            </a:solidFill>
          </a:endParaRPr>
        </a:p>
      </dgm:t>
    </dgm:pt>
    <dgm:pt modelId="{DE0B39BA-A6F3-455E-8022-365CCF701DB7}" type="parTrans" cxnId="{E8EF61B1-515C-44F0-9393-3A960B69FA7A}">
      <dgm:prSet/>
      <dgm:spPr/>
      <dgm:t>
        <a:bodyPr/>
        <a:lstStyle/>
        <a:p>
          <a:endParaRPr lang="zh-CN"/>
        </a:p>
      </dgm:t>
    </dgm:pt>
    <dgm:pt modelId="{25F4C625-3E51-442C-BBB8-3FA715271B27}" type="sibTrans" cxnId="{E8EF61B1-515C-44F0-9393-3A960B69FA7A}">
      <dgm:prSet/>
      <dgm:spPr/>
      <dgm:t>
        <a:bodyPr/>
        <a:lstStyle/>
        <a:p>
          <a:endParaRPr lang="zh-CN"/>
        </a:p>
      </dgm:t>
    </dgm:pt>
    <dgm:pt modelId="{48A753B7-A628-4633-9234-A7CEC85D2A96}">
      <dgm:prSet phldrT="[Text]" custT="1"/>
      <dgm:spPr/>
      <dgm:t>
        <a:bodyPr/>
        <a:lstStyle/>
        <a:p>
          <a:r>
            <a:rPr lang="en-US" altLang="zh-CN" sz="2800" b="1" dirty="0">
              <a:solidFill>
                <a:schemeClr val="tx1"/>
              </a:solidFill>
              <a:hlinkClick xmlns:r="http://schemas.openxmlformats.org/officeDocument/2006/relationships"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Prefix</a:t>
          </a:r>
          <a:endParaRPr lang="zh-CN" sz="2800" dirty="0">
            <a:solidFill>
              <a:schemeClr val="tx1"/>
            </a:solidFill>
          </a:endParaRPr>
        </a:p>
      </dgm:t>
    </dgm:pt>
    <dgm:pt modelId="{02D641DD-BBCF-44BC-8718-FC38C6C9A9AD}" type="parTrans" cxnId="{E8896B3C-A8D5-4D1A-923B-EB1033A985D0}">
      <dgm:prSet/>
      <dgm:spPr/>
      <dgm:t>
        <a:bodyPr/>
        <a:lstStyle/>
        <a:p>
          <a:endParaRPr lang="zh-CN" altLang="en-US"/>
        </a:p>
      </dgm:t>
    </dgm:pt>
    <dgm:pt modelId="{3289F925-DE88-4941-89CF-98D01D41F546}" type="sibTrans" cxnId="{E8896B3C-A8D5-4D1A-923B-EB1033A985D0}">
      <dgm:prSet/>
      <dgm:spPr/>
      <dgm:t>
        <a:bodyPr/>
        <a:lstStyle/>
        <a:p>
          <a:endParaRPr lang="zh-CN" altLang="en-US"/>
        </a:p>
      </dgm:t>
    </dgm:pt>
    <dgm:pt modelId="{9D58511D-D18C-46E6-ADFB-6CDE1389D37F}" type="pres">
      <dgm:prSet presAssocID="{8554BDF9-8515-4677-9942-0171F000F8EB}" presName="linear" presStyleCnt="0">
        <dgm:presLayoutVars>
          <dgm:dir/>
          <dgm:animLvl val="lvl"/>
          <dgm:resizeHandles val="exact"/>
        </dgm:presLayoutVars>
      </dgm:prSet>
      <dgm:spPr/>
    </dgm:pt>
    <dgm:pt modelId="{29EC7F92-6143-4EC7-AD17-ECAF75C06DC8}" type="pres">
      <dgm:prSet presAssocID="{787546C1-DD5C-4D6E-BFDD-D95A52E781AD}" presName="parentLin" presStyleCnt="0"/>
      <dgm:spPr/>
    </dgm:pt>
    <dgm:pt modelId="{F4F466C7-208D-4B4A-A865-9D82D8E9F892}" type="pres">
      <dgm:prSet presAssocID="{787546C1-DD5C-4D6E-BFDD-D95A52E781AD}" presName="parentLeftMargin" presStyleLbl="node1" presStyleIdx="0" presStyleCnt="4"/>
      <dgm:spPr/>
    </dgm:pt>
    <dgm:pt modelId="{8BC4E78D-0D98-4ED2-B23A-71FEC19A6436}" type="pres">
      <dgm:prSet presAssocID="{787546C1-DD5C-4D6E-BFDD-D95A52E781AD}" presName="parentText" presStyleLbl="node1" presStyleIdx="0" presStyleCnt="4" custScaleX="115633" custLinFactNeighborX="9276" custLinFactNeighborY="-4638">
        <dgm:presLayoutVars>
          <dgm:chMax val="0"/>
          <dgm:bulletEnabled val="1"/>
        </dgm:presLayoutVars>
      </dgm:prSet>
      <dgm:spPr/>
    </dgm:pt>
    <dgm:pt modelId="{129CDA7D-4C80-4698-AFD0-7208B5D9749E}" type="pres">
      <dgm:prSet presAssocID="{787546C1-DD5C-4D6E-BFDD-D95A52E781AD}" presName="negativeSpace" presStyleCnt="0"/>
      <dgm:spPr/>
    </dgm:pt>
    <dgm:pt modelId="{EBA8CF1F-3B4A-4B6A-8877-CB03CDDAB1E9}" type="pres">
      <dgm:prSet presAssocID="{787546C1-DD5C-4D6E-BFDD-D95A52E781AD}" presName="childText" presStyleLbl="alignAcc1" presStyleIdx="0" presStyleCnt="4">
        <dgm:presLayoutVars>
          <dgm:bulletEnabled val="1"/>
        </dgm:presLayoutVars>
      </dgm:prSet>
      <dgm:spPr>
        <a:ln>
          <a:noFill/>
        </a:ln>
      </dgm:spPr>
    </dgm:pt>
    <dgm:pt modelId="{8BC0D01A-9D98-495C-93AA-A7D9631CDDAD}" type="pres">
      <dgm:prSet presAssocID="{579A9A07-8770-4AC1-9705-76E19F87D269}" presName="spaceBetweenRectangles" presStyleCnt="0"/>
      <dgm:spPr/>
    </dgm:pt>
    <dgm:pt modelId="{D4434ECF-2146-46AC-B62E-87AB389C995A}" type="pres">
      <dgm:prSet presAssocID="{AC5265C1-0BAB-4984-A634-E4518A8EC253}" presName="parentLin" presStyleCnt="0"/>
      <dgm:spPr/>
    </dgm:pt>
    <dgm:pt modelId="{06B5F591-72E0-4CFF-9799-36D4050BD51D}" type="pres">
      <dgm:prSet presAssocID="{AC5265C1-0BAB-4984-A634-E4518A8EC253}" presName="parentLeftMargin" presStyleLbl="node1" presStyleIdx="0" presStyleCnt="4"/>
      <dgm:spPr/>
    </dgm:pt>
    <dgm:pt modelId="{12E5634D-BCAA-48AB-BADB-754A15E9B7AC}" type="pres">
      <dgm:prSet presAssocID="{AC5265C1-0BAB-4984-A634-E4518A8EC253}" presName="parentText" presStyleLbl="node1" presStyleIdx="1" presStyleCnt="4" custScaleX="116958" custLinFactNeighborX="9276" custLinFactNeighborY="-2742">
        <dgm:presLayoutVars>
          <dgm:chMax val="0"/>
          <dgm:bulletEnabled val="1"/>
        </dgm:presLayoutVars>
      </dgm:prSet>
      <dgm:spPr/>
    </dgm:pt>
    <dgm:pt modelId="{3DAA9763-50F6-4CC4-B6DA-0A4C45FFB361}" type="pres">
      <dgm:prSet presAssocID="{AC5265C1-0BAB-4984-A634-E4518A8EC253}" presName="negativeSpace" presStyleCnt="0"/>
      <dgm:spPr/>
    </dgm:pt>
    <dgm:pt modelId="{51228DB3-E7D4-486B-A0C1-9A59D129891F}" type="pres">
      <dgm:prSet presAssocID="{AC5265C1-0BAB-4984-A634-E4518A8EC253}" presName="childText" presStyleLbl="alignAcc1" presStyleIdx="1" presStyleCnt="4">
        <dgm:presLayoutVars>
          <dgm:bulletEnabled val="1"/>
        </dgm:presLayoutVars>
      </dgm:prSet>
      <dgm:spPr>
        <a:ln>
          <a:noFill/>
        </a:ln>
      </dgm:spPr>
    </dgm:pt>
    <dgm:pt modelId="{ECC02425-44D1-4F4C-B5D6-13442CA71F2A}" type="pres">
      <dgm:prSet presAssocID="{E68E8117-B3CB-464C-9711-4DBE8BF88216}" presName="spaceBetweenRectangles" presStyleCnt="0"/>
      <dgm:spPr/>
    </dgm:pt>
    <dgm:pt modelId="{98CD7476-6A48-4BD0-A0B1-E79081300878}" type="pres">
      <dgm:prSet presAssocID="{F50BDB3E-817D-4A89-9D71-D9E0B029567B}" presName="parentLin" presStyleCnt="0"/>
      <dgm:spPr/>
    </dgm:pt>
    <dgm:pt modelId="{63AA2D3F-331D-492F-82D5-8A2B6C78BAAD}" type="pres">
      <dgm:prSet presAssocID="{F50BDB3E-817D-4A89-9D71-D9E0B029567B}" presName="parentLeftMargin" presStyleLbl="node1" presStyleIdx="1" presStyleCnt="4"/>
      <dgm:spPr/>
    </dgm:pt>
    <dgm:pt modelId="{2CFD44AC-C5B0-407B-B2EE-07415AFE4DC4}" type="pres">
      <dgm:prSet presAssocID="{F50BDB3E-817D-4A89-9D71-D9E0B029567B}" presName="parentText" presStyleLbl="node1" presStyleIdx="2" presStyleCnt="4" custScaleX="116959" custLinFactNeighborY="-4638">
        <dgm:presLayoutVars>
          <dgm:chMax val="0"/>
          <dgm:bulletEnabled val="1"/>
        </dgm:presLayoutVars>
      </dgm:prSet>
      <dgm:spPr/>
    </dgm:pt>
    <dgm:pt modelId="{E27A153A-8ADD-4646-B3A3-509A74CD0695}" type="pres">
      <dgm:prSet presAssocID="{F50BDB3E-817D-4A89-9D71-D9E0B029567B}" presName="negativeSpace" presStyleCnt="0"/>
      <dgm:spPr/>
    </dgm:pt>
    <dgm:pt modelId="{2DB5D132-AB90-49A4-A479-F0988A86E33E}" type="pres">
      <dgm:prSet presAssocID="{F50BDB3E-817D-4A89-9D71-D9E0B029567B}" presName="childText" presStyleLbl="alignAcc1" presStyleIdx="2" presStyleCnt="4" custLinFactNeighborX="-197" custLinFactNeighborY="-16464">
        <dgm:presLayoutVars>
          <dgm:bulletEnabled val="1"/>
        </dgm:presLayoutVars>
      </dgm:prSet>
      <dgm:spPr>
        <a:ln>
          <a:noFill/>
        </a:ln>
      </dgm:spPr>
    </dgm:pt>
    <dgm:pt modelId="{A5E75685-2820-438A-88AF-159553A570AE}" type="pres">
      <dgm:prSet presAssocID="{25F4C625-3E51-442C-BBB8-3FA715271B27}" presName="spaceBetweenRectangles" presStyleCnt="0"/>
      <dgm:spPr/>
    </dgm:pt>
    <dgm:pt modelId="{A8366691-59F7-4A9A-8CB9-1EA579CB141B}" type="pres">
      <dgm:prSet presAssocID="{48A753B7-A628-4633-9234-A7CEC85D2A96}" presName="parentLin" presStyleCnt="0"/>
      <dgm:spPr/>
    </dgm:pt>
    <dgm:pt modelId="{EF42FCC0-CCED-494D-81F0-7E14989D1AFF}" type="pres">
      <dgm:prSet presAssocID="{48A753B7-A628-4633-9234-A7CEC85D2A96}" presName="parentLeftMargin" presStyleLbl="node1" presStyleIdx="2" presStyleCnt="4" custScaleX="116959" custLinFactNeighborY="-4638"/>
      <dgm:spPr/>
    </dgm:pt>
    <dgm:pt modelId="{BDA23860-02CC-4049-A638-0660503E33A5}" type="pres">
      <dgm:prSet presAssocID="{48A753B7-A628-4633-9234-A7CEC85D2A96}" presName="parentText" presStyleLbl="node1" presStyleIdx="3" presStyleCnt="4" custScaleX="114778">
        <dgm:presLayoutVars>
          <dgm:chMax val="0"/>
          <dgm:bulletEnabled val="1"/>
        </dgm:presLayoutVars>
      </dgm:prSet>
      <dgm:spPr/>
    </dgm:pt>
    <dgm:pt modelId="{77E7CBEB-E6CA-4A86-ABC4-03C8AC7FB58B}" type="pres">
      <dgm:prSet presAssocID="{48A753B7-A628-4633-9234-A7CEC85D2A96}" presName="negativeSpace" presStyleCnt="0"/>
      <dgm:spPr/>
    </dgm:pt>
    <dgm:pt modelId="{EBDBE11F-4899-4283-BF85-038B09ABC9C4}" type="pres">
      <dgm:prSet presAssocID="{48A753B7-A628-4633-9234-A7CEC85D2A96}" presName="childText" presStyleLbl="alignAcc1" presStyleIdx="3" presStyleCnt="4">
        <dgm:presLayoutVars>
          <dgm:bulletEnabled val="1"/>
        </dgm:presLayoutVars>
      </dgm:prSet>
      <dgm:spPr>
        <a:ln>
          <a:solidFill>
            <a:schemeClr val="bg1"/>
          </a:solidFill>
        </a:ln>
      </dgm:spPr>
    </dgm:pt>
  </dgm:ptLst>
  <dgm:cxnLst>
    <dgm:cxn modelId="{8640F900-40C5-43BF-AEF9-23B18E92D2FB}" type="presOf" srcId="{F50BDB3E-817D-4A89-9D71-D9E0B029567B}" destId="{63AA2D3F-331D-492F-82D5-8A2B6C78BAAD}" srcOrd="0" destOrd="0" presId="urn:microsoft.com/office/officeart/2005/8/layout/list1#1"/>
    <dgm:cxn modelId="{E74CC306-2CEF-4C09-987C-4476B6346CBC}" type="presOf" srcId="{48A753B7-A628-4633-9234-A7CEC85D2A96}" destId="{BDA23860-02CC-4049-A638-0660503E33A5}" srcOrd="1" destOrd="0" presId="urn:microsoft.com/office/officeart/2005/8/layout/list1#1"/>
    <dgm:cxn modelId="{288CB814-645E-4F30-95F1-B00C37C3F083}" type="presOf" srcId="{F50BDB3E-817D-4A89-9D71-D9E0B029567B}" destId="{2CFD44AC-C5B0-407B-B2EE-07415AFE4DC4}" srcOrd="1" destOrd="0" presId="urn:microsoft.com/office/officeart/2005/8/layout/list1#1"/>
    <dgm:cxn modelId="{87CE9116-2D6F-45A6-82DC-C915CDE84D0C}" type="presOf" srcId="{48A753B7-A628-4633-9234-A7CEC85D2A96}" destId="{EF42FCC0-CCED-494D-81F0-7E14989D1AFF}" srcOrd="0" destOrd="0" presId="urn:microsoft.com/office/officeart/2005/8/layout/list1#1"/>
    <dgm:cxn modelId="{E8896B3C-A8D5-4D1A-923B-EB1033A985D0}" srcId="{8554BDF9-8515-4677-9942-0171F000F8EB}" destId="{48A753B7-A628-4633-9234-A7CEC85D2A96}" srcOrd="3" destOrd="0" parTransId="{02D641DD-BBCF-44BC-8718-FC38C6C9A9AD}" sibTransId="{3289F925-DE88-4941-89CF-98D01D41F546}"/>
    <dgm:cxn modelId="{DFAEFA4C-B3B0-4C4E-BCD8-BFB53D07C5D0}" srcId="{8554BDF9-8515-4677-9942-0171F000F8EB}" destId="{787546C1-DD5C-4D6E-BFDD-D95A52E781AD}" srcOrd="0" destOrd="0" parTransId="{88942913-D2BB-4DEB-B0E7-EA2B7A6CD360}" sibTransId="{579A9A07-8770-4AC1-9705-76E19F87D269}"/>
    <dgm:cxn modelId="{579A338B-B5D8-4240-8867-8564B0DC96F3}" srcId="{8554BDF9-8515-4677-9942-0171F000F8EB}" destId="{AC5265C1-0BAB-4984-A634-E4518A8EC253}" srcOrd="1" destOrd="0" parTransId="{26A0947C-B518-417C-9D68-EC422DC1E3A5}" sibTransId="{E68E8117-B3CB-464C-9711-4DBE8BF88216}"/>
    <dgm:cxn modelId="{7D815A91-1706-4A8C-B40E-D62E577708C8}" type="presOf" srcId="{AC5265C1-0BAB-4984-A634-E4518A8EC253}" destId="{06B5F591-72E0-4CFF-9799-36D4050BD51D}" srcOrd="0" destOrd="0" presId="urn:microsoft.com/office/officeart/2005/8/layout/list1#1"/>
    <dgm:cxn modelId="{E8EF61B1-515C-44F0-9393-3A960B69FA7A}" srcId="{8554BDF9-8515-4677-9942-0171F000F8EB}" destId="{F50BDB3E-817D-4A89-9D71-D9E0B029567B}" srcOrd="2" destOrd="0" parTransId="{DE0B39BA-A6F3-455E-8022-365CCF701DB7}" sibTransId="{25F4C625-3E51-442C-BBB8-3FA715271B27}"/>
    <dgm:cxn modelId="{B6EF41B6-9EC5-43AA-A73B-9D905AEC670F}" type="presOf" srcId="{787546C1-DD5C-4D6E-BFDD-D95A52E781AD}" destId="{F4F466C7-208D-4B4A-A865-9D82D8E9F892}" srcOrd="0" destOrd="0" presId="urn:microsoft.com/office/officeart/2005/8/layout/list1#1"/>
    <dgm:cxn modelId="{178C03D3-212B-48C0-8897-5A90CF4E00CC}" type="presOf" srcId="{787546C1-DD5C-4D6E-BFDD-D95A52E781AD}" destId="{8BC4E78D-0D98-4ED2-B23A-71FEC19A6436}" srcOrd="1" destOrd="0" presId="urn:microsoft.com/office/officeart/2005/8/layout/list1#1"/>
    <dgm:cxn modelId="{6A035CF4-9614-4C58-B00B-20392444EAE7}" type="presOf" srcId="{AC5265C1-0BAB-4984-A634-E4518A8EC253}" destId="{12E5634D-BCAA-48AB-BADB-754A15E9B7AC}" srcOrd="1" destOrd="0" presId="urn:microsoft.com/office/officeart/2005/8/layout/list1#1"/>
    <dgm:cxn modelId="{53D7F8FF-CEF5-498C-A46E-E302EA1A3C80}" type="presOf" srcId="{8554BDF9-8515-4677-9942-0171F000F8EB}" destId="{9D58511D-D18C-46E6-ADFB-6CDE1389D37F}" srcOrd="0" destOrd="0" presId="urn:microsoft.com/office/officeart/2005/8/layout/list1#1"/>
    <dgm:cxn modelId="{D4F66BB5-7AA4-4B76-9782-25D8FD60D0FB}" type="presParOf" srcId="{9D58511D-D18C-46E6-ADFB-6CDE1389D37F}" destId="{29EC7F92-6143-4EC7-AD17-ECAF75C06DC8}" srcOrd="0" destOrd="0" presId="urn:microsoft.com/office/officeart/2005/8/layout/list1#1"/>
    <dgm:cxn modelId="{84BA0811-3A96-4079-8ECD-354EDEF663F1}" type="presParOf" srcId="{29EC7F92-6143-4EC7-AD17-ECAF75C06DC8}" destId="{F4F466C7-208D-4B4A-A865-9D82D8E9F892}" srcOrd="0" destOrd="0" presId="urn:microsoft.com/office/officeart/2005/8/layout/list1#1"/>
    <dgm:cxn modelId="{003E4B30-2BCB-422C-BA68-B332C2912961}" type="presParOf" srcId="{29EC7F92-6143-4EC7-AD17-ECAF75C06DC8}" destId="{8BC4E78D-0D98-4ED2-B23A-71FEC19A6436}" srcOrd="1" destOrd="0" presId="urn:microsoft.com/office/officeart/2005/8/layout/list1#1"/>
    <dgm:cxn modelId="{5B1FAB0B-5358-4B2C-B6C8-F6CCBEF79142}" type="presParOf" srcId="{9D58511D-D18C-46E6-ADFB-6CDE1389D37F}" destId="{129CDA7D-4C80-4698-AFD0-7208B5D9749E}" srcOrd="1" destOrd="0" presId="urn:microsoft.com/office/officeart/2005/8/layout/list1#1"/>
    <dgm:cxn modelId="{17B93707-DF27-4596-9712-E6D0E89E91C3}" type="presParOf" srcId="{9D58511D-D18C-46E6-ADFB-6CDE1389D37F}" destId="{EBA8CF1F-3B4A-4B6A-8877-CB03CDDAB1E9}" srcOrd="2" destOrd="0" presId="urn:microsoft.com/office/officeart/2005/8/layout/list1#1"/>
    <dgm:cxn modelId="{81418282-E9E1-45A6-8843-B78AF60308B3}" type="presParOf" srcId="{9D58511D-D18C-46E6-ADFB-6CDE1389D37F}" destId="{8BC0D01A-9D98-495C-93AA-A7D9631CDDAD}" srcOrd="3" destOrd="0" presId="urn:microsoft.com/office/officeart/2005/8/layout/list1#1"/>
    <dgm:cxn modelId="{64A88472-F676-41AD-AD26-CACA220D3021}" type="presParOf" srcId="{9D58511D-D18C-46E6-ADFB-6CDE1389D37F}" destId="{D4434ECF-2146-46AC-B62E-87AB389C995A}" srcOrd="4" destOrd="0" presId="urn:microsoft.com/office/officeart/2005/8/layout/list1#1"/>
    <dgm:cxn modelId="{78A7EFF7-2F1D-4ED3-81E3-D085813CAFE0}" type="presParOf" srcId="{D4434ECF-2146-46AC-B62E-87AB389C995A}" destId="{06B5F591-72E0-4CFF-9799-36D4050BD51D}" srcOrd="0" destOrd="0" presId="urn:microsoft.com/office/officeart/2005/8/layout/list1#1"/>
    <dgm:cxn modelId="{779EA0D6-3FCC-44EF-A2EE-032133FD9812}" type="presParOf" srcId="{D4434ECF-2146-46AC-B62E-87AB389C995A}" destId="{12E5634D-BCAA-48AB-BADB-754A15E9B7AC}" srcOrd="1" destOrd="0" presId="urn:microsoft.com/office/officeart/2005/8/layout/list1#1"/>
    <dgm:cxn modelId="{190BAFA6-CEAC-4591-A7C2-E3517744E3EB}" type="presParOf" srcId="{9D58511D-D18C-46E6-ADFB-6CDE1389D37F}" destId="{3DAA9763-50F6-4CC4-B6DA-0A4C45FFB361}" srcOrd="5" destOrd="0" presId="urn:microsoft.com/office/officeart/2005/8/layout/list1#1"/>
    <dgm:cxn modelId="{234BF797-379A-431B-89F4-94E532DDD653}" type="presParOf" srcId="{9D58511D-D18C-46E6-ADFB-6CDE1389D37F}" destId="{51228DB3-E7D4-486B-A0C1-9A59D129891F}" srcOrd="6" destOrd="0" presId="urn:microsoft.com/office/officeart/2005/8/layout/list1#1"/>
    <dgm:cxn modelId="{019061D1-EF27-42A1-83A4-26D2998E6170}" type="presParOf" srcId="{9D58511D-D18C-46E6-ADFB-6CDE1389D37F}" destId="{ECC02425-44D1-4F4C-B5D6-13442CA71F2A}" srcOrd="7" destOrd="0" presId="urn:microsoft.com/office/officeart/2005/8/layout/list1#1"/>
    <dgm:cxn modelId="{B8E08A7F-A152-4A7E-8E05-48E9A0942BA3}" type="presParOf" srcId="{9D58511D-D18C-46E6-ADFB-6CDE1389D37F}" destId="{98CD7476-6A48-4BD0-A0B1-E79081300878}" srcOrd="8" destOrd="0" presId="urn:microsoft.com/office/officeart/2005/8/layout/list1#1"/>
    <dgm:cxn modelId="{474B6E37-2B37-4446-8AD1-4CA563B9B2E7}" type="presParOf" srcId="{98CD7476-6A48-4BD0-A0B1-E79081300878}" destId="{63AA2D3F-331D-492F-82D5-8A2B6C78BAAD}" srcOrd="0" destOrd="0" presId="urn:microsoft.com/office/officeart/2005/8/layout/list1#1"/>
    <dgm:cxn modelId="{1F8FA17F-9422-4E5B-8A1C-1F525ACCB225}" type="presParOf" srcId="{98CD7476-6A48-4BD0-A0B1-E79081300878}" destId="{2CFD44AC-C5B0-407B-B2EE-07415AFE4DC4}" srcOrd="1" destOrd="0" presId="urn:microsoft.com/office/officeart/2005/8/layout/list1#1"/>
    <dgm:cxn modelId="{9FF963C1-D70B-4D5D-8B62-F63E2A5276C2}" type="presParOf" srcId="{9D58511D-D18C-46E6-ADFB-6CDE1389D37F}" destId="{E27A153A-8ADD-4646-B3A3-509A74CD0695}" srcOrd="9" destOrd="0" presId="urn:microsoft.com/office/officeart/2005/8/layout/list1#1"/>
    <dgm:cxn modelId="{361F1C58-C4F5-4BE7-A354-3F8B77D8351C}" type="presParOf" srcId="{9D58511D-D18C-46E6-ADFB-6CDE1389D37F}" destId="{2DB5D132-AB90-49A4-A479-F0988A86E33E}" srcOrd="10" destOrd="0" presId="urn:microsoft.com/office/officeart/2005/8/layout/list1#1"/>
    <dgm:cxn modelId="{847ADA23-ABCF-411E-A003-E334545C96A3}" type="presParOf" srcId="{9D58511D-D18C-46E6-ADFB-6CDE1389D37F}" destId="{A5E75685-2820-438A-88AF-159553A570AE}" srcOrd="11" destOrd="0" presId="urn:microsoft.com/office/officeart/2005/8/layout/list1#1"/>
    <dgm:cxn modelId="{C5AD2344-4D3C-44B8-AEBC-6D0723790EC3}" type="presParOf" srcId="{9D58511D-D18C-46E6-ADFB-6CDE1389D37F}" destId="{A8366691-59F7-4A9A-8CB9-1EA579CB141B}" srcOrd="12" destOrd="0" presId="urn:microsoft.com/office/officeart/2005/8/layout/list1#1"/>
    <dgm:cxn modelId="{3E3CC3F7-EB1B-4165-B1A9-B21F9A00B78D}" type="presParOf" srcId="{A8366691-59F7-4A9A-8CB9-1EA579CB141B}" destId="{EF42FCC0-CCED-494D-81F0-7E14989D1AFF}" srcOrd="0" destOrd="0" presId="urn:microsoft.com/office/officeart/2005/8/layout/list1#1"/>
    <dgm:cxn modelId="{A3001703-CC97-4003-8639-640F35188D13}" type="presParOf" srcId="{A8366691-59F7-4A9A-8CB9-1EA579CB141B}" destId="{BDA23860-02CC-4049-A638-0660503E33A5}" srcOrd="1" destOrd="0" presId="urn:microsoft.com/office/officeart/2005/8/layout/list1#1"/>
    <dgm:cxn modelId="{2A5EE3F9-336B-4266-A719-F8985D548D0A}" type="presParOf" srcId="{9D58511D-D18C-46E6-ADFB-6CDE1389D37F}" destId="{77E7CBEB-E6CA-4A86-ABC4-03C8AC7FB58B}" srcOrd="13" destOrd="0" presId="urn:microsoft.com/office/officeart/2005/8/layout/list1#1"/>
    <dgm:cxn modelId="{CD1B9B1E-C316-4916-A597-03F0720DA0E9}" type="presParOf" srcId="{9D58511D-D18C-46E6-ADFB-6CDE1389D37F}" destId="{EBDBE11F-4899-4283-BF85-038B09ABC9C4}" srcOrd="14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8CF1F-3B4A-4B6A-8877-CB03CDDAB1E9}">
      <dsp:nvSpPr>
        <dsp:cNvPr id="0" name=""/>
        <dsp:cNvSpPr/>
      </dsp:nvSpPr>
      <dsp:spPr>
        <a:xfrm>
          <a:off x="0" y="431481"/>
          <a:ext cx="441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4E78D-0D98-4ED2-B23A-71FEC19A6436}">
      <dsp:nvSpPr>
        <dsp:cNvPr id="0" name=""/>
        <dsp:cNvSpPr/>
      </dsp:nvSpPr>
      <dsp:spPr>
        <a:xfrm>
          <a:off x="241478" y="28253"/>
          <a:ext cx="3577361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6935" tIns="0" rIns="11693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schemeClr val="tx1"/>
              </a:solidFill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Expressions</a:t>
          </a:r>
          <a:endParaRPr lang="zh-CN" sz="2800" kern="1200" dirty="0">
            <a:solidFill>
              <a:schemeClr val="tx1"/>
            </a:solidFill>
          </a:endParaRPr>
        </a:p>
      </dsp:txBody>
      <dsp:txXfrm>
        <a:off x="277504" y="64279"/>
        <a:ext cx="3505309" cy="665948"/>
      </dsp:txXfrm>
    </dsp:sp>
    <dsp:sp modelId="{51228DB3-E7D4-486B-A0C1-9A59D129891F}">
      <dsp:nvSpPr>
        <dsp:cNvPr id="0" name=""/>
        <dsp:cNvSpPr/>
      </dsp:nvSpPr>
      <dsp:spPr>
        <a:xfrm>
          <a:off x="0" y="1565481"/>
          <a:ext cx="441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5634D-BCAA-48AB-BADB-754A15E9B7AC}">
      <dsp:nvSpPr>
        <dsp:cNvPr id="0" name=""/>
        <dsp:cNvSpPr/>
      </dsp:nvSpPr>
      <dsp:spPr>
        <a:xfrm>
          <a:off x="241478" y="1176245"/>
          <a:ext cx="3618353" cy="73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6935" tIns="0" rIns="11693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schemeClr val="tx1"/>
              </a:solidFill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Infix</a:t>
          </a:r>
          <a:endParaRPr lang="zh-CN" sz="2800" kern="1200" dirty="0">
            <a:solidFill>
              <a:schemeClr val="tx1"/>
            </a:solidFill>
          </a:endParaRPr>
        </a:p>
      </dsp:txBody>
      <dsp:txXfrm>
        <a:off x="277504" y="1212271"/>
        <a:ext cx="3546301" cy="665948"/>
      </dsp:txXfrm>
    </dsp:sp>
    <dsp:sp modelId="{2DB5D132-AB90-49A4-A479-F0988A86E33E}">
      <dsp:nvSpPr>
        <dsp:cNvPr id="0" name=""/>
        <dsp:cNvSpPr/>
      </dsp:nvSpPr>
      <dsp:spPr>
        <a:xfrm>
          <a:off x="0" y="2677255"/>
          <a:ext cx="441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D44AC-C5B0-407B-B2EE-07415AFE4DC4}">
      <dsp:nvSpPr>
        <dsp:cNvPr id="0" name=""/>
        <dsp:cNvSpPr/>
      </dsp:nvSpPr>
      <dsp:spPr>
        <a:xfrm>
          <a:off x="220980" y="2296253"/>
          <a:ext cx="3618383" cy="738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6935" tIns="0" rIns="11693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schemeClr val="tx1"/>
              </a:solidFill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Postfix</a:t>
          </a:r>
          <a:endParaRPr lang="zh-CN" sz="2800" kern="1200" dirty="0">
            <a:solidFill>
              <a:schemeClr val="tx1"/>
            </a:solidFill>
          </a:endParaRPr>
        </a:p>
      </dsp:txBody>
      <dsp:txXfrm>
        <a:off x="257006" y="2332279"/>
        <a:ext cx="3546331" cy="665948"/>
      </dsp:txXfrm>
    </dsp:sp>
    <dsp:sp modelId="{EBDBE11F-4899-4283-BF85-038B09ABC9C4}">
      <dsp:nvSpPr>
        <dsp:cNvPr id="0" name=""/>
        <dsp:cNvSpPr/>
      </dsp:nvSpPr>
      <dsp:spPr>
        <a:xfrm>
          <a:off x="0" y="3833481"/>
          <a:ext cx="441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A23860-02CC-4049-A638-0660503E33A5}">
      <dsp:nvSpPr>
        <dsp:cNvPr id="0" name=""/>
        <dsp:cNvSpPr/>
      </dsp:nvSpPr>
      <dsp:spPr>
        <a:xfrm>
          <a:off x="258455" y="3464481"/>
          <a:ext cx="3550909" cy="738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6935" tIns="0" rIns="11693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schemeClr val="tx1"/>
              </a:solidFill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Prefix</a:t>
          </a:r>
          <a:endParaRPr lang="zh-CN" sz="2800" kern="1200" dirty="0">
            <a:solidFill>
              <a:schemeClr val="tx1"/>
            </a:solidFill>
          </a:endParaRPr>
        </a:p>
      </dsp:txBody>
      <dsp:txXfrm>
        <a:off x="294481" y="3500507"/>
        <a:ext cx="3478857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 minVer="12.0">
  <dgm:title val=""/>
  <dgm:desc val=""/>
  <dgm:catLst>
    <dgm:cat type="list" pri="4000"/>
  </dgm:catLst>
  <dgm:sampData>
    <dgm:dataModel>
      <dgm:ptLst>
        <dgm:pt modelId="0" type="doc">
          <dgm:prSet phldr="1"/>
        </dgm:pt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100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2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presOf/>
        <dgm:constrLst/>
        <dgm:ruleLst/>
      </dgm:layoutNode>
      <dgm:layoutNode name="childText" styleLbl="align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presOf/>
          <dgm:shape xmlns:r="http://schemas.openxmlformats.org/officeDocument/2006/relationships" r:blip="">
            <dgm:adjLst/>
          </dgm:shape>
          <dgm:constr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Simple 2"/>
  <dgm:desc val="Simple 2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B099A-68FA-48AF-A331-170E1F1FA42D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1B7A7-4A07-4440-B600-0856DDF06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0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1712-6F8D-CDED-2C2A-E981DD5BF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6F63A-CBF2-D075-45C9-5F285759A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EA9C-AAB4-4D8E-BC53-E13729B7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295B5-0842-06DE-19FD-51545534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4A8A-A47A-0F8F-6FC8-7427DCE9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4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A18E-6BD8-FCCE-F627-E8E55B4F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8EE6-0A3A-B5DB-5A43-C915A28B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39FA5-2DA5-DFE9-5AA0-1ED6B9B0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8266A-051C-1E6D-524C-6798F52E7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536A1-5384-D24B-4EE4-A43700B7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6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ABE2-6E5B-A345-07F4-B5BC0C7F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F8792-B5B0-D6B1-CAEF-8856BC3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0A918-863D-DAA5-896F-AC0BA9D5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91F11-2558-A07A-74C4-9499B562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B310-6A21-B832-DF2F-5B84C0F5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35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3364-6B32-B137-C0B9-B26569F1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9FAA-28ED-56E9-5055-33E45EE62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B3FCC-60FD-6D56-F31B-7B90C2D6F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BD322-2770-F102-BFFC-D2BACB7B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EB689-1FAF-3020-F151-4856443F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83BD9-BD80-986C-F54E-7C5EE324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1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7A1E-F83D-C1D6-0D7A-FA1D5FFD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DE4FE-E242-86C5-D6B5-3A202DB57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9F871-CF4E-3AA9-9E14-C24A4C825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A97E6-F1A1-0FDF-F0A0-2713F50D5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4831D-C6EA-04BC-01C7-2F78B8513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E5F0D-D3C6-4487-D144-259C1B87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52A44-9727-D1E0-1F27-9CD6E640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D8A0F-12B9-BBC3-91D8-84BB0082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79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BEA9-3F2A-ED24-B44F-1F419A68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76C54-F0AC-C708-17C9-591EF204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78F38-8644-C992-D478-EB394EC5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6D129-7B48-E286-F787-BC2B53266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5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44049-F5C0-1218-DAAC-03AD3B2A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01AE6-5B8A-F84D-1D30-2A0D69B6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D3E6E-1B74-7BAB-020B-DE5FEFB4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2BEC-D978-AAE9-74AA-0F938093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2A28-08CA-58CD-08B3-AEA7706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607FF-9669-79CC-665D-6FEF8C238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D940B-F0E1-F0F8-736B-198E426C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55487-62AF-16CD-9F29-2FF73926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16332-C755-844F-AF61-FC845D7C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3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6055-C5AF-B5F0-6A57-3F14A701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B50121-95D4-29BD-DF77-75A2C05B1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0C2A0-06C3-FB09-C7C3-E55CBC04B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84F29-F0F5-3A78-9F21-F0126EA8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2B32D-F209-1666-EFA4-F2505514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CA9CB-2D57-BDBE-602F-E8BF2BF1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0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4F87-4827-426A-9321-07C7E7FD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55D76-9D12-63C1-1602-1A2010A91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0954-567C-80E7-3639-F4060654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B8C2B-9A65-626C-2809-DF0331F7D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E539-A706-1117-962F-30FC64C7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20C5A6-CAD4-A076-824A-5E7F7C8E6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ACA76-0C59-B6BE-9B3A-505E43FA0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86106-7C8E-8DFF-D547-88489B84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B4038-4651-6D22-7B9A-C3EE5AE7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69B48-0713-3484-229F-FCA7E34B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0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AFBC1-744A-747A-6835-CBA1FE4E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59CAF-370F-5A2E-B974-1E9119CC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C9692-CE50-CB8D-BFA9-9386028F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0D47E-95AA-4B07-A3E3-BFF68DCDC0A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C7AF3-7FFA-F8DB-8984-A0384FB62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64F71-5B5B-D849-C120-313122527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87011-D11F-45C0-B52E-04BB69DB4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for a university&#10;&#10;AI-generated content may be incorrect.">
            <a:extLst>
              <a:ext uri="{FF2B5EF4-FFF2-40B4-BE49-F238E27FC236}">
                <a16:creationId xmlns:a16="http://schemas.microsoft.com/office/drawing/2014/main" id="{47A8C5A5-CBBC-2242-8C1F-E69BAC119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069" y="-503853"/>
            <a:ext cx="3841861" cy="2980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CFEE08-211B-1A90-25E8-B1398B5EB4AD}"/>
              </a:ext>
            </a:extLst>
          </p:cNvPr>
          <p:cNvSpPr txBox="1"/>
          <p:nvPr/>
        </p:nvSpPr>
        <p:spPr>
          <a:xfrm>
            <a:off x="3902821" y="2238934"/>
            <a:ext cx="43863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CSE207 – Data Structures</a:t>
            </a:r>
          </a:p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677DC-71EA-99AD-5FE2-3CE971C117CE}"/>
              </a:ext>
            </a:extLst>
          </p:cNvPr>
          <p:cNvSpPr txBox="1"/>
          <p:nvPr/>
        </p:nvSpPr>
        <p:spPr>
          <a:xfrm>
            <a:off x="0" y="3511296"/>
            <a:ext cx="12192000" cy="33467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8FFA4F-82E3-F54D-A209-C847EB4A749C}"/>
              </a:ext>
            </a:extLst>
          </p:cNvPr>
          <p:cNvSpPr/>
          <p:nvPr/>
        </p:nvSpPr>
        <p:spPr>
          <a:xfrm>
            <a:off x="156215" y="5600030"/>
            <a:ext cx="3019568" cy="7361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Name : Anjuman Ara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     Id      : 2024-1-60-279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2C1AFA-2731-C18B-5E38-55F4FE1B23DA}"/>
              </a:ext>
            </a:extLst>
          </p:cNvPr>
          <p:cNvSpPr/>
          <p:nvPr/>
        </p:nvSpPr>
        <p:spPr>
          <a:xfrm>
            <a:off x="3252743" y="5600030"/>
            <a:ext cx="3019568" cy="7475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Name :Rakib Al Hasan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   Id      : 2024-1-60-143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046C7-17BC-F40D-0DF5-189E55978962}"/>
              </a:ext>
            </a:extLst>
          </p:cNvPr>
          <p:cNvSpPr txBox="1"/>
          <p:nvPr/>
        </p:nvSpPr>
        <p:spPr>
          <a:xfrm>
            <a:off x="2018306" y="4348409"/>
            <a:ext cx="2782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badi" panose="020B0604020104020204" pitchFamily="34" charset="0"/>
              </a:rPr>
              <a:t>Presented by: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272B4B-8FDD-1A36-E28C-45C10D0DACAA}"/>
              </a:ext>
            </a:extLst>
          </p:cNvPr>
          <p:cNvCxnSpPr>
            <a:cxnSpLocks/>
          </p:cNvCxnSpPr>
          <p:nvPr/>
        </p:nvCxnSpPr>
        <p:spPr>
          <a:xfrm>
            <a:off x="6426231" y="3550104"/>
            <a:ext cx="0" cy="3280464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D6E32A-C174-28E5-8B33-CA4E4DD9FD83}"/>
              </a:ext>
            </a:extLst>
          </p:cNvPr>
          <p:cNvSpPr txBox="1"/>
          <p:nvPr/>
        </p:nvSpPr>
        <p:spPr>
          <a:xfrm>
            <a:off x="7859292" y="4088473"/>
            <a:ext cx="281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badi" panose="020B0604020104020204" pitchFamily="34" charset="0"/>
              </a:rPr>
              <a:t>Course Instructor 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8CF3EA-2AE0-809F-34AE-180EEF6D430B}"/>
              </a:ext>
            </a:extLst>
          </p:cNvPr>
          <p:cNvSpPr/>
          <p:nvPr/>
        </p:nvSpPr>
        <p:spPr>
          <a:xfrm>
            <a:off x="6734073" y="4767364"/>
            <a:ext cx="5066789" cy="16653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Dr. Md. </a:t>
            </a:r>
            <a:r>
              <a:rPr lang="en-US" sz="2400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Manowarul</a:t>
            </a:r>
            <a:r>
              <a:rPr lang="en-US" sz="24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Islam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Adjunct faculty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Department of Computer Science &amp; Engineering</a:t>
            </a:r>
          </a:p>
        </p:txBody>
      </p:sp>
    </p:spTree>
    <p:extLst>
      <p:ext uri="{BB962C8B-B14F-4D97-AF65-F5344CB8AC3E}">
        <p14:creationId xmlns:p14="http://schemas.microsoft.com/office/powerpoint/2010/main" val="242986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2" grpId="0" animBg="1"/>
      <p:bldP spid="13" grpId="0" animBg="1"/>
      <p:bldP spid="14" grpId="0"/>
      <p:bldP spid="20" grpId="0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2C66D8-7D1B-6CA3-3171-F7323B4702F8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FB7D8-B984-B9D5-CBED-BCBA87E7C326}"/>
              </a:ext>
            </a:extLst>
          </p:cNvPr>
          <p:cNvSpPr txBox="1"/>
          <p:nvPr/>
        </p:nvSpPr>
        <p:spPr>
          <a:xfrm>
            <a:off x="0" y="0"/>
            <a:ext cx="12192000" cy="8484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D4512-1AC9-F9F7-7A69-1A35BBD46FF1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96689-9E0A-C408-C68D-7F051FDEEECC}"/>
              </a:ext>
            </a:extLst>
          </p:cNvPr>
          <p:cNvSpPr txBox="1"/>
          <p:nvPr/>
        </p:nvSpPr>
        <p:spPr>
          <a:xfrm>
            <a:off x="11283885" y="848412"/>
            <a:ext cx="904973" cy="52790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F8034E-7FB1-3315-BF29-874A8674CD61}"/>
              </a:ext>
            </a:extLst>
          </p:cNvPr>
          <p:cNvSpPr/>
          <p:nvPr/>
        </p:nvSpPr>
        <p:spPr>
          <a:xfrm>
            <a:off x="3148552" y="384132"/>
            <a:ext cx="4958501" cy="9144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5C6DA95C-3923-4CF6-8A42-8B5CC2D9CBA2}"/>
              </a:ext>
            </a:extLst>
          </p:cNvPr>
          <p:cNvSpPr txBox="1">
            <a:spLocks/>
          </p:cNvSpPr>
          <p:nvPr/>
        </p:nvSpPr>
        <p:spPr>
          <a:xfrm>
            <a:off x="4068453" y="1298532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ctr">
              <a:buFont typeface="Arial" panose="020B0604020202020204" pitchFamily="34" charset="0"/>
              <a:buNone/>
            </a:pPr>
            <a:endParaRPr lang="en-US" altLang="zh-CN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/>
              <a:t>Project Specification</a:t>
            </a:r>
            <a:endParaRPr lang="zh-CN" altLang="zh-CN" sz="2400" b="1" dirty="0"/>
          </a:p>
          <a:p>
            <a:pPr marL="1197864" lvl="1" indent="-457200">
              <a:lnSpc>
                <a:spcPct val="114000"/>
              </a:lnSpc>
              <a:buFont typeface="Arial" panose="020B0604020202020204" pitchFamily="34" charset="0"/>
              <a:buAutoNum type="arabicPeriod"/>
            </a:pP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/>
              <a:t>Applications</a:t>
            </a:r>
          </a:p>
          <a:p>
            <a:pPr marL="457200" indent="-457200">
              <a:buFont typeface="+mj-lt"/>
              <a:buAutoNum type="arabicPeriod"/>
            </a:pPr>
            <a:endParaRPr lang="zh-CN" altLang="zh-CN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/>
              <a:t>Design &amp; Testing</a:t>
            </a:r>
          </a:p>
          <a:p>
            <a:pPr marL="457200" indent="-457200">
              <a:buFont typeface="+mj-lt"/>
              <a:buAutoNum type="arabicPeriod"/>
            </a:pPr>
            <a:endParaRPr lang="zh-CN" altLang="zh-CN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/>
              <a:t>Conclusion</a:t>
            </a:r>
            <a:endParaRPr lang="zh-CN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681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2C66D8-7D1B-6CA3-3171-F7323B4702F8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FB7D8-B984-B9D5-CBED-BCBA87E7C326}"/>
              </a:ext>
            </a:extLst>
          </p:cNvPr>
          <p:cNvSpPr txBox="1"/>
          <p:nvPr/>
        </p:nvSpPr>
        <p:spPr>
          <a:xfrm>
            <a:off x="0" y="0"/>
            <a:ext cx="12192000" cy="8484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D4512-1AC9-F9F7-7A69-1A35BBD46FF1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96689-9E0A-C408-C68D-7F051FDEEECC}"/>
              </a:ext>
            </a:extLst>
          </p:cNvPr>
          <p:cNvSpPr txBox="1"/>
          <p:nvPr/>
        </p:nvSpPr>
        <p:spPr>
          <a:xfrm>
            <a:off x="11283885" y="848412"/>
            <a:ext cx="904973" cy="52790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F8034E-7FB1-3315-BF29-874A8674CD61}"/>
              </a:ext>
            </a:extLst>
          </p:cNvPr>
          <p:cNvSpPr/>
          <p:nvPr/>
        </p:nvSpPr>
        <p:spPr>
          <a:xfrm>
            <a:off x="3148552" y="384132"/>
            <a:ext cx="4958501" cy="9144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Project Specification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445E11-BD1F-4368-9E13-F42CFAAC65F6}"/>
              </a:ext>
            </a:extLst>
          </p:cNvPr>
          <p:cNvSpPr txBox="1">
            <a:spLocks/>
          </p:cNvSpPr>
          <p:nvPr/>
        </p:nvSpPr>
        <p:spPr>
          <a:xfrm>
            <a:off x="904973" y="1449996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4000"/>
              </a:lnSpc>
            </a:pPr>
            <a:r>
              <a:rPr lang="en-US" altLang="zh-CN" sz="2800" b="1" u="sng" dirty="0"/>
              <a:t>Basic Concepts</a:t>
            </a:r>
          </a:p>
          <a:p>
            <a:pPr lvl="1">
              <a:lnSpc>
                <a:spcPct val="114000"/>
              </a:lnSpc>
            </a:pPr>
            <a:endParaRPr lang="en-US" altLang="zh-CN" b="1" dirty="0"/>
          </a:p>
          <a:p>
            <a:pPr lvl="2">
              <a:lnSpc>
                <a:spcPct val="114000"/>
              </a:lnSpc>
            </a:pPr>
            <a:r>
              <a:rPr lang="en-US" altLang="zh-CN" sz="2400" b="1" dirty="0"/>
              <a:t>Expressions</a:t>
            </a:r>
          </a:p>
          <a:p>
            <a:pPr lvl="2">
              <a:lnSpc>
                <a:spcPct val="114000"/>
              </a:lnSpc>
            </a:pPr>
            <a:endParaRPr lang="en-US" altLang="zh-CN" sz="2400" b="1" dirty="0"/>
          </a:p>
          <a:p>
            <a:pPr lvl="2">
              <a:lnSpc>
                <a:spcPct val="114000"/>
              </a:lnSpc>
            </a:pPr>
            <a:r>
              <a:rPr lang="en-US" altLang="zh-CN" sz="2400" b="1" dirty="0"/>
              <a:t>Infix Notation</a:t>
            </a:r>
          </a:p>
          <a:p>
            <a:pPr lvl="2">
              <a:lnSpc>
                <a:spcPct val="114000"/>
              </a:lnSpc>
            </a:pPr>
            <a:endParaRPr lang="en-US" altLang="zh-CN" sz="2400" b="1" dirty="0"/>
          </a:p>
          <a:p>
            <a:pPr lvl="2">
              <a:lnSpc>
                <a:spcPct val="114000"/>
              </a:lnSpc>
            </a:pPr>
            <a:r>
              <a:rPr lang="en-US" altLang="zh-CN" sz="2400" b="1" dirty="0"/>
              <a:t>Postfix Notation</a:t>
            </a:r>
          </a:p>
          <a:p>
            <a:pPr lvl="2">
              <a:lnSpc>
                <a:spcPct val="114000"/>
              </a:lnSpc>
              <a:buFont typeface="Arial" panose="020B0604020202020204" pitchFamily="34" charset="0"/>
              <a:buNone/>
            </a:pPr>
            <a:endParaRPr lang="en-US" altLang="zh-CN" sz="2400" b="1" dirty="0"/>
          </a:p>
          <a:p>
            <a:pPr lvl="2">
              <a:lnSpc>
                <a:spcPct val="114000"/>
              </a:lnSpc>
            </a:pPr>
            <a:r>
              <a:rPr lang="en-US" altLang="zh-CN" sz="2400" b="1" dirty="0"/>
              <a:t>Prefix Notation</a:t>
            </a: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F6176B0B-59E2-4DF2-96E8-47B70A798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7385878"/>
              </p:ext>
            </p:extLst>
          </p:nvPr>
        </p:nvGraphicFramePr>
        <p:xfrm>
          <a:off x="6288156" y="1525728"/>
          <a:ext cx="441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558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  <p:bldGraphic spid="1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2C66D8-7D1B-6CA3-3171-F7323B4702F8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FB7D8-B984-B9D5-CBED-BCBA87E7C326}"/>
              </a:ext>
            </a:extLst>
          </p:cNvPr>
          <p:cNvSpPr txBox="1"/>
          <p:nvPr/>
        </p:nvSpPr>
        <p:spPr>
          <a:xfrm>
            <a:off x="0" y="0"/>
            <a:ext cx="12192000" cy="8484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D4512-1AC9-F9F7-7A69-1A35BBD46FF1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96689-9E0A-C408-C68D-7F051FDEEECC}"/>
              </a:ext>
            </a:extLst>
          </p:cNvPr>
          <p:cNvSpPr txBox="1"/>
          <p:nvPr/>
        </p:nvSpPr>
        <p:spPr>
          <a:xfrm>
            <a:off x="11283885" y="848412"/>
            <a:ext cx="904973" cy="52790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F8034E-7FB1-3315-BF29-874A8674CD61}"/>
              </a:ext>
            </a:extLst>
          </p:cNvPr>
          <p:cNvSpPr/>
          <p:nvPr/>
        </p:nvSpPr>
        <p:spPr>
          <a:xfrm>
            <a:off x="2750270" y="396677"/>
            <a:ext cx="7154944" cy="9144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Combined Infix &amp; Postfix Expression Evaluator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8D8D87-950D-DE3F-311F-8C96F90C8E6C}"/>
              </a:ext>
            </a:extLst>
          </p:cNvPr>
          <p:cNvSpPr txBox="1"/>
          <p:nvPr/>
        </p:nvSpPr>
        <p:spPr>
          <a:xfrm>
            <a:off x="1371599" y="1944863"/>
            <a:ext cx="71549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Purpose: </a:t>
            </a:r>
            <a:r>
              <a:rPr lang="en-US" sz="2000" dirty="0"/>
              <a:t>To evaluate mathematical expressions in various forms.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159D40-87A1-5B20-1FF0-2AC94B730463}"/>
              </a:ext>
            </a:extLst>
          </p:cNvPr>
          <p:cNvSpPr txBox="1"/>
          <p:nvPr/>
        </p:nvSpPr>
        <p:spPr>
          <a:xfrm>
            <a:off x="1371599" y="2999647"/>
            <a:ext cx="83238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Supports: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Infix expressions (e.g.,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3+4*2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Prefix expressions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Postfix expressions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Comma-separated postfix expressions (e.g.,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3,5,+,6,4,-,*,4,1,-,2,^,+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r>
              <a:rPr lang="en-US" sz="2000" dirty="0"/>
              <a:t>Handles errors: invalid input, division by zero, mismatched parentheses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70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4BA85-2D47-06D3-C211-6205A9DC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1ACF18-DDF2-E249-FBF1-196FD043CA2D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33E6D-01D1-A090-41A1-34DDEE500919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A4FEF-3AB5-99CE-343A-E3527A582D85}"/>
              </a:ext>
            </a:extLst>
          </p:cNvPr>
          <p:cNvSpPr txBox="1"/>
          <p:nvPr/>
        </p:nvSpPr>
        <p:spPr>
          <a:xfrm>
            <a:off x="4914601" y="737072"/>
            <a:ext cx="2362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Features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33BFB-C42B-BDBF-99A1-E73D635E0485}"/>
              </a:ext>
            </a:extLst>
          </p:cNvPr>
          <p:cNvSpPr txBox="1"/>
          <p:nvPr/>
        </p:nvSpPr>
        <p:spPr>
          <a:xfrm>
            <a:off x="3227832" y="1993392"/>
            <a:ext cx="82936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Content:</a:t>
            </a:r>
            <a:endParaRPr lang="en-US" sz="2400" dirty="0"/>
          </a:p>
          <a:p>
            <a:r>
              <a:rPr lang="en-US" sz="2400" dirty="0"/>
              <a:t>Supports </a:t>
            </a:r>
            <a:r>
              <a:rPr lang="en-US" sz="2400" b="1" dirty="0"/>
              <a:t>single-digit and multi-digit input</a:t>
            </a:r>
            <a:endParaRPr lang="en-US" sz="2400" dirty="0"/>
          </a:p>
          <a:p>
            <a:r>
              <a:rPr lang="en-US" sz="2400" dirty="0"/>
              <a:t>Converts </a:t>
            </a:r>
            <a:r>
              <a:rPr lang="en-US" sz="2400" b="1" dirty="0"/>
              <a:t>infix → postfix</a:t>
            </a:r>
            <a:r>
              <a:rPr lang="en-US" sz="2400" dirty="0"/>
              <a:t> and </a:t>
            </a:r>
            <a:r>
              <a:rPr lang="en-US" sz="2400" b="1" dirty="0"/>
              <a:t>infix → prefix</a:t>
            </a:r>
            <a:endParaRPr lang="en-US" sz="2400" dirty="0"/>
          </a:p>
          <a:p>
            <a:r>
              <a:rPr lang="en-US" sz="2400" b="1" dirty="0"/>
              <a:t>Evaluates:</a:t>
            </a:r>
          </a:p>
          <a:p>
            <a:r>
              <a:rPr lang="en-US" sz="2400" dirty="0"/>
              <a:t>1.Postfix</a:t>
            </a:r>
          </a:p>
          <a:p>
            <a:r>
              <a:rPr lang="en-US" sz="2400" dirty="0"/>
              <a:t>2.Prefix</a:t>
            </a:r>
          </a:p>
          <a:p>
            <a:r>
              <a:rPr lang="en-US" sz="2400" dirty="0"/>
              <a:t>3.Comma-separated postfix</a:t>
            </a:r>
          </a:p>
          <a:p>
            <a:r>
              <a:rPr lang="en-US" sz="2400" dirty="0"/>
              <a:t>4.Continuous operation with user choice</a:t>
            </a:r>
          </a:p>
          <a:p>
            <a:r>
              <a:rPr lang="en-US" sz="2400" dirty="0"/>
              <a:t>5.Error checking and retry functionality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33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97FD-B4F4-EED4-892B-9A4D112B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BA23A1-286A-64B1-05A5-103F00E2C583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2A585-3D84-23A3-8AAA-1E5777B58D98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689E5-7F91-5784-22D2-60F235EBD5EF}"/>
              </a:ext>
            </a:extLst>
          </p:cNvPr>
          <p:cNvSpPr txBox="1"/>
          <p:nvPr/>
        </p:nvSpPr>
        <p:spPr>
          <a:xfrm>
            <a:off x="4448571" y="559338"/>
            <a:ext cx="282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Structures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7DDD3-19DA-084A-0EB8-23E1D811ADCB}"/>
              </a:ext>
            </a:extLst>
          </p:cNvPr>
          <p:cNvSpPr txBox="1"/>
          <p:nvPr/>
        </p:nvSpPr>
        <p:spPr>
          <a:xfrm>
            <a:off x="2359152" y="1771050"/>
            <a:ext cx="734263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Content:</a:t>
            </a:r>
          </a:p>
          <a:p>
            <a:endParaRPr lang="en-US" sz="2000" dirty="0"/>
          </a:p>
          <a:p>
            <a:r>
              <a:rPr lang="en-US" sz="2000" b="1" dirty="0"/>
              <a:t>Stack → </a:t>
            </a:r>
            <a:r>
              <a:rPr lang="en-US" sz="2000" dirty="0"/>
              <a:t>For infix-to-postfix/prefix conversion and postfix/prefix evaluation.</a:t>
            </a:r>
          </a:p>
          <a:p>
            <a:r>
              <a:rPr lang="en-US" sz="2000" b="1" dirty="0"/>
              <a:t>Queue → </a:t>
            </a:r>
            <a:r>
              <a:rPr lang="en-US" sz="2000" dirty="0"/>
              <a:t>For prefix evaluation.</a:t>
            </a:r>
          </a:p>
          <a:p>
            <a:r>
              <a:rPr lang="en-US" sz="2000" b="1" dirty="0"/>
              <a:t>Nodes → </a:t>
            </a:r>
            <a:r>
              <a:rPr lang="en-US" sz="2000" dirty="0" err="1"/>
              <a:t>StackNode</a:t>
            </a:r>
            <a:r>
              <a:rPr lang="en-US" sz="2000" dirty="0"/>
              <a:t>, </a:t>
            </a:r>
            <a:r>
              <a:rPr lang="en-US" sz="2000" dirty="0" err="1"/>
              <a:t>QueueNode</a:t>
            </a:r>
            <a:r>
              <a:rPr lang="en-US" sz="2000" dirty="0"/>
              <a:t>.</a:t>
            </a:r>
          </a:p>
          <a:p>
            <a:r>
              <a:rPr lang="en-US" sz="2000" dirty="0"/>
              <a:t>Dynamic memory allocation with malloc.</a:t>
            </a:r>
          </a:p>
          <a:p>
            <a:r>
              <a:rPr lang="en-US" sz="2000" b="1" dirty="0"/>
              <a:t>Visual:</a:t>
            </a:r>
            <a:endParaRPr lang="en-US" sz="2000" dirty="0"/>
          </a:p>
          <a:p>
            <a:r>
              <a:rPr lang="en-US" sz="2000" dirty="0"/>
              <a:t>Diagram of stack and queue showing push/pop, enqueue/dequeue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04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ACE07-6C89-683E-0A99-2D5121D2A77E}"/>
              </a:ext>
            </a:extLst>
          </p:cNvPr>
          <p:cNvSpPr txBox="1"/>
          <p:nvPr/>
        </p:nvSpPr>
        <p:spPr>
          <a:xfrm>
            <a:off x="1321323" y="696498"/>
            <a:ext cx="282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Program Flow: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3C7A4-2A03-D5CB-7BC6-46EFE196B775}"/>
              </a:ext>
            </a:extLst>
          </p:cNvPr>
          <p:cNvSpPr txBox="1"/>
          <p:nvPr/>
        </p:nvSpPr>
        <p:spPr>
          <a:xfrm>
            <a:off x="1097280" y="1657634"/>
            <a:ext cx="56875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Content (Flow):</a:t>
            </a:r>
            <a:endParaRPr lang="en-US" sz="2400" dirty="0"/>
          </a:p>
          <a:p>
            <a:r>
              <a:rPr lang="en-US" sz="2000" dirty="0"/>
              <a:t>1.User enters an expression</a:t>
            </a:r>
          </a:p>
          <a:p>
            <a:r>
              <a:rPr lang="en-US" sz="2000" dirty="0"/>
              <a:t>2.Detect type: comma-separated or normal infix</a:t>
            </a:r>
          </a:p>
          <a:p>
            <a:r>
              <a:rPr lang="en-US" sz="2000" dirty="0"/>
              <a:t>3.Validate input</a:t>
            </a:r>
          </a:p>
          <a:p>
            <a:r>
              <a:rPr lang="en-US" sz="2000" dirty="0"/>
              <a:t>4.Convert infix to postfix/prefix if needed</a:t>
            </a:r>
          </a:p>
          <a:p>
            <a:r>
              <a:rPr lang="en-US" sz="2000" dirty="0"/>
              <a:t>5.Evaluate expression</a:t>
            </a:r>
          </a:p>
          <a:p>
            <a:r>
              <a:rPr lang="en-US" sz="2000" dirty="0"/>
              <a:t>6.Display result</a:t>
            </a:r>
          </a:p>
          <a:p>
            <a:r>
              <a:rPr lang="en-US" sz="2000" dirty="0"/>
              <a:t>7.Ask user: continue or exit</a:t>
            </a:r>
          </a:p>
          <a:p>
            <a:endParaRPr lang="en-US" sz="2000" dirty="0"/>
          </a:p>
          <a:p>
            <a:r>
              <a:rPr lang="en-US" sz="2000" dirty="0"/>
              <a:t>Flowchart diagram from </a:t>
            </a:r>
            <a:r>
              <a:rPr lang="en-US" sz="2000" b="1" dirty="0"/>
              <a:t>input → evaluation → output → repeat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A62FC35A-2CCF-DCB9-6F36-934383528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52458"/>
            <a:ext cx="4305912" cy="5842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D24AD8-4ECF-4D14-6F75-30DCC661BAC5}"/>
              </a:ext>
            </a:extLst>
          </p:cNvPr>
          <p:cNvSpPr txBox="1"/>
          <p:nvPr/>
        </p:nvSpPr>
        <p:spPr>
          <a:xfrm>
            <a:off x="7772400" y="1801368"/>
            <a:ext cx="612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F0C25-F8BB-5F29-B49C-C4E65A05FF58}"/>
              </a:ext>
            </a:extLst>
          </p:cNvPr>
          <p:cNvSpPr txBox="1"/>
          <p:nvPr/>
        </p:nvSpPr>
        <p:spPr>
          <a:xfrm>
            <a:off x="7484364" y="4897652"/>
            <a:ext cx="612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C00E30-B5CD-6936-7FFA-5BF16313C404}"/>
              </a:ext>
            </a:extLst>
          </p:cNvPr>
          <p:cNvSpPr txBox="1"/>
          <p:nvPr/>
        </p:nvSpPr>
        <p:spPr>
          <a:xfrm>
            <a:off x="7455408" y="5686754"/>
            <a:ext cx="363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Restart from Input Expression</a:t>
            </a:r>
          </a:p>
        </p:txBody>
      </p:sp>
    </p:spTree>
    <p:extLst>
      <p:ext uri="{BB962C8B-B14F-4D97-AF65-F5344CB8AC3E}">
        <p14:creationId xmlns:p14="http://schemas.microsoft.com/office/powerpoint/2010/main" val="113503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7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Arithmetic Expressions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F81EFE-40CF-4472-B37C-6E301327580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166019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Infix form</a:t>
            </a:r>
          </a:p>
          <a:p>
            <a:pPr lvl="1"/>
            <a:r>
              <a:rPr lang="en-US" altLang="en-US" dirty="0"/>
              <a:t>operand operator operand</a:t>
            </a:r>
          </a:p>
          <a:p>
            <a:pPr lvl="2"/>
            <a:r>
              <a:rPr lang="en-US" altLang="en-US" dirty="0"/>
              <a:t>2+3 or</a:t>
            </a:r>
          </a:p>
          <a:p>
            <a:pPr lvl="2"/>
            <a:r>
              <a:rPr lang="en-US" altLang="en-US" dirty="0" err="1"/>
              <a:t>a+b</a:t>
            </a:r>
            <a:endParaRPr lang="en-US" altLang="en-US" dirty="0"/>
          </a:p>
          <a:p>
            <a:pPr lvl="1"/>
            <a:r>
              <a:rPr lang="en-US" altLang="en-US" dirty="0"/>
              <a:t>Need precedence rules</a:t>
            </a:r>
          </a:p>
          <a:p>
            <a:pPr lvl="1"/>
            <a:r>
              <a:rPr lang="en-US" altLang="en-US" dirty="0"/>
              <a:t>May use parentheses</a:t>
            </a:r>
          </a:p>
          <a:p>
            <a:pPr lvl="2"/>
            <a:r>
              <a:rPr lang="en-US" altLang="en-US" dirty="0"/>
              <a:t>4*(3+5) or</a:t>
            </a:r>
          </a:p>
          <a:p>
            <a:pPr lvl="2"/>
            <a:r>
              <a:rPr lang="en-US" altLang="en-US" dirty="0"/>
              <a:t>a*(</a:t>
            </a:r>
            <a:r>
              <a:rPr lang="en-US" altLang="en-US" dirty="0" err="1"/>
              <a:t>b+c</a:t>
            </a:r>
            <a:r>
              <a:rPr lang="en-US" altLang="en-US" dirty="0"/>
              <a:t>)</a:t>
            </a:r>
          </a:p>
          <a:p>
            <a:pPr lvl="2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300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CFA63E6-1B98-41B9-B814-8DBEEDA9612A}"/>
              </a:ext>
            </a:extLst>
          </p:cNvPr>
          <p:cNvSpPr>
            <a:spLocks noGrp="1"/>
          </p:cNvSpPr>
          <p:nvPr/>
        </p:nvSpPr>
        <p:spPr>
          <a:xfrm>
            <a:off x="1981200" y="1736837"/>
            <a:ext cx="8229600" cy="3990561"/>
          </a:xfrm>
          <a:prstGeom prst="rect">
            <a:avLst/>
          </a:prstGeom>
        </p:spPr>
        <p:txBody>
          <a:bodyPr lIns="396000" anchor="t">
            <a:normAutofit/>
          </a:bodyPr>
          <a:lstStyle>
            <a:lvl1pPr marL="109538" indent="-109538" algn="just" defTabSz="914400" rtl="0" eaLnBrk="0" latinLnBrk="0" hangingPunct="0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Infix Expression 6*(5+(2+3)*8+3)</a:t>
            </a:r>
          </a:p>
          <a:p>
            <a:r>
              <a:rPr lang="en-US" sz="2400" dirty="0"/>
              <a:t>Equivalent to Postfix: 6 5 2 3 + 8 * + 3 + *</a:t>
            </a:r>
          </a:p>
          <a:p>
            <a:r>
              <a:rPr lang="en-US" sz="2400" dirty="0"/>
              <a:t>Easier to be evaluated.</a:t>
            </a:r>
          </a:p>
          <a:p>
            <a:r>
              <a:rPr lang="en-US" sz="2400" dirty="0"/>
              <a:t>Could be evaluated using a stack.</a:t>
            </a:r>
          </a:p>
          <a:p>
            <a:r>
              <a:rPr lang="en-US" sz="2400" dirty="0"/>
              <a:t>Also called “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Reverse Polish Notation</a:t>
            </a:r>
            <a:r>
              <a:rPr lang="en-US" sz="2400" dirty="0"/>
              <a:t>”.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Steps:</a:t>
            </a:r>
          </a:p>
          <a:p>
            <a:pPr lvl="1" algn="just" eaLnBrk="0" latinLnBrk="0" hangingPunct="0"/>
            <a:r>
              <a:rPr lang="en-US" sz="2400" dirty="0"/>
              <a:t>Operands are pushed into the stack.</a:t>
            </a:r>
          </a:p>
          <a:p>
            <a:pPr lvl="1" algn="just" eaLnBrk="0" latinLnBrk="0" hangingPunct="0"/>
            <a:r>
              <a:rPr lang="en-US" sz="2400" dirty="0"/>
              <a:t>When an operator is encountered the last 2 operands are popped and replaced with the result.</a:t>
            </a:r>
          </a:p>
          <a:p>
            <a:endParaRPr lang="ar-EG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539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DB846A-7744-450E-8F67-06F9491A7704}"/>
              </a:ext>
            </a:extLst>
          </p:cNvPr>
          <p:cNvSpPr txBox="1">
            <a:spLocks/>
          </p:cNvSpPr>
          <p:nvPr/>
        </p:nvSpPr>
        <p:spPr>
          <a:xfrm>
            <a:off x="1981200" y="1454168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r>
              <a:rPr lang="en-US" b="1" u="sng">
                <a:solidFill>
                  <a:schemeClr val="accent1">
                    <a:lumMod val="50000"/>
                  </a:schemeClr>
                </a:solidFill>
              </a:rPr>
              <a:t>6 5 2 3 </a:t>
            </a:r>
            <a:r>
              <a:rPr lang="en-US" b="1"/>
              <a:t>+ 8 * + 3 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508BE5-8BCF-43A6-B104-DBDDF98EA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476378"/>
              </p:ext>
            </p:extLst>
          </p:nvPr>
        </p:nvGraphicFramePr>
        <p:xfrm>
          <a:off x="4495800" y="2600616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83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E0FF4F-30A4-4A02-ADED-3E52F1D7E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840394"/>
              </p:ext>
            </p:extLst>
          </p:nvPr>
        </p:nvGraphicFramePr>
        <p:xfrm>
          <a:off x="2738486" y="2695798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5C77A6D-971A-42BE-9670-440D8A861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15748"/>
              </p:ext>
            </p:extLst>
          </p:nvPr>
        </p:nvGraphicFramePr>
        <p:xfrm>
          <a:off x="6243686" y="2695798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ight Arrow 5">
            <a:extLst>
              <a:ext uri="{FF2B5EF4-FFF2-40B4-BE49-F238E27FC236}">
                <a16:creationId xmlns:a16="http://schemas.microsoft.com/office/drawing/2014/main" id="{2749AC98-C77D-47A5-B849-D8E422EA1797}"/>
              </a:ext>
            </a:extLst>
          </p:cNvPr>
          <p:cNvSpPr/>
          <p:nvPr/>
        </p:nvSpPr>
        <p:spPr bwMode="auto">
          <a:xfrm>
            <a:off x="4948286" y="3229198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18A3A90-35F7-424B-9BD7-20DD92831B88}"/>
              </a:ext>
            </a:extLst>
          </p:cNvPr>
          <p:cNvSpPr txBox="1">
            <a:spLocks/>
          </p:cNvSpPr>
          <p:nvPr/>
        </p:nvSpPr>
        <p:spPr>
          <a:xfrm>
            <a:off x="2247900" y="1641529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6 5 2 3 +</a:t>
            </a:r>
            <a:r>
              <a:rPr lang="en-US" b="1" dirty="0"/>
              <a:t> 8 * + 3 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9300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CB55C2-F89F-40E0-A41B-D88AA2012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84515"/>
              </p:ext>
            </p:extLst>
          </p:nvPr>
        </p:nvGraphicFramePr>
        <p:xfrm>
          <a:off x="4495800" y="2922674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385BA7-9C79-4505-A1D0-1C9CCDC7965D}"/>
              </a:ext>
            </a:extLst>
          </p:cNvPr>
          <p:cNvSpPr txBox="1">
            <a:spLocks/>
          </p:cNvSpPr>
          <p:nvPr/>
        </p:nvSpPr>
        <p:spPr>
          <a:xfrm>
            <a:off x="1981200" y="1547626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6 5 2 3 + 8 </a:t>
            </a:r>
            <a:r>
              <a:rPr lang="en-US" b="1" dirty="0"/>
              <a:t>* + 3 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79069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50FF0F-05DA-4FA5-9363-42E2F523F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86199"/>
              </p:ext>
            </p:extLst>
          </p:nvPr>
        </p:nvGraphicFramePr>
        <p:xfrm>
          <a:off x="3303104" y="2562516"/>
          <a:ext cx="2057400" cy="207264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ight Arrow 4">
            <a:extLst>
              <a:ext uri="{FF2B5EF4-FFF2-40B4-BE49-F238E27FC236}">
                <a16:creationId xmlns:a16="http://schemas.microsoft.com/office/drawing/2014/main" id="{8F4D9E59-27ED-4112-9C87-0F521A697395}"/>
              </a:ext>
            </a:extLst>
          </p:cNvPr>
          <p:cNvSpPr/>
          <p:nvPr/>
        </p:nvSpPr>
        <p:spPr bwMode="auto">
          <a:xfrm>
            <a:off x="5512904" y="3095916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C88388-EE1B-4317-92D5-3A20B0EBC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659856"/>
              </p:ext>
            </p:extLst>
          </p:nvPr>
        </p:nvGraphicFramePr>
        <p:xfrm>
          <a:off x="6884504" y="2562516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40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65B4B6-55CC-4CB1-9BFB-8F84AA33EDBC}"/>
              </a:ext>
            </a:extLst>
          </p:cNvPr>
          <p:cNvSpPr txBox="1">
            <a:spLocks/>
          </p:cNvSpPr>
          <p:nvPr/>
        </p:nvSpPr>
        <p:spPr>
          <a:xfrm>
            <a:off x="2312504" y="1492268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r>
              <a:rPr lang="en-US" b="1" u="sng">
                <a:solidFill>
                  <a:schemeClr val="accent1">
                    <a:lumMod val="50000"/>
                  </a:schemeClr>
                </a:solidFill>
              </a:rPr>
              <a:t>6 5 2 3 + 8 *</a:t>
            </a:r>
            <a:r>
              <a:rPr lang="en-US" b="1"/>
              <a:t> + 3 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92204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9BE91F-10C6-45C4-812A-E54B88E51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996137"/>
              </p:ext>
            </p:extLst>
          </p:nvPr>
        </p:nvGraphicFramePr>
        <p:xfrm>
          <a:off x="3348086" y="2935896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40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ight Arrow 4">
            <a:extLst>
              <a:ext uri="{FF2B5EF4-FFF2-40B4-BE49-F238E27FC236}">
                <a16:creationId xmlns:a16="http://schemas.microsoft.com/office/drawing/2014/main" id="{5E612366-6746-4AFE-851C-D33AD169EBE7}"/>
              </a:ext>
            </a:extLst>
          </p:cNvPr>
          <p:cNvSpPr/>
          <p:nvPr/>
        </p:nvSpPr>
        <p:spPr bwMode="auto">
          <a:xfrm>
            <a:off x="5557886" y="3469296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EB6B8A-F929-4A37-AAF4-41296AFAD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170018"/>
              </p:ext>
            </p:extLst>
          </p:nvPr>
        </p:nvGraphicFramePr>
        <p:xfrm>
          <a:off x="6853286" y="3118776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3991241-FE11-4EED-B54B-4BF0DE9401AD}"/>
              </a:ext>
            </a:extLst>
          </p:cNvPr>
          <p:cNvSpPr txBox="1">
            <a:spLocks/>
          </p:cNvSpPr>
          <p:nvPr/>
        </p:nvSpPr>
        <p:spPr>
          <a:xfrm>
            <a:off x="2433686" y="1637048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r>
              <a:rPr lang="en-US" b="1" u="sng">
                <a:solidFill>
                  <a:schemeClr val="accent1">
                    <a:lumMod val="50000"/>
                  </a:schemeClr>
                </a:solidFill>
              </a:rPr>
              <a:t>6 5 2 3 + 8 * + </a:t>
            </a:r>
            <a:r>
              <a:rPr lang="en-US" b="1"/>
              <a:t>3 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6654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9FB079-602E-4DEA-8BF5-2661791CC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050348"/>
              </p:ext>
            </p:extLst>
          </p:nvPr>
        </p:nvGraphicFramePr>
        <p:xfrm>
          <a:off x="5131904" y="2973996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CBE7C8-6BD8-4DB1-B1CB-F9907970B670}"/>
              </a:ext>
            </a:extLst>
          </p:cNvPr>
          <p:cNvSpPr txBox="1">
            <a:spLocks/>
          </p:cNvSpPr>
          <p:nvPr/>
        </p:nvSpPr>
        <p:spPr>
          <a:xfrm>
            <a:off x="2617304" y="1598948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r>
              <a:rPr lang="en-US" b="1" u="sng">
                <a:solidFill>
                  <a:schemeClr val="accent1">
                    <a:lumMod val="50000"/>
                  </a:schemeClr>
                </a:solidFill>
              </a:rPr>
              <a:t>6 5 2 3 + 8 * + 3 </a:t>
            </a:r>
            <a:r>
              <a:rPr lang="en-US" b="1"/>
              <a:t>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4672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FF2E0B-1F32-4B3A-BA2C-3BD371A3F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52865"/>
              </p:ext>
            </p:extLst>
          </p:nvPr>
        </p:nvGraphicFramePr>
        <p:xfrm>
          <a:off x="2967086" y="2935896"/>
          <a:ext cx="2057400" cy="1554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45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ight Arrow 4">
            <a:extLst>
              <a:ext uri="{FF2B5EF4-FFF2-40B4-BE49-F238E27FC236}">
                <a16:creationId xmlns:a16="http://schemas.microsoft.com/office/drawing/2014/main" id="{692DEA57-CE52-4E98-BADB-E24F31B5BF46}"/>
              </a:ext>
            </a:extLst>
          </p:cNvPr>
          <p:cNvSpPr/>
          <p:nvPr/>
        </p:nvSpPr>
        <p:spPr bwMode="auto">
          <a:xfrm>
            <a:off x="5176886" y="3469296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AD584C-CF03-462A-8C6E-3F05C765A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979635"/>
              </p:ext>
            </p:extLst>
          </p:nvPr>
        </p:nvGraphicFramePr>
        <p:xfrm>
          <a:off x="6472286" y="3118776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566B7D-1FFD-4DC7-8F3E-CF1BEF4EA8FB}"/>
              </a:ext>
            </a:extLst>
          </p:cNvPr>
          <p:cNvSpPr txBox="1">
            <a:spLocks/>
          </p:cNvSpPr>
          <p:nvPr/>
        </p:nvSpPr>
        <p:spPr>
          <a:xfrm>
            <a:off x="2433686" y="1637048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r>
              <a:rPr lang="en-US" b="1" u="sng">
                <a:solidFill>
                  <a:schemeClr val="accent1">
                    <a:lumMod val="50000"/>
                  </a:schemeClr>
                </a:solidFill>
              </a:rPr>
              <a:t>6 5 2 3 + 8 * + 3 +</a:t>
            </a:r>
            <a:r>
              <a:rPr lang="en-US" b="1"/>
              <a:t>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01202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C184-2A34-4B5E-D14F-30315CD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A82F-B214-AFFA-7EB7-6305B8248179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0E968-E070-B49B-E686-A7D735516CA7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0BF3F-8CDA-470E-88B6-5CF51A65E53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1200" y="193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4400" dirty="0"/>
              <a:t>Evaluating Postfix Expressions</a:t>
            </a:r>
            <a:endParaRPr lang="en-US" altLang="en-US" dirty="0"/>
          </a:p>
        </p:txBody>
      </p:sp>
      <p:sp>
        <p:nvSpPr>
          <p:cNvPr id="12" name="Right Arrow 4">
            <a:extLst>
              <a:ext uri="{FF2B5EF4-FFF2-40B4-BE49-F238E27FC236}">
                <a16:creationId xmlns:a16="http://schemas.microsoft.com/office/drawing/2014/main" id="{57766F11-70B0-465D-A72E-A04B7E444971}"/>
              </a:ext>
            </a:extLst>
          </p:cNvPr>
          <p:cNvSpPr/>
          <p:nvPr/>
        </p:nvSpPr>
        <p:spPr bwMode="auto">
          <a:xfrm>
            <a:off x="5695122" y="3499776"/>
            <a:ext cx="1143000" cy="457200"/>
          </a:xfrm>
          <a:prstGeom prst="rightArrow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C10F423-0086-4F9B-AC44-3AE8020E0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11728"/>
              </p:ext>
            </p:extLst>
          </p:nvPr>
        </p:nvGraphicFramePr>
        <p:xfrm>
          <a:off x="3409122" y="3271176"/>
          <a:ext cx="2057400" cy="10363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ar-EG" sz="28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DED344D-29E3-4698-8A3F-D68625FD5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48907"/>
              </p:ext>
            </p:extLst>
          </p:nvPr>
        </p:nvGraphicFramePr>
        <p:xfrm>
          <a:off x="7066722" y="3438816"/>
          <a:ext cx="2057400" cy="51816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288</a:t>
                      </a:r>
                      <a:endParaRPr lang="ar-EG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DCA714E-6682-4800-AA45-9F46AB75DECF}"/>
              </a:ext>
            </a:extLst>
          </p:cNvPr>
          <p:cNvSpPr txBox="1">
            <a:spLocks/>
          </p:cNvSpPr>
          <p:nvPr/>
        </p:nvSpPr>
        <p:spPr>
          <a:xfrm>
            <a:off x="2723322" y="1819928"/>
            <a:ext cx="8229600" cy="4606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r>
              <a:rPr lang="en-US" b="1" u="sng">
                <a:solidFill>
                  <a:schemeClr val="accent1">
                    <a:lumMod val="50000"/>
                  </a:schemeClr>
                </a:solidFill>
              </a:rPr>
              <a:t>6 5 2 3 + 8 * + 3 + *</a:t>
            </a:r>
          </a:p>
          <a:p>
            <a:pPr>
              <a:buFont typeface="Arial" panose="020B0604020202020204" pitchFamily="34" charset="0"/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76471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1881-F499-3C19-32A0-02F091D5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D6E87F-E48E-3ABB-7F2D-ADAA1E9CEE56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F2685-39BA-F3CC-6687-3C41D0771DE4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3743D-ECA0-6164-0819-5D42A1C1D771}"/>
              </a:ext>
            </a:extLst>
          </p:cNvPr>
          <p:cNvSpPr txBox="1"/>
          <p:nvPr/>
        </p:nvSpPr>
        <p:spPr>
          <a:xfrm>
            <a:off x="4681429" y="915954"/>
            <a:ext cx="282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Error Handling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374A6-442E-A1EC-1D59-50A119BE96FD}"/>
              </a:ext>
            </a:extLst>
          </p:cNvPr>
          <p:cNvSpPr txBox="1"/>
          <p:nvPr/>
        </p:nvSpPr>
        <p:spPr>
          <a:xfrm>
            <a:off x="3736846" y="2130345"/>
            <a:ext cx="496824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Content:</a:t>
            </a:r>
            <a:endParaRPr lang="en-US" sz="2000" dirty="0"/>
          </a:p>
          <a:p>
            <a:r>
              <a:rPr lang="en-US" sz="2000" dirty="0"/>
              <a:t>1.Invalid characters → prompt user</a:t>
            </a:r>
          </a:p>
          <a:p>
            <a:r>
              <a:rPr lang="en-US" sz="2000" dirty="0"/>
              <a:t>2.Mismatched parentheses → prompt user</a:t>
            </a:r>
          </a:p>
          <a:p>
            <a:r>
              <a:rPr lang="en-US" sz="2000" dirty="0"/>
              <a:t>3.Division by zero → display error and retry</a:t>
            </a:r>
          </a:p>
          <a:p>
            <a:r>
              <a:rPr lang="en-US" sz="2000" dirty="0"/>
              <a:t>4.Retry until valid input is provided</a:t>
            </a:r>
          </a:p>
          <a:p>
            <a:r>
              <a:rPr lang="en-US" sz="2000" dirty="0"/>
              <a:t>5.Option to perform another operation or exit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99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7858-8F7C-C0BD-B7BD-B64EB5DC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8B6EB5-E2FF-17BF-887D-96A3A28C1350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143A9E-98E3-4633-9949-C470558A09A0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194C7-4F44-0124-6EEA-EECCD6FB32A6}"/>
              </a:ext>
            </a:extLst>
          </p:cNvPr>
          <p:cNvSpPr txBox="1"/>
          <p:nvPr/>
        </p:nvSpPr>
        <p:spPr>
          <a:xfrm>
            <a:off x="4544269" y="1190274"/>
            <a:ext cx="282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A1BFD-69FE-AABA-FA6C-FBD2B9967E85}"/>
              </a:ext>
            </a:extLst>
          </p:cNvPr>
          <p:cNvSpPr txBox="1"/>
          <p:nvPr/>
        </p:nvSpPr>
        <p:spPr>
          <a:xfrm>
            <a:off x="3479292" y="2413337"/>
            <a:ext cx="52334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Content:</a:t>
            </a:r>
            <a:endParaRPr lang="en-US" sz="2000" dirty="0"/>
          </a:p>
          <a:p>
            <a:r>
              <a:rPr lang="en-US" sz="2000" dirty="0"/>
              <a:t>1.Flexible: multiple expression types</a:t>
            </a:r>
          </a:p>
          <a:p>
            <a:r>
              <a:rPr lang="en-US" sz="2000" dirty="0"/>
              <a:t>2.Interactive and user-friendly</a:t>
            </a:r>
          </a:p>
          <a:p>
            <a:r>
              <a:rPr lang="en-US" sz="2000" dirty="0"/>
              <a:t>3.Robust error handling</a:t>
            </a:r>
          </a:p>
          <a:p>
            <a:r>
              <a:rPr lang="en-US" sz="2000" dirty="0"/>
              <a:t>4.Easy to extend for multi-digit or variable expressions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1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2C0E-F9A7-6B7F-A2CD-A9BB6EE4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EBD00E-6782-8030-E0D0-993B09DB18DC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F3312-5A94-600D-465B-61D9F1B54921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EFED3F-373E-14E0-3BD9-88EBC87F1C34}"/>
              </a:ext>
            </a:extLst>
          </p:cNvPr>
          <p:cNvSpPr txBox="1"/>
          <p:nvPr/>
        </p:nvSpPr>
        <p:spPr>
          <a:xfrm>
            <a:off x="4553413" y="1280236"/>
            <a:ext cx="282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7F71A-353B-20C3-6F24-35FA7A98B88B}"/>
              </a:ext>
            </a:extLst>
          </p:cNvPr>
          <p:cNvSpPr txBox="1"/>
          <p:nvPr/>
        </p:nvSpPr>
        <p:spPr>
          <a:xfrm>
            <a:off x="3142488" y="2577929"/>
            <a:ext cx="629412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Content:</a:t>
            </a:r>
            <a:endParaRPr lang="en-US" sz="2000" dirty="0"/>
          </a:p>
          <a:p>
            <a:r>
              <a:rPr lang="en-US" sz="2000" dirty="0"/>
              <a:t>1.Handling multiple input types → solved with detection</a:t>
            </a:r>
          </a:p>
          <a:p>
            <a:r>
              <a:rPr lang="en-US" sz="2000" dirty="0"/>
              <a:t>2.Avoiding crash on invalid input → retry loops implemented</a:t>
            </a:r>
          </a:p>
          <a:p>
            <a:r>
              <a:rPr lang="en-US" sz="2000" dirty="0"/>
              <a:t>3.Managing dynamic memory → careful malloc/free usage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44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2C66D8-7D1B-6CA3-3171-F7323B4702F8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FB7D8-B984-B9D5-CBED-BCBA87E7C326}"/>
              </a:ext>
            </a:extLst>
          </p:cNvPr>
          <p:cNvSpPr txBox="1"/>
          <p:nvPr/>
        </p:nvSpPr>
        <p:spPr>
          <a:xfrm>
            <a:off x="0" y="0"/>
            <a:ext cx="12192000" cy="8484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D4512-1AC9-F9F7-7A69-1A35BBD46FF1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96689-9E0A-C408-C68D-7F051FDEEECC}"/>
              </a:ext>
            </a:extLst>
          </p:cNvPr>
          <p:cNvSpPr txBox="1"/>
          <p:nvPr/>
        </p:nvSpPr>
        <p:spPr>
          <a:xfrm>
            <a:off x="11283885" y="848412"/>
            <a:ext cx="904973" cy="527901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F8034E-7FB1-3315-BF29-874A8674CD61}"/>
              </a:ext>
            </a:extLst>
          </p:cNvPr>
          <p:cNvSpPr/>
          <p:nvPr/>
        </p:nvSpPr>
        <p:spPr>
          <a:xfrm>
            <a:off x="3148552" y="384132"/>
            <a:ext cx="4958501" cy="9144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Design &amp;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1FDF8-2413-45CC-BEB5-29FC3DDE80D3}"/>
              </a:ext>
            </a:extLst>
          </p:cNvPr>
          <p:cNvSpPr txBox="1"/>
          <p:nvPr/>
        </p:nvSpPr>
        <p:spPr>
          <a:xfrm>
            <a:off x="1891748" y="2001078"/>
            <a:ext cx="769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Run Program: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Testing </a:t>
            </a:r>
          </a:p>
        </p:txBody>
      </p:sp>
    </p:spTree>
    <p:extLst>
      <p:ext uri="{BB962C8B-B14F-4D97-AF65-F5344CB8AC3E}">
        <p14:creationId xmlns:p14="http://schemas.microsoft.com/office/powerpoint/2010/main" val="419946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B4D3-88DC-535B-06D7-71689423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7ADA00-0EF1-0679-FE3D-C1718B3205CC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EB7ECC-EB39-A8D4-192D-AEED04D81B69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11A2D-CE79-227E-BE5C-D94465BD2A48}"/>
              </a:ext>
            </a:extLst>
          </p:cNvPr>
          <p:cNvSpPr txBox="1"/>
          <p:nvPr/>
        </p:nvSpPr>
        <p:spPr>
          <a:xfrm>
            <a:off x="4800301" y="1310347"/>
            <a:ext cx="282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A0F3E-337C-3390-F490-8E78829724DE}"/>
              </a:ext>
            </a:extLst>
          </p:cNvPr>
          <p:cNvSpPr txBox="1"/>
          <p:nvPr/>
        </p:nvSpPr>
        <p:spPr>
          <a:xfrm>
            <a:off x="3069336" y="2413337"/>
            <a:ext cx="754684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Content:</a:t>
            </a:r>
            <a:endParaRPr lang="en-US" sz="2000" dirty="0"/>
          </a:p>
          <a:p>
            <a:r>
              <a:rPr lang="en-US" sz="2000" dirty="0"/>
              <a:t>1.Program demonstrates stack &amp; queue applications in expression evaluation</a:t>
            </a:r>
          </a:p>
          <a:p>
            <a:r>
              <a:rPr lang="en-US" sz="2000" dirty="0"/>
              <a:t>2.Supports user interaction, error checking, and continuous operation</a:t>
            </a:r>
          </a:p>
          <a:p>
            <a:r>
              <a:rPr lang="en-US" sz="2000" dirty="0"/>
              <a:t>3.Can be extended to advanced calculators or algebraic computation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4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FBC5-CFE3-4B54-5907-1786DE83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8B259C-9E1E-2663-35BA-08D0B150BFFA}"/>
              </a:ext>
            </a:extLst>
          </p:cNvPr>
          <p:cNvSpPr txBox="1"/>
          <p:nvPr/>
        </p:nvSpPr>
        <p:spPr>
          <a:xfrm>
            <a:off x="0" y="0"/>
            <a:ext cx="90497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CCE2B-580D-A99C-2C5E-F8A541939ADE}"/>
              </a:ext>
            </a:extLst>
          </p:cNvPr>
          <p:cNvSpPr txBox="1"/>
          <p:nvPr/>
        </p:nvSpPr>
        <p:spPr>
          <a:xfrm>
            <a:off x="904973" y="6127423"/>
            <a:ext cx="11287027" cy="73057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98025-49EF-1E0E-5E41-DEEB71759EDD}"/>
              </a:ext>
            </a:extLst>
          </p:cNvPr>
          <p:cNvSpPr txBox="1"/>
          <p:nvPr/>
        </p:nvSpPr>
        <p:spPr>
          <a:xfrm>
            <a:off x="904973" y="0"/>
            <a:ext cx="11287027" cy="79552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A14EC-5329-8703-0C0C-E98925AB32F7}"/>
              </a:ext>
            </a:extLst>
          </p:cNvPr>
          <p:cNvSpPr txBox="1"/>
          <p:nvPr/>
        </p:nvSpPr>
        <p:spPr>
          <a:xfrm>
            <a:off x="11356848" y="795528"/>
            <a:ext cx="835152" cy="533189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47FDF-E0C1-14B7-BDA5-B0D9DDDF19E4}"/>
              </a:ext>
            </a:extLst>
          </p:cNvPr>
          <p:cNvSpPr txBox="1"/>
          <p:nvPr/>
        </p:nvSpPr>
        <p:spPr>
          <a:xfrm>
            <a:off x="3602736" y="2724912"/>
            <a:ext cx="60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badi" panose="020B0604020104020204" pitchFamily="34" charset="0"/>
              </a:rPr>
              <a:t>Thank You .</a:t>
            </a:r>
          </a:p>
        </p:txBody>
      </p:sp>
    </p:spTree>
    <p:extLst>
      <p:ext uri="{BB962C8B-B14F-4D97-AF65-F5344CB8AC3E}">
        <p14:creationId xmlns:p14="http://schemas.microsoft.com/office/powerpoint/2010/main" val="397549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380</TotalTime>
  <Words>706</Words>
  <Application>Microsoft Office PowerPoint</Application>
  <PresentationFormat>Widescreen</PresentationFormat>
  <Paragraphs>174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 Unicode MS</vt:lpstr>
      <vt:lpstr>Abadi</vt:lpstr>
      <vt:lpstr>Abadi Extra Light</vt:lpstr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Sayem Rahman</dc:creator>
  <cp:lastModifiedBy>rakibhsnal@gmail.com</cp:lastModifiedBy>
  <cp:revision>15</cp:revision>
  <dcterms:created xsi:type="dcterms:W3CDTF">2025-08-30T09:02:15Z</dcterms:created>
  <dcterms:modified xsi:type="dcterms:W3CDTF">2025-08-30T16:21:30Z</dcterms:modified>
</cp:coreProperties>
</file>