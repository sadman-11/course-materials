
<file path=[Content_Types].xml><?xml version="1.0" encoding="utf-8"?>
<Types xmlns="http://schemas.openxmlformats.org/package/2006/content-types">
  <Default Extension="gif" ContentType="image/gi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816" r:id="rId1"/>
  </p:sldMasterIdLst>
  <p:notesMasterIdLst>
    <p:notesMasterId r:id="rId47"/>
  </p:notesMasterIdLst>
  <p:sldIdLst>
    <p:sldId id="320" r:id="rId2"/>
    <p:sldId id="325" r:id="rId3"/>
    <p:sldId id="321" r:id="rId4"/>
    <p:sldId id="257" r:id="rId5"/>
    <p:sldId id="322" r:id="rId6"/>
    <p:sldId id="258" r:id="rId7"/>
    <p:sldId id="259" r:id="rId8"/>
    <p:sldId id="260" r:id="rId9"/>
    <p:sldId id="261" r:id="rId10"/>
    <p:sldId id="262" r:id="rId11"/>
    <p:sldId id="263" r:id="rId12"/>
    <p:sldId id="266" r:id="rId13"/>
    <p:sldId id="323" r:id="rId14"/>
    <p:sldId id="264" r:id="rId15"/>
    <p:sldId id="265" r:id="rId16"/>
    <p:sldId id="267" r:id="rId17"/>
    <p:sldId id="326"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 id="282" r:id="rId32"/>
    <p:sldId id="303" r:id="rId33"/>
    <p:sldId id="328" r:id="rId34"/>
    <p:sldId id="329" r:id="rId35"/>
    <p:sldId id="330" r:id="rId36"/>
    <p:sldId id="331" r:id="rId37"/>
    <p:sldId id="332" r:id="rId38"/>
    <p:sldId id="333" r:id="rId39"/>
    <p:sldId id="334" r:id="rId40"/>
    <p:sldId id="335" r:id="rId41"/>
    <p:sldId id="336" r:id="rId42"/>
    <p:sldId id="337" r:id="rId43"/>
    <p:sldId id="338" r:id="rId44"/>
    <p:sldId id="339" r:id="rId45"/>
    <p:sldId id="340" r:id="rId46"/>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000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varScale="1">
        <p:scale>
          <a:sx n="62" d="100"/>
          <a:sy n="62" d="100"/>
        </p:scale>
        <p:origin x="1400" y="56"/>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notesMaster" Target="notesMasters/notesMaster1.xml"/><Relationship Id="rId50"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slide" Target="slides/slide40.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presProps" Target="presProps.xml"/><Relationship Id="rId8" Type="http://schemas.openxmlformats.org/officeDocument/2006/relationships/slide" Target="slides/slide7.xml"/><Relationship Id="rId51"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58186B31-A092-4DE2-A39A-3652DC96B483}" type="datetimeFigureOut">
              <a:rPr lang="en-US" smtClean="0"/>
              <a:pPr/>
              <a:t>6/24/2021</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5F9D9A6B-77F2-4E49-AA84-55952F554222}" type="slidenum">
              <a:rPr lang="en-US" smtClean="0"/>
              <a:pPr/>
              <a:t>‹#›</a:t>
            </a:fld>
            <a:endParaRPr 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5F9D9A6B-77F2-4E49-AA84-55952F554222}" type="slidenum">
              <a:rPr lang="en-US" smtClean="0"/>
              <a:pPr/>
              <a:t>2</a:t>
            </a:fld>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14" name="Title 13"/>
          <p:cNvSpPr>
            <a:spLocks noGrp="1"/>
          </p:cNvSpPr>
          <p:nvPr>
            <p:ph type="ctrTitle"/>
          </p:nvPr>
        </p:nvSpPr>
        <p:spPr>
          <a:xfrm>
            <a:off x="1432560" y="359898"/>
            <a:ext cx="7406640" cy="1472184"/>
          </a:xfrm>
        </p:spPr>
        <p:txBody>
          <a:bodyPr anchor="b"/>
          <a:lstStyle>
            <a:lvl1pPr algn="l">
              <a:defRPr/>
            </a:lvl1pPr>
            <a:extLst/>
          </a:lstStyle>
          <a:p>
            <a:r>
              <a:rPr kumimoji="0" lang="en-US"/>
              <a:t>Click to edit Master title style</a:t>
            </a:r>
          </a:p>
        </p:txBody>
      </p:sp>
      <p:sp>
        <p:nvSpPr>
          <p:cNvPr id="22" name="Subtitle 21"/>
          <p:cNvSpPr>
            <a:spLocks noGrp="1"/>
          </p:cNvSpPr>
          <p:nvPr>
            <p:ph type="subTitle" idx="1"/>
          </p:nvPr>
        </p:nvSpPr>
        <p:spPr>
          <a:xfrm>
            <a:off x="1432560" y="1850064"/>
            <a:ext cx="7406640" cy="1752600"/>
          </a:xfrm>
        </p:spPr>
        <p:txBody>
          <a:bodyPr tIns="0"/>
          <a:lstStyle>
            <a:lvl1pPr marL="27432" indent="0" algn="l">
              <a:buNone/>
              <a:defRPr sz="2600">
                <a:solidFill>
                  <a:schemeClr val="tx2">
                    <a:shade val="30000"/>
                    <a:satMod val="150000"/>
                  </a:schemeClr>
                </a:solidFill>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extLst/>
          </a:lstStyle>
          <a:p>
            <a:r>
              <a:rPr kumimoji="0" lang="en-US"/>
              <a:t>Click to edit Master subtitle style</a:t>
            </a:r>
          </a:p>
        </p:txBody>
      </p:sp>
      <p:sp>
        <p:nvSpPr>
          <p:cNvPr id="7" name="Date Placeholder 6"/>
          <p:cNvSpPr>
            <a:spLocks noGrp="1"/>
          </p:cNvSpPr>
          <p:nvPr>
            <p:ph type="dt" sz="half" idx="10"/>
          </p:nvPr>
        </p:nvSpPr>
        <p:spPr/>
        <p:txBody>
          <a:bodyPr/>
          <a:lstStyle/>
          <a:p>
            <a:fld id="{BFAF3DAB-5CAD-4393-B673-4B9400092E65}" type="datetime1">
              <a:rPr lang="en-US" smtClean="0"/>
              <a:t>6/24/2021</a:t>
            </a:fld>
            <a:endParaRPr lang="en-US"/>
          </a:p>
        </p:txBody>
      </p:sp>
      <p:sp>
        <p:nvSpPr>
          <p:cNvPr id="20" name="Footer Placeholder 19"/>
          <p:cNvSpPr>
            <a:spLocks noGrp="1"/>
          </p:cNvSpPr>
          <p:nvPr>
            <p:ph type="ftr" sz="quarter" idx="11"/>
          </p:nvPr>
        </p:nvSpPr>
        <p:spPr/>
        <p:txBody>
          <a:bodyPr/>
          <a:lstStyle/>
          <a:p>
            <a:r>
              <a:rPr lang="en-US"/>
              <a:t>Maheen Islam</a:t>
            </a:r>
          </a:p>
        </p:txBody>
      </p:sp>
      <p:sp>
        <p:nvSpPr>
          <p:cNvPr id="10" name="Slide Number Placeholder 9"/>
          <p:cNvSpPr>
            <a:spLocks noGrp="1"/>
          </p:cNvSpPr>
          <p:nvPr>
            <p:ph type="sldNum" sz="quarter" idx="12"/>
          </p:nvPr>
        </p:nvSpPr>
        <p:spPr/>
        <p:txBody>
          <a:bodyPr/>
          <a:lstStyle/>
          <a:p>
            <a:fld id="{B6F15528-21DE-4FAA-801E-634DDDAF4B2B}" type="slidenum">
              <a:rPr lang="en-US" smtClean="0"/>
              <a:pPr/>
              <a:t>‹#›</a:t>
            </a:fld>
            <a:endParaRPr lang="en-US"/>
          </a:p>
        </p:txBody>
      </p:sp>
      <p:sp>
        <p:nvSpPr>
          <p:cNvPr id="8" name="Oval 7"/>
          <p:cNvSpPr/>
          <p:nvPr/>
        </p:nvSpPr>
        <p:spPr>
          <a:xfrm>
            <a:off x="921433" y="1413802"/>
            <a:ext cx="210312" cy="210312"/>
          </a:xfrm>
          <a:prstGeom prst="ellipse">
            <a:avLst/>
          </a:prstGeom>
          <a:gradFill rotWithShape="1">
            <a:gsLst>
              <a:gs pos="0">
                <a:schemeClr val="accent1">
                  <a:tint val="20000"/>
                  <a:satMod val="450000"/>
                  <a:alpha val="95000"/>
                </a:schemeClr>
              </a:gs>
              <a:gs pos="50000">
                <a:schemeClr val="accent1">
                  <a:tint val="38000"/>
                  <a:satMod val="250000"/>
                  <a:alpha val="90000"/>
                </a:schemeClr>
              </a:gs>
              <a:gs pos="95000">
                <a:schemeClr val="accent1">
                  <a:tint val="75000"/>
                  <a:satMod val="255000"/>
                  <a:alpha val="88000"/>
                </a:schemeClr>
              </a:gs>
              <a:gs pos="100000">
                <a:schemeClr val="accent1">
                  <a:tint val="100000"/>
                  <a:shade val="90000"/>
                  <a:satMod val="255000"/>
                  <a:alpha val="85000"/>
                </a:schemeClr>
              </a:gs>
            </a:gsLst>
            <a:path path="circle">
              <a:fillToRect l="25000" t="12500" r="75000" b="87500"/>
            </a:path>
          </a:gradFill>
          <a:ln w="2000" cap="rnd" cmpd="sng" algn="ctr">
            <a:solidFill>
              <a:schemeClr val="accent1">
                <a:shade val="90000"/>
                <a:satMod val="110000"/>
                <a:alpha val="60000"/>
              </a:schemeClr>
            </a:solidFill>
            <a:prstDash val="solid"/>
          </a:ln>
          <a:effectLst/>
        </p:spPr>
        <p:style>
          <a:lnRef idx="1">
            <a:schemeClr val="accent1"/>
          </a:lnRef>
          <a:fillRef idx="2">
            <a:schemeClr val="accent1"/>
          </a:fillRef>
          <a:effectRef idx="1">
            <a:schemeClr val="accent1"/>
          </a:effectRef>
          <a:fontRef idx="minor">
            <a:schemeClr val="dk1"/>
          </a:fontRef>
        </p:style>
        <p:txBody>
          <a:bodyPr anchor="ctr"/>
          <a:lstStyle/>
          <a:p>
            <a:pPr algn="ctr" eaLnBrk="1" latinLnBrk="0" hangingPunct="1"/>
            <a:endParaRPr kumimoji="0" lang="en-US"/>
          </a:p>
        </p:txBody>
      </p:sp>
      <p:sp>
        <p:nvSpPr>
          <p:cNvPr id="9" name="Oval 8"/>
          <p:cNvSpPr/>
          <p:nvPr/>
        </p:nvSpPr>
        <p:spPr>
          <a:xfrm>
            <a:off x="1157176" y="1345016"/>
            <a:ext cx="64008" cy="64008"/>
          </a:xfrm>
          <a:prstGeom prst="ellipse">
            <a:avLst/>
          </a:prstGeom>
          <a:noFill/>
          <a:ln w="12700" cap="rnd" cmpd="sng" algn="ctr">
            <a:solidFill>
              <a:schemeClr val="accent1">
                <a:shade val="75000"/>
                <a:alpha val="60000"/>
              </a:schemeClr>
            </a:solidFill>
            <a:prstDash val="solid"/>
          </a:ln>
          <a:effectLst/>
        </p:spPr>
        <p:style>
          <a:lnRef idx="1">
            <a:schemeClr val="accent1"/>
          </a:lnRef>
          <a:fillRef idx="2">
            <a:schemeClr val="accent1"/>
          </a:fillRef>
          <a:effectRef idx="1">
            <a:schemeClr val="accent1"/>
          </a:effectRef>
          <a:fontRef idx="minor">
            <a:schemeClr val="dk1"/>
          </a:fontRef>
        </p:style>
        <p:txBody>
          <a:bodyPr anchor="ctr"/>
          <a:lstStyle/>
          <a:p>
            <a:pPr algn="ctr" eaLnBrk="1" latinLnBrk="0" hangingPunct="1"/>
            <a:endParaRPr kumimoji="0"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a:t>Click to edit Master title style</a:t>
            </a:r>
          </a:p>
        </p:txBody>
      </p:sp>
      <p:sp>
        <p:nvSpPr>
          <p:cNvPr id="3" name="Content Placeholder 2"/>
          <p:cNvSpPr>
            <a:spLocks noGrp="1"/>
          </p:cNvSpPr>
          <p:nvPr>
            <p:ph idx="1"/>
          </p:nvPr>
        </p:nvSpPr>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4" name="Date Placeholder 3"/>
          <p:cNvSpPr>
            <a:spLocks noGrp="1"/>
          </p:cNvSpPr>
          <p:nvPr>
            <p:ph type="dt" sz="half" idx="10"/>
          </p:nvPr>
        </p:nvSpPr>
        <p:spPr/>
        <p:txBody>
          <a:bodyPr/>
          <a:lstStyle/>
          <a:p>
            <a:fld id="{C19452E4-6764-474A-AB26-17D52244E9D0}" type="datetime1">
              <a:rPr lang="en-US" smtClean="0"/>
              <a:t>6/24/2021</a:t>
            </a:fld>
            <a:endParaRPr lang="en-US"/>
          </a:p>
        </p:txBody>
      </p:sp>
      <p:sp>
        <p:nvSpPr>
          <p:cNvPr id="5" name="Footer Placeholder 4"/>
          <p:cNvSpPr>
            <a:spLocks noGrp="1"/>
          </p:cNvSpPr>
          <p:nvPr>
            <p:ph type="ftr" sz="quarter" idx="11"/>
          </p:nvPr>
        </p:nvSpPr>
        <p:spPr/>
        <p:txBody>
          <a:bodyPr/>
          <a:lstStyle/>
          <a:p>
            <a:r>
              <a:rPr lang="en-US"/>
              <a:t>Maheen Islam</a:t>
            </a:r>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sp>
        <p:nvSpPr>
          <p:cNvPr id="7" name="Rectangle 6"/>
          <p:cNvSpPr/>
          <p:nvPr/>
        </p:nvSpPr>
        <p:spPr>
          <a:xfrm>
            <a:off x="2282890" y="-54"/>
            <a:ext cx="6858000" cy="6858054"/>
          </a:xfrm>
          <a:prstGeom prst="rect">
            <a:avLst/>
          </a:prstGeom>
          <a:solidFill>
            <a:schemeClr val="bg1"/>
          </a:solidFill>
          <a:ln w="254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2" name="Title 1"/>
          <p:cNvSpPr>
            <a:spLocks noGrp="1"/>
          </p:cNvSpPr>
          <p:nvPr>
            <p:ph type="title"/>
          </p:nvPr>
        </p:nvSpPr>
        <p:spPr>
          <a:xfrm>
            <a:off x="2578392" y="2600325"/>
            <a:ext cx="6400800" cy="2286000"/>
          </a:xfrm>
        </p:spPr>
        <p:txBody>
          <a:bodyPr anchor="t"/>
          <a:lstStyle>
            <a:lvl1pPr algn="l">
              <a:lnSpc>
                <a:spcPts val="4500"/>
              </a:lnSpc>
              <a:buNone/>
              <a:defRPr sz="4000" b="1" cap="all"/>
            </a:lvl1pPr>
            <a:extLst/>
          </a:lstStyle>
          <a:p>
            <a:r>
              <a:rPr kumimoji="0" lang="en-US"/>
              <a:t>Click to edit Master title style</a:t>
            </a:r>
          </a:p>
        </p:txBody>
      </p:sp>
      <p:sp>
        <p:nvSpPr>
          <p:cNvPr id="3" name="Text Placeholder 2"/>
          <p:cNvSpPr>
            <a:spLocks noGrp="1"/>
          </p:cNvSpPr>
          <p:nvPr>
            <p:ph type="body" idx="1"/>
          </p:nvPr>
        </p:nvSpPr>
        <p:spPr>
          <a:xfrm>
            <a:off x="2578392" y="1066800"/>
            <a:ext cx="6400800" cy="1509712"/>
          </a:xfrm>
        </p:spPr>
        <p:txBody>
          <a:bodyPr anchor="b"/>
          <a:lstStyle>
            <a:lvl1pPr marL="18288" indent="0">
              <a:lnSpc>
                <a:spcPts val="2300"/>
              </a:lnSpc>
              <a:spcBef>
                <a:spcPts val="0"/>
              </a:spcBef>
              <a:buNone/>
              <a:defRPr sz="2000">
                <a:solidFill>
                  <a:schemeClr val="tx2">
                    <a:shade val="30000"/>
                    <a:satMod val="150000"/>
                  </a:schemeClr>
                </a:solidFill>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extLst/>
          </a:lstStyle>
          <a:p>
            <a:pPr lvl="0" eaLnBrk="1" latinLnBrk="0" hangingPunct="1"/>
            <a:r>
              <a:rPr kumimoji="0" lang="en-US"/>
              <a:t>Click to edit Master text styles</a:t>
            </a:r>
          </a:p>
        </p:txBody>
      </p:sp>
      <p:sp>
        <p:nvSpPr>
          <p:cNvPr id="4" name="Date Placeholder 3"/>
          <p:cNvSpPr>
            <a:spLocks noGrp="1"/>
          </p:cNvSpPr>
          <p:nvPr>
            <p:ph type="dt" sz="half" idx="10"/>
          </p:nvPr>
        </p:nvSpPr>
        <p:spPr/>
        <p:txBody>
          <a:bodyPr/>
          <a:lstStyle/>
          <a:p>
            <a:fld id="{C4146F8B-050E-4421-A300-6C637A04ED86}" type="datetime1">
              <a:rPr lang="en-US" smtClean="0"/>
              <a:t>6/24/2021</a:t>
            </a:fld>
            <a:endParaRPr lang="en-US"/>
          </a:p>
        </p:txBody>
      </p:sp>
      <p:sp>
        <p:nvSpPr>
          <p:cNvPr id="5" name="Footer Placeholder 4"/>
          <p:cNvSpPr>
            <a:spLocks noGrp="1"/>
          </p:cNvSpPr>
          <p:nvPr>
            <p:ph type="ftr" sz="quarter" idx="11"/>
          </p:nvPr>
        </p:nvSpPr>
        <p:spPr/>
        <p:txBody>
          <a:bodyPr/>
          <a:lstStyle/>
          <a:p>
            <a:r>
              <a:rPr lang="en-US"/>
              <a:t>Maheen Islam</a:t>
            </a:r>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
        <p:nvSpPr>
          <p:cNvPr id="10" name="Rectangle 9"/>
          <p:cNvSpPr/>
          <p:nvPr/>
        </p:nvSpPr>
        <p:spPr bwMode="invGray">
          <a:xfrm>
            <a:off x="2286000" y="0"/>
            <a:ext cx="76200" cy="6858054"/>
          </a:xfrm>
          <a:prstGeom prst="rect">
            <a:avLst/>
          </a:prstGeom>
          <a:solidFill>
            <a:schemeClr val="bg1"/>
          </a:solidFill>
          <a:ln w="25400" cap="rnd" cmpd="sng" algn="ctr">
            <a:noFill/>
            <a:prstDash val="solid"/>
          </a:ln>
          <a:effectLst>
            <a:outerShdw blurRad="38550" dist="38000" dir="10800000" algn="tl" rotWithShape="0">
              <a:schemeClr val="bg2">
                <a:shade val="20000"/>
                <a:satMod val="110000"/>
                <a:alpha val="25000"/>
              </a:schemeClr>
            </a:outerShdw>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8" name="Oval 7"/>
          <p:cNvSpPr/>
          <p:nvPr/>
        </p:nvSpPr>
        <p:spPr>
          <a:xfrm>
            <a:off x="2172321" y="2814656"/>
            <a:ext cx="210312" cy="210312"/>
          </a:xfrm>
          <a:prstGeom prst="ellipse">
            <a:avLst/>
          </a:prstGeom>
          <a:gradFill rotWithShape="1">
            <a:gsLst>
              <a:gs pos="0">
                <a:schemeClr val="accent1">
                  <a:tint val="20000"/>
                  <a:satMod val="450000"/>
                  <a:alpha val="95000"/>
                </a:schemeClr>
              </a:gs>
              <a:gs pos="50000">
                <a:schemeClr val="accent1">
                  <a:tint val="38000"/>
                  <a:satMod val="250000"/>
                  <a:alpha val="90000"/>
                </a:schemeClr>
              </a:gs>
              <a:gs pos="95000">
                <a:schemeClr val="accent1">
                  <a:tint val="75000"/>
                  <a:satMod val="255000"/>
                  <a:alpha val="88000"/>
                </a:schemeClr>
              </a:gs>
              <a:gs pos="100000">
                <a:schemeClr val="accent1">
                  <a:tint val="100000"/>
                  <a:shade val="90000"/>
                  <a:satMod val="255000"/>
                  <a:alpha val="85000"/>
                </a:schemeClr>
              </a:gs>
            </a:gsLst>
            <a:path path="circle">
              <a:fillToRect l="25000" t="12500" r="75000" b="87500"/>
            </a:path>
          </a:gradFill>
          <a:ln w="2000" cap="rnd" cmpd="sng" algn="ctr">
            <a:solidFill>
              <a:schemeClr val="accent1">
                <a:shade val="90000"/>
                <a:satMod val="110000"/>
                <a:alpha val="60000"/>
              </a:schemeClr>
            </a:solidFill>
            <a:prstDash val="solid"/>
          </a:ln>
          <a:effectLst/>
        </p:spPr>
        <p:style>
          <a:lnRef idx="1">
            <a:schemeClr val="accent1"/>
          </a:lnRef>
          <a:fillRef idx="2">
            <a:schemeClr val="accent1"/>
          </a:fillRef>
          <a:effectRef idx="1">
            <a:schemeClr val="accent1"/>
          </a:effectRef>
          <a:fontRef idx="minor">
            <a:schemeClr val="dk1"/>
          </a:fontRef>
        </p:style>
        <p:txBody>
          <a:bodyPr anchor="ctr"/>
          <a:lstStyle/>
          <a:p>
            <a:pPr algn="ctr" eaLnBrk="1" latinLnBrk="0" hangingPunct="1"/>
            <a:endParaRPr kumimoji="0" lang="en-US"/>
          </a:p>
        </p:txBody>
      </p:sp>
      <p:sp>
        <p:nvSpPr>
          <p:cNvPr id="9" name="Oval 8"/>
          <p:cNvSpPr/>
          <p:nvPr/>
        </p:nvSpPr>
        <p:spPr>
          <a:xfrm>
            <a:off x="2408064" y="2745870"/>
            <a:ext cx="64008" cy="64008"/>
          </a:xfrm>
          <a:prstGeom prst="ellipse">
            <a:avLst/>
          </a:prstGeom>
          <a:noFill/>
          <a:ln w="12700" cap="rnd" cmpd="sng" algn="ctr">
            <a:solidFill>
              <a:schemeClr val="accent1">
                <a:shade val="75000"/>
                <a:alpha val="60000"/>
              </a:schemeClr>
            </a:solidFill>
            <a:prstDash val="solid"/>
          </a:ln>
          <a:effectLst/>
        </p:spPr>
        <p:style>
          <a:lnRef idx="1">
            <a:schemeClr val="accent1"/>
          </a:lnRef>
          <a:fillRef idx="2">
            <a:schemeClr val="accent1"/>
          </a:fillRef>
          <a:effectRef idx="1">
            <a:schemeClr val="accent1"/>
          </a:effectRef>
          <a:fontRef idx="minor">
            <a:schemeClr val="dk1"/>
          </a:fontRef>
        </p:style>
        <p:txBody>
          <a:bodyPr anchor="ctr"/>
          <a:lstStyle/>
          <a:p>
            <a:pPr algn="ctr" eaLnBrk="1" latinLnBrk="0" hangingPunct="1"/>
            <a:endParaRPr kumimoji="0"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1435608" y="274320"/>
            <a:ext cx="7498080" cy="1143000"/>
          </a:xfrm>
        </p:spPr>
        <p:txBody>
          <a:bodyPr/>
          <a:lstStyle/>
          <a:p>
            <a:r>
              <a:rPr kumimoji="0" lang="en-US"/>
              <a:t>Click to edit Master title style</a:t>
            </a:r>
          </a:p>
        </p:txBody>
      </p:sp>
      <p:sp>
        <p:nvSpPr>
          <p:cNvPr id="3" name="Content Placeholder 2"/>
          <p:cNvSpPr>
            <a:spLocks noGrp="1"/>
          </p:cNvSpPr>
          <p:nvPr>
            <p:ph sz="half" idx="1"/>
          </p:nvPr>
        </p:nvSpPr>
        <p:spPr>
          <a:xfrm>
            <a:off x="1435608" y="1524000"/>
            <a:ext cx="3657600" cy="4663440"/>
          </a:xfrm>
        </p:spPr>
        <p:txBody>
          <a:bodyPr/>
          <a:lstStyle>
            <a:lvl1pPr>
              <a:defRPr sz="2800"/>
            </a:lvl1pPr>
            <a:lvl2pPr>
              <a:defRPr sz="2400"/>
            </a:lvl2pPr>
            <a:lvl3pPr>
              <a:defRPr sz="2000"/>
            </a:lvl3pPr>
            <a:lvl4pPr>
              <a:defRPr sz="1800"/>
            </a:lvl4pPr>
            <a:lvl5pPr>
              <a:defRPr sz="1800"/>
            </a:lvl5pPr>
            <a:extLs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4" name="Content Placeholder 3"/>
          <p:cNvSpPr>
            <a:spLocks noGrp="1"/>
          </p:cNvSpPr>
          <p:nvPr>
            <p:ph sz="half" idx="2"/>
          </p:nvPr>
        </p:nvSpPr>
        <p:spPr>
          <a:xfrm>
            <a:off x="5276088" y="1524000"/>
            <a:ext cx="3657600" cy="4663440"/>
          </a:xfrm>
        </p:spPr>
        <p:txBody>
          <a:bodyPr/>
          <a:lstStyle>
            <a:lvl1pPr>
              <a:defRPr sz="2800"/>
            </a:lvl1pPr>
            <a:lvl2pPr>
              <a:defRPr sz="2400"/>
            </a:lvl2pPr>
            <a:lvl3pPr>
              <a:defRPr sz="2000"/>
            </a:lvl3pPr>
            <a:lvl4pPr>
              <a:defRPr sz="1800"/>
            </a:lvl4pPr>
            <a:lvl5pPr>
              <a:defRPr sz="1800"/>
            </a:lvl5pPr>
            <a:extLs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5" name="Date Placeholder 4"/>
          <p:cNvSpPr>
            <a:spLocks noGrp="1"/>
          </p:cNvSpPr>
          <p:nvPr>
            <p:ph type="dt" sz="half" idx="10"/>
          </p:nvPr>
        </p:nvSpPr>
        <p:spPr/>
        <p:txBody>
          <a:bodyPr/>
          <a:lstStyle/>
          <a:p>
            <a:fld id="{5E8429ED-A02C-44E7-8147-531BE13801F5}" type="datetime1">
              <a:rPr lang="en-US" smtClean="0"/>
              <a:t>6/24/2021</a:t>
            </a:fld>
            <a:endParaRPr lang="en-US"/>
          </a:p>
        </p:txBody>
      </p:sp>
      <p:sp>
        <p:nvSpPr>
          <p:cNvPr id="6" name="Footer Placeholder 5"/>
          <p:cNvSpPr>
            <a:spLocks noGrp="1"/>
          </p:cNvSpPr>
          <p:nvPr>
            <p:ph type="ftr" sz="quarter" idx="11"/>
          </p:nvPr>
        </p:nvSpPr>
        <p:spPr/>
        <p:txBody>
          <a:bodyPr/>
          <a:lstStyle/>
          <a:p>
            <a:r>
              <a:rPr lang="en-US"/>
              <a:t>Maheen Islam</a:t>
            </a:r>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5160336"/>
            <a:ext cx="8229600" cy="1143000"/>
          </a:xfrm>
        </p:spPr>
        <p:txBody>
          <a:bodyPr anchor="ctr"/>
          <a:lstStyle>
            <a:lvl1pPr algn="ctr">
              <a:defRPr sz="4500" b="1" cap="none" baseline="0"/>
            </a:lvl1pPr>
            <a:extLst/>
          </a:lstStyle>
          <a:p>
            <a:r>
              <a:rPr kumimoji="0" lang="en-US"/>
              <a:t>Click to edit Master title style</a:t>
            </a:r>
          </a:p>
        </p:txBody>
      </p:sp>
      <p:sp>
        <p:nvSpPr>
          <p:cNvPr id="3" name="Text Placeholder 2"/>
          <p:cNvSpPr>
            <a:spLocks noGrp="1"/>
          </p:cNvSpPr>
          <p:nvPr>
            <p:ph type="body" idx="1"/>
          </p:nvPr>
        </p:nvSpPr>
        <p:spPr>
          <a:xfrm>
            <a:off x="457200" y="328278"/>
            <a:ext cx="4023360" cy="640080"/>
          </a:xfrm>
          <a:solidFill>
            <a:schemeClr val="bg1"/>
          </a:solidFill>
          <a:ln w="10795">
            <a:solidFill>
              <a:schemeClr val="bg1"/>
            </a:solidFill>
            <a:miter lim="800000"/>
          </a:ln>
        </p:spPr>
        <p:txBody>
          <a:bodyPr anchor="ctr"/>
          <a:lstStyle>
            <a:lvl1pPr marL="64008" indent="0" algn="l">
              <a:lnSpc>
                <a:spcPct val="100000"/>
              </a:lnSpc>
              <a:spcBef>
                <a:spcPts val="100"/>
              </a:spcBef>
              <a:buNone/>
              <a:defRPr sz="1900" b="0">
                <a:solidFill>
                  <a:schemeClr val="tx1"/>
                </a:solidFill>
              </a:defRPr>
            </a:lvl1pPr>
            <a:lvl2pPr>
              <a:buNone/>
              <a:defRPr sz="2000" b="1"/>
            </a:lvl2pPr>
            <a:lvl3pPr>
              <a:buNone/>
              <a:defRPr sz="1800" b="1"/>
            </a:lvl3pPr>
            <a:lvl4pPr>
              <a:buNone/>
              <a:defRPr sz="1600" b="1"/>
            </a:lvl4pPr>
            <a:lvl5pPr>
              <a:buNone/>
              <a:defRPr sz="1600" b="1"/>
            </a:lvl5pPr>
            <a:extLst/>
          </a:lstStyle>
          <a:p>
            <a:pPr lvl="0" eaLnBrk="1" latinLnBrk="0" hangingPunct="1"/>
            <a:r>
              <a:rPr kumimoji="0" lang="en-US"/>
              <a:t>Click to edit Master text styles</a:t>
            </a:r>
          </a:p>
        </p:txBody>
      </p:sp>
      <p:sp>
        <p:nvSpPr>
          <p:cNvPr id="4" name="Text Placeholder 3"/>
          <p:cNvSpPr>
            <a:spLocks noGrp="1"/>
          </p:cNvSpPr>
          <p:nvPr>
            <p:ph type="body" sz="half" idx="3"/>
          </p:nvPr>
        </p:nvSpPr>
        <p:spPr>
          <a:xfrm>
            <a:off x="4663440" y="328278"/>
            <a:ext cx="4023360" cy="640080"/>
          </a:xfrm>
          <a:solidFill>
            <a:schemeClr val="bg1"/>
          </a:solidFill>
          <a:ln w="10795">
            <a:solidFill>
              <a:schemeClr val="bg1"/>
            </a:solidFill>
            <a:miter lim="800000"/>
          </a:ln>
        </p:spPr>
        <p:txBody>
          <a:bodyPr anchor="ctr"/>
          <a:lstStyle>
            <a:lvl1pPr marL="64008" indent="0" algn="l">
              <a:lnSpc>
                <a:spcPct val="100000"/>
              </a:lnSpc>
              <a:spcBef>
                <a:spcPts val="100"/>
              </a:spcBef>
              <a:buNone/>
              <a:defRPr sz="1900" b="0">
                <a:solidFill>
                  <a:schemeClr val="tx1"/>
                </a:solidFill>
              </a:defRPr>
            </a:lvl1pPr>
            <a:lvl2pPr>
              <a:buNone/>
              <a:defRPr sz="2000" b="1"/>
            </a:lvl2pPr>
            <a:lvl3pPr>
              <a:buNone/>
              <a:defRPr sz="1800" b="1"/>
            </a:lvl3pPr>
            <a:lvl4pPr>
              <a:buNone/>
              <a:defRPr sz="1600" b="1"/>
            </a:lvl4pPr>
            <a:lvl5pPr>
              <a:buNone/>
              <a:defRPr sz="1600" b="1"/>
            </a:lvl5pPr>
            <a:extLst/>
          </a:lstStyle>
          <a:p>
            <a:pPr lvl="0" eaLnBrk="1" latinLnBrk="0" hangingPunct="1"/>
            <a:r>
              <a:rPr kumimoji="0" lang="en-US"/>
              <a:t>Click to edit Master text styles</a:t>
            </a:r>
          </a:p>
        </p:txBody>
      </p:sp>
      <p:sp>
        <p:nvSpPr>
          <p:cNvPr id="5" name="Content Placeholder 4"/>
          <p:cNvSpPr>
            <a:spLocks noGrp="1"/>
          </p:cNvSpPr>
          <p:nvPr>
            <p:ph sz="quarter" idx="2"/>
          </p:nvPr>
        </p:nvSpPr>
        <p:spPr>
          <a:xfrm>
            <a:off x="457200" y="969336"/>
            <a:ext cx="4023360" cy="4114800"/>
          </a:xfrm>
          <a:ln w="10795">
            <a:solidFill>
              <a:schemeClr val="bg1"/>
            </a:solidFill>
            <a:prstDash val="dash"/>
            <a:miter lim="800000"/>
          </a:ln>
        </p:spPr>
        <p:txBody>
          <a:bodyPr/>
          <a:lstStyle>
            <a:lvl1pPr marL="393192" indent="-274320">
              <a:lnSpc>
                <a:spcPct val="100000"/>
              </a:lnSpc>
              <a:spcBef>
                <a:spcPts val="700"/>
              </a:spcBef>
              <a:defRPr sz="2400"/>
            </a:lvl1pPr>
            <a:lvl2pPr>
              <a:lnSpc>
                <a:spcPct val="100000"/>
              </a:lnSpc>
              <a:spcBef>
                <a:spcPts val="700"/>
              </a:spcBef>
              <a:defRPr sz="2000"/>
            </a:lvl2pPr>
            <a:lvl3pPr>
              <a:lnSpc>
                <a:spcPct val="100000"/>
              </a:lnSpc>
              <a:spcBef>
                <a:spcPts val="700"/>
              </a:spcBef>
              <a:defRPr sz="1800"/>
            </a:lvl3pPr>
            <a:lvl4pPr>
              <a:lnSpc>
                <a:spcPct val="100000"/>
              </a:lnSpc>
              <a:spcBef>
                <a:spcPts val="700"/>
              </a:spcBef>
              <a:defRPr sz="1600"/>
            </a:lvl4pPr>
            <a:lvl5pPr>
              <a:lnSpc>
                <a:spcPct val="100000"/>
              </a:lnSpc>
              <a:spcBef>
                <a:spcPts val="700"/>
              </a:spcBef>
              <a:defRPr sz="1600"/>
            </a:lvl5pPr>
            <a:extLs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6" name="Content Placeholder 5"/>
          <p:cNvSpPr>
            <a:spLocks noGrp="1"/>
          </p:cNvSpPr>
          <p:nvPr>
            <p:ph sz="quarter" idx="4"/>
          </p:nvPr>
        </p:nvSpPr>
        <p:spPr>
          <a:xfrm>
            <a:off x="4663440" y="969336"/>
            <a:ext cx="4023360" cy="4114800"/>
          </a:xfrm>
          <a:ln w="10795">
            <a:solidFill>
              <a:schemeClr val="bg1"/>
            </a:solidFill>
            <a:prstDash val="dash"/>
            <a:miter lim="800000"/>
          </a:ln>
        </p:spPr>
        <p:txBody>
          <a:bodyPr/>
          <a:lstStyle>
            <a:lvl1pPr marL="393192" indent="-274320">
              <a:lnSpc>
                <a:spcPct val="100000"/>
              </a:lnSpc>
              <a:spcBef>
                <a:spcPts val="700"/>
              </a:spcBef>
              <a:defRPr sz="2400"/>
            </a:lvl1pPr>
            <a:lvl2pPr>
              <a:lnSpc>
                <a:spcPct val="100000"/>
              </a:lnSpc>
              <a:spcBef>
                <a:spcPts val="700"/>
              </a:spcBef>
              <a:defRPr sz="2000"/>
            </a:lvl2pPr>
            <a:lvl3pPr>
              <a:lnSpc>
                <a:spcPct val="100000"/>
              </a:lnSpc>
              <a:spcBef>
                <a:spcPts val="700"/>
              </a:spcBef>
              <a:defRPr sz="1800"/>
            </a:lvl3pPr>
            <a:lvl4pPr>
              <a:lnSpc>
                <a:spcPct val="100000"/>
              </a:lnSpc>
              <a:spcBef>
                <a:spcPts val="700"/>
              </a:spcBef>
              <a:defRPr sz="1600"/>
            </a:lvl4pPr>
            <a:lvl5pPr>
              <a:lnSpc>
                <a:spcPct val="100000"/>
              </a:lnSpc>
              <a:spcBef>
                <a:spcPts val="700"/>
              </a:spcBef>
              <a:defRPr sz="1600"/>
            </a:lvl5pPr>
            <a:extLs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7" name="Date Placeholder 6"/>
          <p:cNvSpPr>
            <a:spLocks noGrp="1"/>
          </p:cNvSpPr>
          <p:nvPr>
            <p:ph type="dt" sz="half" idx="10"/>
          </p:nvPr>
        </p:nvSpPr>
        <p:spPr/>
        <p:txBody>
          <a:bodyPr/>
          <a:lstStyle/>
          <a:p>
            <a:fld id="{5C5B53FF-BA3A-4ED2-AF59-BA2C70DFD7B3}" type="datetime1">
              <a:rPr lang="en-US" smtClean="0"/>
              <a:t>6/24/2021</a:t>
            </a:fld>
            <a:endParaRPr lang="en-US"/>
          </a:p>
        </p:txBody>
      </p:sp>
      <p:sp>
        <p:nvSpPr>
          <p:cNvPr id="8" name="Footer Placeholder 7"/>
          <p:cNvSpPr>
            <a:spLocks noGrp="1"/>
          </p:cNvSpPr>
          <p:nvPr>
            <p:ph type="ftr" sz="quarter" idx="11"/>
          </p:nvPr>
        </p:nvSpPr>
        <p:spPr/>
        <p:txBody>
          <a:bodyPr/>
          <a:lstStyle/>
          <a:p>
            <a:r>
              <a:rPr lang="en-US"/>
              <a:t>Maheen Islam</a:t>
            </a:r>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1435608" y="274320"/>
            <a:ext cx="7498080" cy="1143000"/>
          </a:xfrm>
        </p:spPr>
        <p:txBody>
          <a:bodyPr anchor="ctr"/>
          <a:lstStyle/>
          <a:p>
            <a:r>
              <a:rPr kumimoji="0" lang="en-US"/>
              <a:t>Click to edit Master title style</a:t>
            </a:r>
          </a:p>
        </p:txBody>
      </p:sp>
      <p:sp>
        <p:nvSpPr>
          <p:cNvPr id="3" name="Date Placeholder 2"/>
          <p:cNvSpPr>
            <a:spLocks noGrp="1"/>
          </p:cNvSpPr>
          <p:nvPr>
            <p:ph type="dt" sz="half" idx="10"/>
          </p:nvPr>
        </p:nvSpPr>
        <p:spPr/>
        <p:txBody>
          <a:bodyPr/>
          <a:lstStyle/>
          <a:p>
            <a:fld id="{74C0B387-CCE9-49BB-BBD6-392233E8B340}" type="datetime1">
              <a:rPr lang="en-US" smtClean="0"/>
              <a:t>6/24/2021</a:t>
            </a:fld>
            <a:endParaRPr lang="en-US"/>
          </a:p>
        </p:txBody>
      </p:sp>
      <p:sp>
        <p:nvSpPr>
          <p:cNvPr id="4" name="Footer Placeholder 3"/>
          <p:cNvSpPr>
            <a:spLocks noGrp="1"/>
          </p:cNvSpPr>
          <p:nvPr>
            <p:ph type="ftr" sz="quarter" idx="11"/>
          </p:nvPr>
        </p:nvSpPr>
        <p:spPr/>
        <p:txBody>
          <a:bodyPr/>
          <a:lstStyle/>
          <a:p>
            <a:r>
              <a:rPr lang="en-US"/>
              <a:t>Maheen Islam</a:t>
            </a:r>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5" name="Rectangle 4"/>
          <p:cNvSpPr/>
          <p:nvPr/>
        </p:nvSpPr>
        <p:spPr>
          <a:xfrm>
            <a:off x="1014984" y="0"/>
            <a:ext cx="8129016" cy="6858000"/>
          </a:xfrm>
          <a:prstGeom prst="rect">
            <a:avLst/>
          </a:prstGeom>
          <a:solidFill>
            <a:schemeClr val="bg1"/>
          </a:solidFill>
          <a:ln w="254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2" name="Date Placeholder 1"/>
          <p:cNvSpPr>
            <a:spLocks noGrp="1"/>
          </p:cNvSpPr>
          <p:nvPr>
            <p:ph type="dt" sz="half" idx="10"/>
          </p:nvPr>
        </p:nvSpPr>
        <p:spPr/>
        <p:txBody>
          <a:bodyPr/>
          <a:lstStyle/>
          <a:p>
            <a:fld id="{FCDA534F-551F-4508-832C-64FA4415B455}" type="datetime1">
              <a:rPr lang="en-US" smtClean="0"/>
              <a:t>6/24/2021</a:t>
            </a:fld>
            <a:endParaRPr lang="en-US"/>
          </a:p>
        </p:txBody>
      </p:sp>
      <p:sp>
        <p:nvSpPr>
          <p:cNvPr id="3" name="Footer Placeholder 2"/>
          <p:cNvSpPr>
            <a:spLocks noGrp="1"/>
          </p:cNvSpPr>
          <p:nvPr>
            <p:ph type="ftr" sz="quarter" idx="11"/>
          </p:nvPr>
        </p:nvSpPr>
        <p:spPr/>
        <p:txBody>
          <a:bodyPr/>
          <a:lstStyle/>
          <a:p>
            <a:r>
              <a:rPr lang="en-US"/>
              <a:t>Maheen Islam</a:t>
            </a:r>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
        <p:nvSpPr>
          <p:cNvPr id="6" name="Rectangle 5"/>
          <p:cNvSpPr/>
          <p:nvPr/>
        </p:nvSpPr>
        <p:spPr bwMode="invGray">
          <a:xfrm>
            <a:off x="1014984" y="-54"/>
            <a:ext cx="73152" cy="6858054"/>
          </a:xfrm>
          <a:prstGeom prst="rect">
            <a:avLst/>
          </a:prstGeom>
          <a:solidFill>
            <a:schemeClr val="bg1"/>
          </a:solidFill>
          <a:ln w="25400" cap="rnd" cmpd="sng" algn="ctr">
            <a:noFill/>
            <a:prstDash val="solid"/>
          </a:ln>
          <a:effectLst>
            <a:outerShdw blurRad="38550" dist="38000" dir="10800000" algn="tl" rotWithShape="0">
              <a:schemeClr val="bg2">
                <a:shade val="20000"/>
                <a:satMod val="110000"/>
                <a:alpha val="25000"/>
              </a:schemeClr>
            </a:outerShdw>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16778"/>
            <a:ext cx="3810000" cy="1162050"/>
          </a:xfrm>
          <a:ln>
            <a:noFill/>
          </a:ln>
        </p:spPr>
        <p:txBody>
          <a:bodyPr anchor="b"/>
          <a:lstStyle>
            <a:lvl1pPr algn="l">
              <a:lnSpc>
                <a:spcPts val="2000"/>
              </a:lnSpc>
              <a:buNone/>
              <a:defRPr sz="2200" b="1" cap="all" baseline="0"/>
            </a:lvl1pPr>
            <a:extLst/>
          </a:lstStyle>
          <a:p>
            <a:r>
              <a:rPr kumimoji="0" lang="en-US"/>
              <a:t>Click to edit Master title style</a:t>
            </a:r>
          </a:p>
        </p:txBody>
      </p:sp>
      <p:sp>
        <p:nvSpPr>
          <p:cNvPr id="3" name="Text Placeholder 2"/>
          <p:cNvSpPr>
            <a:spLocks noGrp="1"/>
          </p:cNvSpPr>
          <p:nvPr>
            <p:ph type="body" idx="2"/>
          </p:nvPr>
        </p:nvSpPr>
        <p:spPr>
          <a:xfrm>
            <a:off x="457200" y="1406964"/>
            <a:ext cx="3810000" cy="698500"/>
          </a:xfrm>
        </p:spPr>
        <p:txBody>
          <a:bodyPr/>
          <a:lstStyle>
            <a:lvl1pPr marL="45720" indent="0">
              <a:lnSpc>
                <a:spcPct val="100000"/>
              </a:lnSpc>
              <a:spcBef>
                <a:spcPts val="0"/>
              </a:spcBef>
              <a:buNone/>
              <a:defRPr sz="1400"/>
            </a:lvl1pPr>
            <a:lvl2pPr>
              <a:buNone/>
              <a:defRPr sz="1200"/>
            </a:lvl2pPr>
            <a:lvl3pPr>
              <a:buNone/>
              <a:defRPr sz="1000"/>
            </a:lvl3pPr>
            <a:lvl4pPr>
              <a:buNone/>
              <a:defRPr sz="900"/>
            </a:lvl4pPr>
            <a:lvl5pPr>
              <a:buNone/>
              <a:defRPr sz="900"/>
            </a:lvl5pPr>
            <a:extLst/>
          </a:lstStyle>
          <a:p>
            <a:pPr lvl="0" eaLnBrk="1" latinLnBrk="0" hangingPunct="1"/>
            <a:r>
              <a:rPr kumimoji="0" lang="en-US"/>
              <a:t>Click to edit Master text styles</a:t>
            </a:r>
          </a:p>
        </p:txBody>
      </p:sp>
      <p:sp>
        <p:nvSpPr>
          <p:cNvPr id="4" name="Content Placeholder 3"/>
          <p:cNvSpPr>
            <a:spLocks noGrp="1"/>
          </p:cNvSpPr>
          <p:nvPr>
            <p:ph sz="half" idx="1"/>
          </p:nvPr>
        </p:nvSpPr>
        <p:spPr>
          <a:xfrm>
            <a:off x="457200" y="2133600"/>
            <a:ext cx="8153400" cy="3992563"/>
          </a:xfrm>
        </p:spPr>
        <p:txBody>
          <a:bodyPr/>
          <a:lstStyle>
            <a:lvl1pPr>
              <a:defRPr sz="3200"/>
            </a:lvl1pPr>
            <a:lvl2pPr>
              <a:defRPr sz="2800"/>
            </a:lvl2pPr>
            <a:lvl3pPr>
              <a:defRPr sz="2400"/>
            </a:lvl3pPr>
            <a:lvl4pPr>
              <a:defRPr sz="2000"/>
            </a:lvl4pPr>
            <a:lvl5pPr>
              <a:defRPr sz="2000"/>
            </a:lvl5pPr>
            <a:extLs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5" name="Date Placeholder 4"/>
          <p:cNvSpPr>
            <a:spLocks noGrp="1"/>
          </p:cNvSpPr>
          <p:nvPr>
            <p:ph type="dt" sz="half" idx="10"/>
          </p:nvPr>
        </p:nvSpPr>
        <p:spPr/>
        <p:txBody>
          <a:bodyPr/>
          <a:lstStyle/>
          <a:p>
            <a:fld id="{08BC43D6-75AA-430A-A721-9700DD3C3359}" type="datetime1">
              <a:rPr lang="en-US" smtClean="0"/>
              <a:t>6/24/2021</a:t>
            </a:fld>
            <a:endParaRPr lang="en-US"/>
          </a:p>
        </p:txBody>
      </p:sp>
      <p:sp>
        <p:nvSpPr>
          <p:cNvPr id="6" name="Footer Placeholder 5"/>
          <p:cNvSpPr>
            <a:spLocks noGrp="1"/>
          </p:cNvSpPr>
          <p:nvPr>
            <p:ph type="ftr" sz="quarter" idx="11"/>
          </p:nvPr>
        </p:nvSpPr>
        <p:spPr/>
        <p:txBody>
          <a:bodyPr/>
          <a:lstStyle/>
          <a:p>
            <a:r>
              <a:rPr lang="en-US"/>
              <a:t>Maheen Islam</a:t>
            </a:r>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5886896" y="1066800"/>
            <a:ext cx="2743200" cy="1981200"/>
          </a:xfrm>
        </p:spPr>
        <p:txBody>
          <a:bodyPr anchor="b">
            <a:noAutofit/>
          </a:bodyPr>
          <a:lstStyle>
            <a:lvl1pPr algn="l">
              <a:buNone/>
              <a:defRPr sz="2100" b="1">
                <a:effectLst/>
              </a:defRPr>
            </a:lvl1pPr>
            <a:extLst/>
          </a:lstStyle>
          <a:p>
            <a:r>
              <a:rPr kumimoji="0" lang="en-US"/>
              <a:t>Click to edit Master title style</a:t>
            </a:r>
          </a:p>
        </p:txBody>
      </p:sp>
      <p:sp>
        <p:nvSpPr>
          <p:cNvPr id="5" name="Date Placeholder 4"/>
          <p:cNvSpPr>
            <a:spLocks noGrp="1"/>
          </p:cNvSpPr>
          <p:nvPr>
            <p:ph type="dt" sz="half" idx="10"/>
          </p:nvPr>
        </p:nvSpPr>
        <p:spPr/>
        <p:txBody>
          <a:bodyPr/>
          <a:lstStyle/>
          <a:p>
            <a:fld id="{06518CF7-5076-481F-86E3-583F613601F0}" type="datetime1">
              <a:rPr lang="en-US" smtClean="0"/>
              <a:t>6/24/2021</a:t>
            </a:fld>
            <a:endParaRPr lang="en-US"/>
          </a:p>
        </p:txBody>
      </p:sp>
      <p:sp>
        <p:nvSpPr>
          <p:cNvPr id="6" name="Footer Placeholder 5"/>
          <p:cNvSpPr>
            <a:spLocks noGrp="1"/>
          </p:cNvSpPr>
          <p:nvPr>
            <p:ph type="ftr" sz="quarter" idx="11"/>
          </p:nvPr>
        </p:nvSpPr>
        <p:spPr/>
        <p:txBody>
          <a:bodyPr/>
          <a:lstStyle/>
          <a:p>
            <a:r>
              <a:rPr lang="en-US"/>
              <a:t>Maheen Islam</a:t>
            </a:r>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
        <p:nvSpPr>
          <p:cNvPr id="8" name="Rectangle 7"/>
          <p:cNvSpPr/>
          <p:nvPr/>
        </p:nvSpPr>
        <p:spPr>
          <a:xfrm>
            <a:off x="762000" y="1066800"/>
            <a:ext cx="4572000" cy="4572000"/>
          </a:xfrm>
          <a:prstGeom prst="rect">
            <a:avLst/>
          </a:prstGeom>
          <a:solidFill>
            <a:srgbClr val="FFFFFF"/>
          </a:solidFill>
          <a:ln w="88900" cap="sq">
            <a:solidFill>
              <a:srgbClr val="FFFFFF"/>
            </a:solidFill>
            <a:miter lim="800000"/>
          </a:ln>
          <a:effectLst>
            <a:outerShdw blurRad="55500" dist="18500" dir="5400000" algn="tl" rotWithShape="0">
              <a:srgbClr val="000000">
                <a:alpha val="35000"/>
              </a:srgbClr>
            </a:outerShdw>
          </a:effectLst>
          <a:scene3d>
            <a:camera prst="orthographicFront"/>
            <a:lightRig rig="twoPt" dir="t">
              <a:rot lat="0" lon="0" rev="7200000"/>
            </a:lightRig>
          </a:scene3d>
          <a:sp3d contourW="635">
            <a:bevelT w="25400" h="19050"/>
            <a:contourClr>
              <a:srgbClr val="969696"/>
            </a:contourClr>
          </a:sp3d>
        </p:spPr>
        <p:txBody>
          <a:bodyPr lIns="91440" tIns="274320" rtlCol="0" anchor="t">
            <a:normAutofit/>
          </a:bodyPr>
          <a:lstStyle/>
          <a:p>
            <a:pPr marL="0" indent="-283464" algn="l" rtl="0" eaLnBrk="1" latinLnBrk="0" hangingPunct="1">
              <a:lnSpc>
                <a:spcPts val="3000"/>
              </a:lnSpc>
              <a:spcBef>
                <a:spcPts val="600"/>
              </a:spcBef>
              <a:buClr>
                <a:schemeClr val="accent1"/>
              </a:buClr>
              <a:buSzPct val="80000"/>
              <a:buFont typeface="Wingdings 2"/>
              <a:buNone/>
            </a:pPr>
            <a:endParaRPr kumimoji="0" lang="en-US" sz="3200" kern="1200">
              <a:solidFill>
                <a:schemeClr val="tx1"/>
              </a:solidFill>
              <a:latin typeface="+mn-lt"/>
              <a:ea typeface="+mn-ea"/>
              <a:cs typeface="+mn-cs"/>
            </a:endParaRPr>
          </a:p>
        </p:txBody>
      </p:sp>
      <p:sp>
        <p:nvSpPr>
          <p:cNvPr id="3" name="Picture Placeholder 2"/>
          <p:cNvSpPr>
            <a:spLocks noGrp="1"/>
          </p:cNvSpPr>
          <p:nvPr>
            <p:ph type="pic" idx="1"/>
          </p:nvPr>
        </p:nvSpPr>
        <p:spPr>
          <a:xfrm>
            <a:off x="838200" y="1143003"/>
            <a:ext cx="4419600" cy="3514531"/>
          </a:xfrm>
          <a:prstGeom prst="roundRect">
            <a:avLst>
              <a:gd name="adj" fmla="val 783"/>
            </a:avLst>
          </a:prstGeom>
          <a:solidFill>
            <a:schemeClr val="bg2"/>
          </a:solidFill>
          <a:ln w="127000">
            <a:noFill/>
            <a:miter lim="800000"/>
          </a:ln>
          <a:effectLst/>
        </p:spPr>
        <p:txBody>
          <a:bodyPr lIns="91440" tIns="274320" anchor="t"/>
          <a:lstStyle>
            <a:lvl1pPr indent="0">
              <a:buNone/>
              <a:defRPr sz="3200"/>
            </a:lvl1pPr>
            <a:extLst/>
          </a:lstStyle>
          <a:p>
            <a:pPr marL="0" algn="l" eaLnBrk="1" latinLnBrk="0" hangingPunct="1"/>
            <a:r>
              <a:rPr kumimoji="0" lang="en-US"/>
              <a:t>Click icon to add picture</a:t>
            </a:r>
            <a:endParaRPr kumimoji="0" lang="en-US" dirty="0"/>
          </a:p>
        </p:txBody>
      </p:sp>
      <p:sp>
        <p:nvSpPr>
          <p:cNvPr id="9" name="Flowchart: Process 8"/>
          <p:cNvSpPr/>
          <p:nvPr/>
        </p:nvSpPr>
        <p:spPr>
          <a:xfrm rot="19468671">
            <a:off x="396725" y="954341"/>
            <a:ext cx="685800" cy="204310"/>
          </a:xfrm>
          <a:prstGeom prst="flowChartProcess">
            <a:avLst/>
          </a:prstGeom>
          <a:solidFill>
            <a:srgbClr val="FBFBFB">
              <a:alpha val="45098"/>
            </a:srgbClr>
          </a:solidFill>
          <a:ln w="6350" cap="rnd" cmpd="sng" algn="ctr">
            <a:solidFill>
              <a:srgbClr val="FFFFFF">
                <a:alpha val="100000"/>
              </a:srgbClr>
            </a:solidFill>
            <a:prstDash val="solid"/>
          </a:ln>
          <a:effectLst>
            <a:outerShdw blurRad="25400" dist="25400" dir="3300000" sx="96000" sy="96000" algn="tl" rotWithShape="0">
              <a:schemeClr val="bg2">
                <a:shade val="90000"/>
                <a:satMod val="200000"/>
                <a:alpha val="40000"/>
              </a:schemeClr>
            </a:outerShdw>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0" name="Flowchart: Process 9"/>
          <p:cNvSpPr/>
          <p:nvPr/>
        </p:nvSpPr>
        <p:spPr>
          <a:xfrm rot="2103354" flipH="1">
            <a:off x="5003667" y="936786"/>
            <a:ext cx="649224" cy="204310"/>
          </a:xfrm>
          <a:prstGeom prst="flowChartProcess">
            <a:avLst/>
          </a:prstGeom>
          <a:solidFill>
            <a:srgbClr val="FBFBFB">
              <a:alpha val="45098"/>
            </a:srgbClr>
          </a:solidFill>
          <a:ln w="6350" cap="rnd" cmpd="sng" algn="ctr">
            <a:solidFill>
              <a:srgbClr val="FFFFFF">
                <a:alpha val="100000"/>
              </a:srgbClr>
            </a:solidFill>
            <a:prstDash val="solid"/>
          </a:ln>
          <a:effectLst>
            <a:outerShdw blurRad="25400" dist="25400" dir="3300000" sx="96000" sy="96000" algn="tl" rotWithShape="0">
              <a:schemeClr val="bg2">
                <a:alpha val="20000"/>
              </a:schemeClr>
            </a:outerShdw>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4" name="Text Placeholder 3"/>
          <p:cNvSpPr>
            <a:spLocks noGrp="1"/>
          </p:cNvSpPr>
          <p:nvPr>
            <p:ph type="body" sz="half" idx="2"/>
          </p:nvPr>
        </p:nvSpPr>
        <p:spPr>
          <a:xfrm>
            <a:off x="838200" y="4800600"/>
            <a:ext cx="4419600" cy="762000"/>
          </a:xfrm>
        </p:spPr>
        <p:txBody>
          <a:bodyPr anchor="ctr"/>
          <a:lstStyle>
            <a:lvl1pPr marL="0" indent="0" algn="l">
              <a:lnSpc>
                <a:spcPts val="1600"/>
              </a:lnSpc>
              <a:spcBef>
                <a:spcPts val="0"/>
              </a:spcBef>
              <a:buNone/>
              <a:defRPr sz="1400">
                <a:solidFill>
                  <a:srgbClr val="777777"/>
                </a:solidFill>
              </a:defRPr>
            </a:lvl1pPr>
            <a:lvl2pPr>
              <a:defRPr sz="1200"/>
            </a:lvl2pPr>
            <a:lvl3pPr>
              <a:defRPr sz="1000"/>
            </a:lvl3pPr>
            <a:lvl4pPr>
              <a:defRPr sz="900"/>
            </a:lvl4pPr>
            <a:lvl5pPr>
              <a:defRPr sz="900"/>
            </a:lvl5pPr>
            <a:extLst/>
          </a:lstStyle>
          <a:p>
            <a:pPr lvl="0" eaLnBrk="1" latinLnBrk="0" hangingPunct="1"/>
            <a:r>
              <a:rPr kumimoji="0" lang="en-US"/>
              <a:t>Click to edit Master text styles</a:t>
            </a: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a:t>Click to edit Master title style</a:t>
            </a:r>
          </a:p>
        </p:txBody>
      </p:sp>
      <p:sp>
        <p:nvSpPr>
          <p:cNvPr id="3" name="Vertical Text Placeholder 2"/>
          <p:cNvSpPr>
            <a:spLocks noGrp="1"/>
          </p:cNvSpPr>
          <p:nvPr>
            <p:ph type="body" orient="vert" idx="1"/>
          </p:nvPr>
        </p:nvSpPr>
        <p:spPr/>
        <p:txBody>
          <a:bodyPr vert="eaVer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4" name="Date Placeholder 3"/>
          <p:cNvSpPr>
            <a:spLocks noGrp="1"/>
          </p:cNvSpPr>
          <p:nvPr>
            <p:ph type="dt" sz="half" idx="10"/>
          </p:nvPr>
        </p:nvSpPr>
        <p:spPr/>
        <p:txBody>
          <a:bodyPr/>
          <a:lstStyle/>
          <a:p>
            <a:fld id="{DBE452A3-2914-4B4C-9564-5702819BBA3B}" type="datetime1">
              <a:rPr lang="en-US" smtClean="0"/>
              <a:t>6/24/2021</a:t>
            </a:fld>
            <a:endParaRPr lang="en-US"/>
          </a:p>
        </p:txBody>
      </p:sp>
      <p:sp>
        <p:nvSpPr>
          <p:cNvPr id="5" name="Footer Placeholder 4"/>
          <p:cNvSpPr>
            <a:spLocks noGrp="1"/>
          </p:cNvSpPr>
          <p:nvPr>
            <p:ph type="ftr" sz="quarter" idx="11"/>
          </p:nvPr>
        </p:nvSpPr>
        <p:spPr/>
        <p:txBody>
          <a:bodyPr/>
          <a:lstStyle/>
          <a:p>
            <a:r>
              <a:rPr lang="en-US"/>
              <a:t>Maheen Islam</a:t>
            </a:r>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858000" y="274639"/>
            <a:ext cx="1828800" cy="5851525"/>
          </a:xfrm>
        </p:spPr>
        <p:txBody>
          <a:bodyPr vert="eaVert"/>
          <a:lstStyle/>
          <a:p>
            <a:r>
              <a:rPr kumimoji="0" lang="en-US"/>
              <a:t>Click to edit Master title style</a:t>
            </a:r>
          </a:p>
        </p:txBody>
      </p:sp>
      <p:sp>
        <p:nvSpPr>
          <p:cNvPr id="3" name="Vertical Text Placeholder 2"/>
          <p:cNvSpPr>
            <a:spLocks noGrp="1"/>
          </p:cNvSpPr>
          <p:nvPr>
            <p:ph type="body" orient="vert" idx="1"/>
          </p:nvPr>
        </p:nvSpPr>
        <p:spPr>
          <a:xfrm>
            <a:off x="1143000" y="274640"/>
            <a:ext cx="5562600" cy="5851525"/>
          </a:xfrm>
        </p:spPr>
        <p:txBody>
          <a:bodyPr vert="eaVer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4" name="Date Placeholder 3"/>
          <p:cNvSpPr>
            <a:spLocks noGrp="1"/>
          </p:cNvSpPr>
          <p:nvPr>
            <p:ph type="dt" sz="half" idx="10"/>
          </p:nvPr>
        </p:nvSpPr>
        <p:spPr/>
        <p:txBody>
          <a:bodyPr/>
          <a:lstStyle/>
          <a:p>
            <a:fld id="{1AC95A7B-0BFE-4840-8FCE-8BA0D0A6F941}" type="datetime1">
              <a:rPr lang="en-US" smtClean="0"/>
              <a:t>6/24/2021</a:t>
            </a:fld>
            <a:endParaRPr lang="en-US"/>
          </a:p>
        </p:txBody>
      </p:sp>
      <p:sp>
        <p:nvSpPr>
          <p:cNvPr id="5" name="Footer Placeholder 4"/>
          <p:cNvSpPr>
            <a:spLocks noGrp="1"/>
          </p:cNvSpPr>
          <p:nvPr>
            <p:ph type="ftr" sz="quarter" idx="11"/>
          </p:nvPr>
        </p:nvSpPr>
        <p:spPr/>
        <p:txBody>
          <a:bodyPr/>
          <a:lstStyle/>
          <a:p>
            <a:r>
              <a:rPr lang="en-US"/>
              <a:t>Maheen Islam</a:t>
            </a:r>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sp>
        <p:nvSpPr>
          <p:cNvPr id="7" name="Pie 6"/>
          <p:cNvSpPr/>
          <p:nvPr/>
        </p:nvSpPr>
        <p:spPr>
          <a:xfrm>
            <a:off x="-815927" y="-815922"/>
            <a:ext cx="1638887" cy="1638887"/>
          </a:xfrm>
          <a:prstGeom prst="pie">
            <a:avLst>
              <a:gd name="adj1" fmla="val 0"/>
              <a:gd name="adj2" fmla="val 5402120"/>
            </a:avLst>
          </a:prstGeom>
          <a:solidFill>
            <a:schemeClr val="bg2">
              <a:tint val="18000"/>
              <a:satMod val="220000"/>
              <a:alpha val="33000"/>
            </a:schemeClr>
          </a:solidFill>
          <a:ln w="3175" cap="rnd" cmpd="sng" algn="ctr">
            <a:solidFill>
              <a:schemeClr val="bg2">
                <a:shade val="70000"/>
                <a:satMod val="200000"/>
                <a:alpha val="100000"/>
              </a:schemeClr>
            </a:solid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8" name="Oval 7"/>
          <p:cNvSpPr/>
          <p:nvPr/>
        </p:nvSpPr>
        <p:spPr>
          <a:xfrm>
            <a:off x="168816" y="21102"/>
            <a:ext cx="1702191" cy="1702191"/>
          </a:xfrm>
          <a:prstGeom prst="ellipse">
            <a:avLst/>
          </a:prstGeom>
          <a:noFill/>
          <a:ln w="27305" cap="rnd" cmpd="sng" algn="ctr">
            <a:solidFill>
              <a:schemeClr val="bg2">
                <a:tint val="45000"/>
                <a:satMod val="325000"/>
                <a:alpha val="100000"/>
              </a:schemeClr>
            </a:solidFill>
            <a:prstDash val="solid"/>
          </a:ln>
          <a:effectLst>
            <a:outerShdw blurRad="25400" dist="25400" dir="5400000" algn="tl" rotWithShape="0">
              <a:schemeClr val="bg2">
                <a:shade val="50000"/>
                <a:satMod val="150000"/>
                <a:alpha val="85000"/>
              </a:schemeClr>
            </a:outerShdw>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1" name="Donut 10"/>
          <p:cNvSpPr/>
          <p:nvPr/>
        </p:nvSpPr>
        <p:spPr>
          <a:xfrm rot="2315675">
            <a:off x="182881" y="1055077"/>
            <a:ext cx="1125717" cy="1102624"/>
          </a:xfrm>
          <a:prstGeom prst="donut">
            <a:avLst>
              <a:gd name="adj" fmla="val 11833"/>
            </a:avLst>
          </a:prstGeom>
          <a:gradFill rotWithShape="1">
            <a:gsLst>
              <a:gs pos="0">
                <a:schemeClr val="bg2">
                  <a:tint val="10000"/>
                  <a:shade val="99000"/>
                  <a:satMod val="355000"/>
                  <a:alpha val="70000"/>
                </a:schemeClr>
              </a:gs>
              <a:gs pos="70000">
                <a:schemeClr val="bg2">
                  <a:tint val="6000"/>
                  <a:shade val="100000"/>
                  <a:satMod val="400000"/>
                  <a:alpha val="55000"/>
                </a:schemeClr>
              </a:gs>
              <a:gs pos="100000">
                <a:schemeClr val="bg2">
                  <a:tint val="100000"/>
                  <a:shade val="75000"/>
                  <a:satMod val="370000"/>
                  <a:alpha val="60000"/>
                </a:schemeClr>
              </a:gs>
            </a:gsLst>
            <a:path path="circle">
              <a:fillToRect l="-407500" t="-50000" r="507500" b="150000"/>
            </a:path>
          </a:gradFill>
          <a:ln w="7350" cap="rnd" cmpd="sng" algn="ctr">
            <a:solidFill>
              <a:schemeClr val="bg2">
                <a:shade val="60000"/>
                <a:satMod val="220000"/>
                <a:alpha val="100000"/>
              </a:schemeClr>
            </a:solidFill>
            <a:prstDash val="solid"/>
          </a:ln>
          <a:effectLst>
            <a:outerShdw blurRad="12700" dist="15000" dir="4500000" algn="tl" rotWithShape="0">
              <a:schemeClr val="bg2">
                <a:shade val="10000"/>
                <a:satMod val="200000"/>
                <a:alpha val="35000"/>
              </a:schemeClr>
            </a:outerShdw>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2" name="Rectangle 11"/>
          <p:cNvSpPr/>
          <p:nvPr/>
        </p:nvSpPr>
        <p:spPr>
          <a:xfrm>
            <a:off x="1012873" y="-54"/>
            <a:ext cx="8131127" cy="6858054"/>
          </a:xfrm>
          <a:prstGeom prst="rect">
            <a:avLst/>
          </a:prstGeom>
          <a:solidFill>
            <a:schemeClr val="bg1"/>
          </a:solidFill>
          <a:ln w="254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5" name="Title Placeholder 4"/>
          <p:cNvSpPr>
            <a:spLocks noGrp="1"/>
          </p:cNvSpPr>
          <p:nvPr>
            <p:ph type="title"/>
          </p:nvPr>
        </p:nvSpPr>
        <p:spPr>
          <a:xfrm>
            <a:off x="1435608" y="274638"/>
            <a:ext cx="7498080" cy="1143000"/>
          </a:xfrm>
          <a:prstGeom prst="rect">
            <a:avLst/>
          </a:prstGeom>
        </p:spPr>
        <p:txBody>
          <a:bodyPr anchor="ctr">
            <a:normAutofit/>
          </a:bodyPr>
          <a:lstStyle/>
          <a:p>
            <a:r>
              <a:rPr kumimoji="0" lang="en-US"/>
              <a:t>Click to edit Master title style</a:t>
            </a:r>
          </a:p>
        </p:txBody>
      </p:sp>
      <p:sp>
        <p:nvSpPr>
          <p:cNvPr id="9" name="Text Placeholder 8"/>
          <p:cNvSpPr>
            <a:spLocks noGrp="1"/>
          </p:cNvSpPr>
          <p:nvPr>
            <p:ph type="body" idx="1"/>
          </p:nvPr>
        </p:nvSpPr>
        <p:spPr>
          <a:xfrm>
            <a:off x="1435608" y="1447800"/>
            <a:ext cx="7498080" cy="4800600"/>
          </a:xfrm>
          <a:prstGeom prst="rect">
            <a:avLst/>
          </a:prstGeom>
        </p:spPr>
        <p:txBody>
          <a:bodyPr>
            <a:normAutofit/>
          </a:bodyPr>
          <a:lstStyle/>
          <a:p>
            <a:pPr lvl="0" eaLnBrk="1" latinLnBrk="0" hangingPunct="1"/>
            <a:r>
              <a:rPr kumimoji="0" lang="en-US"/>
              <a:t>Click to edit Master text styles</a:t>
            </a:r>
          </a:p>
          <a:p>
            <a:pPr lvl="1" eaLnBrk="1" latinLnBrk="0" hangingPunct="1"/>
            <a:r>
              <a:rPr kumimoji="0" lang="en-US"/>
              <a:t>Second level</a:t>
            </a:r>
          </a:p>
          <a:p>
            <a:pPr lvl="2" eaLnBrk="1" latinLnBrk="0" hangingPunct="1"/>
            <a:r>
              <a:rPr kumimoji="0" lang="en-US"/>
              <a:t>Third level</a:t>
            </a:r>
          </a:p>
          <a:p>
            <a:pPr lvl="3" eaLnBrk="1" latinLnBrk="0" hangingPunct="1"/>
            <a:r>
              <a:rPr kumimoji="0" lang="en-US"/>
              <a:t>Fourth level</a:t>
            </a:r>
          </a:p>
          <a:p>
            <a:pPr lvl="4" eaLnBrk="1" latinLnBrk="0" hangingPunct="1"/>
            <a:r>
              <a:rPr kumimoji="0" lang="en-US"/>
              <a:t>Fifth level</a:t>
            </a:r>
          </a:p>
        </p:txBody>
      </p:sp>
      <p:sp>
        <p:nvSpPr>
          <p:cNvPr id="24" name="Date Placeholder 23"/>
          <p:cNvSpPr>
            <a:spLocks noGrp="1"/>
          </p:cNvSpPr>
          <p:nvPr>
            <p:ph type="dt" sz="half" idx="2"/>
          </p:nvPr>
        </p:nvSpPr>
        <p:spPr>
          <a:xfrm>
            <a:off x="3581400" y="6305550"/>
            <a:ext cx="2133600" cy="476250"/>
          </a:xfrm>
          <a:prstGeom prst="rect">
            <a:avLst/>
          </a:prstGeom>
        </p:spPr>
        <p:txBody>
          <a:bodyPr anchor="b"/>
          <a:lstStyle>
            <a:lvl1pPr algn="r" eaLnBrk="1" latinLnBrk="0" hangingPunct="1">
              <a:defRPr kumimoji="0" sz="1200">
                <a:solidFill>
                  <a:schemeClr val="bg2">
                    <a:shade val="50000"/>
                    <a:satMod val="200000"/>
                  </a:schemeClr>
                </a:solidFill>
              </a:defRPr>
            </a:lvl1pPr>
            <a:extLst/>
          </a:lstStyle>
          <a:p>
            <a:fld id="{E497B859-2063-4D89-892D-8AE07DD49E94}" type="datetime1">
              <a:rPr lang="en-US" smtClean="0"/>
              <a:t>6/24/2021</a:t>
            </a:fld>
            <a:endParaRPr lang="en-US"/>
          </a:p>
        </p:txBody>
      </p:sp>
      <p:sp>
        <p:nvSpPr>
          <p:cNvPr id="10" name="Footer Placeholder 9"/>
          <p:cNvSpPr>
            <a:spLocks noGrp="1"/>
          </p:cNvSpPr>
          <p:nvPr>
            <p:ph type="ftr" sz="quarter" idx="3"/>
          </p:nvPr>
        </p:nvSpPr>
        <p:spPr>
          <a:xfrm>
            <a:off x="5715000" y="6305550"/>
            <a:ext cx="2895600" cy="476250"/>
          </a:xfrm>
          <a:prstGeom prst="rect">
            <a:avLst/>
          </a:prstGeom>
        </p:spPr>
        <p:txBody>
          <a:bodyPr anchor="b"/>
          <a:lstStyle>
            <a:lvl1pPr eaLnBrk="1" latinLnBrk="0" hangingPunct="1">
              <a:defRPr kumimoji="0" sz="1200">
                <a:solidFill>
                  <a:schemeClr val="bg2">
                    <a:shade val="50000"/>
                    <a:satMod val="200000"/>
                  </a:schemeClr>
                </a:solidFill>
                <a:effectLst/>
              </a:defRPr>
            </a:lvl1pPr>
            <a:extLst/>
          </a:lstStyle>
          <a:p>
            <a:r>
              <a:rPr lang="en-US"/>
              <a:t>Maheen Islam</a:t>
            </a:r>
          </a:p>
        </p:txBody>
      </p:sp>
      <p:sp>
        <p:nvSpPr>
          <p:cNvPr id="22" name="Slide Number Placeholder 21"/>
          <p:cNvSpPr>
            <a:spLocks noGrp="1"/>
          </p:cNvSpPr>
          <p:nvPr>
            <p:ph type="sldNum" sz="quarter" idx="4"/>
          </p:nvPr>
        </p:nvSpPr>
        <p:spPr>
          <a:xfrm>
            <a:off x="8613648" y="6305550"/>
            <a:ext cx="457200" cy="476250"/>
          </a:xfrm>
          <a:prstGeom prst="rect">
            <a:avLst/>
          </a:prstGeom>
        </p:spPr>
        <p:txBody>
          <a:bodyPr anchor="b"/>
          <a:lstStyle>
            <a:lvl1pPr algn="ctr" eaLnBrk="1" latinLnBrk="0" hangingPunct="1">
              <a:defRPr kumimoji="0" sz="1200">
                <a:solidFill>
                  <a:schemeClr val="bg2">
                    <a:shade val="50000"/>
                    <a:satMod val="200000"/>
                  </a:schemeClr>
                </a:solidFill>
                <a:effectLst/>
              </a:defRPr>
            </a:lvl1pPr>
            <a:extLst/>
          </a:lstStyle>
          <a:p>
            <a:fld id="{B6F15528-21DE-4FAA-801E-634DDDAF4B2B}" type="slidenum">
              <a:rPr lang="en-US" smtClean="0"/>
              <a:pPr/>
              <a:t>‹#›</a:t>
            </a:fld>
            <a:endParaRPr lang="en-US"/>
          </a:p>
        </p:txBody>
      </p:sp>
      <p:sp>
        <p:nvSpPr>
          <p:cNvPr id="15" name="Rectangle 14"/>
          <p:cNvSpPr/>
          <p:nvPr/>
        </p:nvSpPr>
        <p:spPr bwMode="invGray">
          <a:xfrm>
            <a:off x="1014984" y="-54"/>
            <a:ext cx="73152" cy="6858054"/>
          </a:xfrm>
          <a:prstGeom prst="rect">
            <a:avLst/>
          </a:prstGeom>
          <a:solidFill>
            <a:schemeClr val="bg1"/>
          </a:solidFill>
          <a:ln w="25400" cap="rnd" cmpd="sng" algn="ctr">
            <a:noFill/>
            <a:prstDash val="solid"/>
          </a:ln>
          <a:effectLst>
            <a:outerShdw blurRad="38550" dist="38000" dir="10800000" algn="tl" rotWithShape="0">
              <a:schemeClr val="bg2">
                <a:shade val="20000"/>
                <a:satMod val="110000"/>
                <a:alpha val="25000"/>
              </a:schemeClr>
            </a:outerShdw>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Tree>
  </p:cSld>
  <p:clrMap bg1="lt1" tx1="dk1" bg2="lt2" tx2="dk2" accent1="accent1" accent2="accent2" accent3="accent3" accent4="accent4" accent5="accent5" accent6="accent6" hlink="hlink" folHlink="folHlink"/>
  <p:sldLayoutIdLst>
    <p:sldLayoutId id="2147483817" r:id="rId1"/>
    <p:sldLayoutId id="2147483818" r:id="rId2"/>
    <p:sldLayoutId id="2147483819" r:id="rId3"/>
    <p:sldLayoutId id="2147483820" r:id="rId4"/>
    <p:sldLayoutId id="2147483821" r:id="rId5"/>
    <p:sldLayoutId id="2147483822" r:id="rId6"/>
    <p:sldLayoutId id="2147483823" r:id="rId7"/>
    <p:sldLayoutId id="2147483824" r:id="rId8"/>
    <p:sldLayoutId id="2147483825" r:id="rId9"/>
    <p:sldLayoutId id="2147483826" r:id="rId10"/>
    <p:sldLayoutId id="2147483827" r:id="rId11"/>
  </p:sldLayoutIdLst>
  <p:hf hdr="0"/>
  <p:txStyles>
    <p:titleStyle>
      <a:lvl1pPr algn="l" rtl="0" eaLnBrk="1" latinLnBrk="0" hangingPunct="1">
        <a:spcBef>
          <a:spcPct val="0"/>
        </a:spcBef>
        <a:buNone/>
        <a:defRPr kumimoji="0" sz="4300" kern="1200">
          <a:solidFill>
            <a:schemeClr val="tx2">
              <a:satMod val="130000"/>
            </a:schemeClr>
          </a:solidFill>
          <a:effectLst>
            <a:outerShdw blurRad="50000" dist="30000" dir="5400000" algn="tl" rotWithShape="0">
              <a:srgbClr val="000000">
                <a:alpha val="30000"/>
              </a:srgbClr>
            </a:outerShdw>
          </a:effectLst>
          <a:latin typeface="+mj-lt"/>
          <a:ea typeface="+mj-ea"/>
          <a:cs typeface="+mj-cs"/>
        </a:defRPr>
      </a:lvl1pPr>
      <a:extLst/>
    </p:titleStyle>
    <p:bodyStyle>
      <a:lvl1pPr marL="365760" indent="-283464" algn="l" rtl="0" eaLnBrk="1" latinLnBrk="0" hangingPunct="1">
        <a:lnSpc>
          <a:spcPct val="100000"/>
        </a:lnSpc>
        <a:spcBef>
          <a:spcPts val="600"/>
        </a:spcBef>
        <a:buClr>
          <a:schemeClr val="accent1"/>
        </a:buClr>
        <a:buSzPct val="80000"/>
        <a:buFont typeface="Wingdings 2"/>
        <a:buChar char=""/>
        <a:defRPr kumimoji="0" sz="3200" kern="1200">
          <a:solidFill>
            <a:schemeClr val="tx1"/>
          </a:solidFill>
          <a:latin typeface="+mn-lt"/>
          <a:ea typeface="+mn-ea"/>
          <a:cs typeface="+mn-cs"/>
        </a:defRPr>
      </a:lvl1pPr>
      <a:lvl2pPr marL="640080" indent="-237744" algn="l" rtl="0" eaLnBrk="1" latinLnBrk="0" hangingPunct="1">
        <a:lnSpc>
          <a:spcPct val="100000"/>
        </a:lnSpc>
        <a:spcBef>
          <a:spcPts val="550"/>
        </a:spcBef>
        <a:buClr>
          <a:schemeClr val="accent1"/>
        </a:buClr>
        <a:buFont typeface="Verdana"/>
        <a:buChar char="◦"/>
        <a:defRPr kumimoji="0" sz="2800" kern="1200">
          <a:solidFill>
            <a:schemeClr val="tx1"/>
          </a:solidFill>
          <a:latin typeface="+mn-lt"/>
          <a:ea typeface="+mn-ea"/>
          <a:cs typeface="+mn-cs"/>
        </a:defRPr>
      </a:lvl2pPr>
      <a:lvl3pPr marL="886968" indent="-228600" algn="l" rtl="0" eaLnBrk="1" latinLnBrk="0" hangingPunct="1">
        <a:lnSpc>
          <a:spcPct val="100000"/>
        </a:lnSpc>
        <a:spcBef>
          <a:spcPct val="20000"/>
        </a:spcBef>
        <a:buClr>
          <a:schemeClr val="accent2"/>
        </a:buClr>
        <a:buFont typeface="Wingdings 2"/>
        <a:buChar char=""/>
        <a:defRPr kumimoji="0" sz="2400" kern="1200">
          <a:solidFill>
            <a:schemeClr val="tx1"/>
          </a:solidFill>
          <a:latin typeface="+mn-lt"/>
          <a:ea typeface="+mn-ea"/>
          <a:cs typeface="+mn-cs"/>
        </a:defRPr>
      </a:lvl3pPr>
      <a:lvl4pPr marL="1097280" indent="-173736" algn="l" rtl="0" eaLnBrk="1" latinLnBrk="0" hangingPunct="1">
        <a:lnSpc>
          <a:spcPct val="100000"/>
        </a:lnSpc>
        <a:spcBef>
          <a:spcPct val="20000"/>
        </a:spcBef>
        <a:buClr>
          <a:schemeClr val="accent3"/>
        </a:buClr>
        <a:buFont typeface="Wingdings 2"/>
        <a:buChar char=""/>
        <a:defRPr kumimoji="0" sz="2000" kern="1200">
          <a:solidFill>
            <a:schemeClr val="tx1"/>
          </a:solidFill>
          <a:latin typeface="+mn-lt"/>
          <a:ea typeface="+mn-ea"/>
          <a:cs typeface="+mn-cs"/>
        </a:defRPr>
      </a:lvl4pPr>
      <a:lvl5pPr marL="1298448" indent="-182880" algn="l" rtl="0" eaLnBrk="1" latinLnBrk="0" hangingPunct="1">
        <a:lnSpc>
          <a:spcPct val="100000"/>
        </a:lnSpc>
        <a:spcBef>
          <a:spcPct val="20000"/>
        </a:spcBef>
        <a:buClr>
          <a:schemeClr val="accent4"/>
        </a:buClr>
        <a:buFont typeface="Wingdings 2"/>
        <a:buChar char=""/>
        <a:defRPr kumimoji="0" sz="2000" kern="1200">
          <a:solidFill>
            <a:schemeClr val="tx1"/>
          </a:solidFill>
          <a:latin typeface="+mn-lt"/>
          <a:ea typeface="+mn-ea"/>
          <a:cs typeface="+mn-cs"/>
        </a:defRPr>
      </a:lvl5pPr>
      <a:lvl6pPr marL="1508760" indent="-182880" algn="l" rtl="0" eaLnBrk="1" latinLnBrk="0" hangingPunct="1">
        <a:lnSpc>
          <a:spcPct val="100000"/>
        </a:lnSpc>
        <a:spcBef>
          <a:spcPct val="20000"/>
        </a:spcBef>
        <a:buClr>
          <a:schemeClr val="accent5"/>
        </a:buClr>
        <a:buFont typeface="Wingdings 2"/>
        <a:buChar char=""/>
        <a:defRPr kumimoji="0" sz="2000" kern="1200">
          <a:solidFill>
            <a:schemeClr val="tx1"/>
          </a:solidFill>
          <a:latin typeface="+mn-lt"/>
          <a:ea typeface="+mn-ea"/>
          <a:cs typeface="+mn-cs"/>
        </a:defRPr>
      </a:lvl6pPr>
      <a:lvl7pPr marL="1719072" indent="-182880" algn="l" rtl="0" eaLnBrk="1" latinLnBrk="0" hangingPunct="1">
        <a:lnSpc>
          <a:spcPct val="100000"/>
        </a:lnSpc>
        <a:spcBef>
          <a:spcPct val="20000"/>
        </a:spcBef>
        <a:buClr>
          <a:schemeClr val="accent6"/>
        </a:buClr>
        <a:buFont typeface="Wingdings 2"/>
        <a:buChar char=""/>
        <a:defRPr kumimoji="0" sz="2000" kern="1200">
          <a:solidFill>
            <a:schemeClr val="tx1"/>
          </a:solidFill>
          <a:latin typeface="+mn-lt"/>
          <a:ea typeface="+mn-ea"/>
          <a:cs typeface="+mn-cs"/>
        </a:defRPr>
      </a:lvl7pPr>
      <a:lvl8pPr marL="1920240" indent="-182880" algn="l" rtl="0" eaLnBrk="1" latinLnBrk="0" hangingPunct="1">
        <a:lnSpc>
          <a:spcPct val="100000"/>
        </a:lnSpc>
        <a:spcBef>
          <a:spcPct val="20000"/>
        </a:spcBef>
        <a:buClr>
          <a:schemeClr val="accent6"/>
        </a:buClr>
        <a:buFont typeface="Wingdings 2"/>
        <a:buChar char=""/>
        <a:defRPr kumimoji="0" sz="2000" kern="1200">
          <a:solidFill>
            <a:schemeClr val="tx1"/>
          </a:solidFill>
          <a:latin typeface="+mn-lt"/>
          <a:ea typeface="+mn-ea"/>
          <a:cs typeface="+mn-cs"/>
        </a:defRPr>
      </a:lvl8pPr>
      <a:lvl9pPr marL="2130552" indent="-182880" algn="l" rtl="0" eaLnBrk="1" latinLnBrk="0" hangingPunct="1">
        <a:lnSpc>
          <a:spcPct val="100000"/>
        </a:lnSpc>
        <a:spcBef>
          <a:spcPct val="20000"/>
        </a:spcBef>
        <a:buClr>
          <a:schemeClr val="accent6"/>
        </a:buClr>
        <a:buFont typeface="Wingdings 2"/>
        <a:buChar char=""/>
        <a:defRPr kumimoji="0" sz="2000" kern="1200">
          <a:solidFill>
            <a:schemeClr val="tx1"/>
          </a:solidFill>
          <a:latin typeface="+mn-lt"/>
          <a:ea typeface="+mn-ea"/>
          <a:cs typeface="+mn-cs"/>
        </a:defRPr>
      </a:lvl9pPr>
      <a:extLst/>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a:extLst/>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4.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gif"/><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image" Target="../media/image13.jpe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6.png"/><Relationship Id="rId1" Type="http://schemas.openxmlformats.org/officeDocument/2006/relationships/slideLayout" Target="../slideLayouts/slideLayout2.xml"/><Relationship Id="rId4" Type="http://schemas.openxmlformats.org/officeDocument/2006/relationships/image" Target="../media/image18.png"/></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ctrTitle"/>
          </p:nvPr>
        </p:nvSpPr>
        <p:spPr/>
        <p:txBody>
          <a:bodyPr>
            <a:normAutofit/>
          </a:bodyPr>
          <a:lstStyle/>
          <a:p>
            <a:pPr algn="ctr"/>
            <a:r>
              <a:rPr lang="en-US" sz="4800" dirty="0"/>
              <a:t>CSE 207</a:t>
            </a:r>
          </a:p>
        </p:txBody>
      </p:sp>
      <p:sp>
        <p:nvSpPr>
          <p:cNvPr id="3" name="Content Placeholder 2"/>
          <p:cNvSpPr>
            <a:spLocks noGrp="1"/>
          </p:cNvSpPr>
          <p:nvPr>
            <p:ph type="subTitle" idx="1"/>
          </p:nvPr>
        </p:nvSpPr>
        <p:spPr>
          <a:xfrm>
            <a:off x="1371600" y="3505200"/>
            <a:ext cx="7406640" cy="1752600"/>
          </a:xfrm>
        </p:spPr>
        <p:txBody>
          <a:bodyPr>
            <a:normAutofit fontScale="92500" lnSpcReduction="20000"/>
          </a:bodyPr>
          <a:lstStyle/>
          <a:p>
            <a:pPr algn="ctr">
              <a:buNone/>
            </a:pPr>
            <a:endParaRPr lang="en-US" dirty="0"/>
          </a:p>
          <a:p>
            <a:pPr algn="ctr">
              <a:buNone/>
            </a:pPr>
            <a:endParaRPr lang="en-US" dirty="0"/>
          </a:p>
          <a:p>
            <a:pPr algn="ctr">
              <a:buNone/>
            </a:pPr>
            <a:endParaRPr lang="en-US" dirty="0"/>
          </a:p>
          <a:p>
            <a:pPr algn="ctr">
              <a:buNone/>
            </a:pPr>
            <a:r>
              <a:rPr lang="en-US" sz="4000" b="1" dirty="0"/>
              <a:t>Linked List</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792162"/>
          </a:xfrm>
        </p:spPr>
        <p:txBody>
          <a:bodyPr>
            <a:normAutofit/>
          </a:bodyPr>
          <a:lstStyle/>
          <a:p>
            <a:pPr algn="ctr"/>
            <a:r>
              <a:rPr lang="en-US" sz="4000" dirty="0"/>
              <a:t>Linear Data Structures </a:t>
            </a:r>
          </a:p>
        </p:txBody>
      </p:sp>
      <p:sp>
        <p:nvSpPr>
          <p:cNvPr id="3" name="Content Placeholder 2"/>
          <p:cNvSpPr>
            <a:spLocks noGrp="1"/>
          </p:cNvSpPr>
          <p:nvPr>
            <p:ph sz="half" idx="1"/>
          </p:nvPr>
        </p:nvSpPr>
        <p:spPr>
          <a:xfrm>
            <a:off x="1219200" y="1066800"/>
            <a:ext cx="7696200" cy="5638800"/>
          </a:xfrm>
        </p:spPr>
        <p:txBody>
          <a:bodyPr>
            <a:normAutofit fontScale="62500" lnSpcReduction="20000"/>
          </a:bodyPr>
          <a:lstStyle/>
          <a:p>
            <a:pPr marL="0" indent="0">
              <a:buNone/>
            </a:pPr>
            <a:r>
              <a:rPr lang="en-US" sz="3800" dirty="0"/>
              <a:t>Definition	</a:t>
            </a:r>
            <a:r>
              <a:rPr lang="en-US" dirty="0"/>
              <a:t> 	 		</a:t>
            </a:r>
          </a:p>
          <a:p>
            <a:pPr marL="0" indent="0">
              <a:buNone/>
            </a:pPr>
            <a:r>
              <a:rPr lang="en-US" sz="2900" dirty="0"/>
              <a:t>A data structure is said to be linear if its elements form a sequence or a linear list.</a:t>
            </a:r>
          </a:p>
          <a:p>
            <a:r>
              <a:rPr lang="en-US" sz="2900" dirty="0"/>
              <a:t>Examples:</a:t>
            </a:r>
          </a:p>
          <a:p>
            <a:pPr lvl="2"/>
            <a:r>
              <a:rPr lang="en-US" sz="2900" dirty="0"/>
              <a:t>Array</a:t>
            </a:r>
          </a:p>
          <a:p>
            <a:pPr lvl="2"/>
            <a:r>
              <a:rPr lang="en-US" sz="2900" dirty="0"/>
              <a:t>Linked List</a:t>
            </a:r>
          </a:p>
          <a:p>
            <a:pPr lvl="2"/>
            <a:r>
              <a:rPr lang="en-US" sz="2900" dirty="0"/>
              <a:t>Stacks</a:t>
            </a:r>
          </a:p>
          <a:p>
            <a:pPr lvl="2"/>
            <a:r>
              <a:rPr lang="en-US" sz="2900" dirty="0"/>
              <a:t>Queues	</a:t>
            </a:r>
            <a:r>
              <a:rPr lang="en-US" sz="3600" dirty="0"/>
              <a:t>	</a:t>
            </a:r>
          </a:p>
          <a:p>
            <a:r>
              <a:rPr lang="en-US" sz="3800" dirty="0"/>
              <a:t>Operations on linear Data Structures</a:t>
            </a:r>
            <a:r>
              <a:rPr lang="en-US" sz="4400" dirty="0"/>
              <a:t>	</a:t>
            </a:r>
            <a:r>
              <a:rPr lang="en-US" sz="3600" b="1" dirty="0"/>
              <a:t> 	</a:t>
            </a:r>
            <a:r>
              <a:rPr lang="en-US" sz="3600" dirty="0"/>
              <a:t>  	 </a:t>
            </a:r>
          </a:p>
          <a:p>
            <a:pPr lvl="1"/>
            <a:r>
              <a:rPr lang="en-US" sz="3200" dirty="0"/>
              <a:t>Traversal : Visit every part of the data structure</a:t>
            </a:r>
          </a:p>
          <a:p>
            <a:pPr lvl="1"/>
            <a:r>
              <a:rPr lang="en-US" sz="3200" dirty="0"/>
              <a:t>Search : Traversal through the data structure for a given element</a:t>
            </a:r>
          </a:p>
          <a:p>
            <a:pPr lvl="1"/>
            <a:r>
              <a:rPr lang="en-US" sz="3200" dirty="0"/>
              <a:t>Insertion : Adding new elements to the data structure</a:t>
            </a:r>
          </a:p>
          <a:p>
            <a:pPr lvl="1"/>
            <a:r>
              <a:rPr lang="en-US" sz="3200" dirty="0"/>
              <a:t>Deletion : Removing an element from the data structure.</a:t>
            </a:r>
          </a:p>
          <a:p>
            <a:pPr lvl="1"/>
            <a:r>
              <a:rPr lang="en-US" sz="3200" dirty="0"/>
              <a:t>Sorting : Rearranging the elements in some type of order(</a:t>
            </a:r>
            <a:r>
              <a:rPr lang="en-US" sz="3200" dirty="0" err="1"/>
              <a:t>e.g</a:t>
            </a:r>
            <a:r>
              <a:rPr lang="en-US" sz="3200" dirty="0"/>
              <a:t> Increasing or Decreasing)</a:t>
            </a:r>
          </a:p>
          <a:p>
            <a:pPr lvl="1"/>
            <a:r>
              <a:rPr lang="en-US" sz="3200" dirty="0"/>
              <a:t>Merging : Combining two similar data structures into one</a:t>
            </a:r>
          </a:p>
        </p:txBody>
      </p:sp>
      <p:sp>
        <p:nvSpPr>
          <p:cNvPr id="4" name="Slide Number Placeholder 3"/>
          <p:cNvSpPr>
            <a:spLocks noGrp="1"/>
          </p:cNvSpPr>
          <p:nvPr>
            <p:ph type="sldNum" sz="quarter" idx="12"/>
          </p:nvPr>
        </p:nvSpPr>
        <p:spPr/>
        <p:txBody>
          <a:bodyPr/>
          <a:lstStyle/>
          <a:p>
            <a:fld id="{B6F15528-21DE-4FAA-801E-634DDDAF4B2B}" type="slidenum">
              <a:rPr lang="en-US" smtClean="0"/>
              <a:pPr/>
              <a:t>2</a:t>
            </a:fld>
            <a:endParaRPr lang="en-US"/>
          </a:p>
        </p:txBody>
      </p:sp>
      <p:sp>
        <p:nvSpPr>
          <p:cNvPr id="5" name="Date Placeholder 4"/>
          <p:cNvSpPr>
            <a:spLocks noGrp="1"/>
          </p:cNvSpPr>
          <p:nvPr>
            <p:ph type="dt" sz="half" idx="10"/>
          </p:nvPr>
        </p:nvSpPr>
        <p:spPr/>
        <p:txBody>
          <a:bodyPr/>
          <a:lstStyle/>
          <a:p>
            <a:fld id="{939BD636-84A3-4A28-8D5A-B539BA021484}" type="datetime1">
              <a:rPr lang="en-US" smtClean="0"/>
              <a:t>6/24/2021</a:t>
            </a:fld>
            <a:endParaRPr lang="en-US"/>
          </a:p>
        </p:txBody>
      </p:sp>
      <p:sp>
        <p:nvSpPr>
          <p:cNvPr id="7" name="Footer Placeholder 6"/>
          <p:cNvSpPr>
            <a:spLocks noGrp="1"/>
          </p:cNvSpPr>
          <p:nvPr>
            <p:ph type="ftr" sz="quarter" idx="11"/>
          </p:nvPr>
        </p:nvSpPr>
        <p:spPr/>
        <p:txBody>
          <a:bodyPr/>
          <a:lstStyle/>
          <a:p>
            <a:r>
              <a:rPr lang="en-US"/>
              <a:t>Maheen Islam</a:t>
            </a:r>
          </a:p>
        </p:txBody>
      </p:sp>
    </p:spTree>
    <p:extLst>
      <p:ext uri="{BB962C8B-B14F-4D97-AF65-F5344CB8AC3E}">
        <p14:creationId xmlns:p14="http://schemas.microsoft.com/office/powerpoint/2010/main" val="238117195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371600" y="0"/>
            <a:ext cx="7162800" cy="1143000"/>
          </a:xfrm>
        </p:spPr>
        <p:txBody>
          <a:bodyPr>
            <a:noAutofit/>
          </a:bodyPr>
          <a:lstStyle/>
          <a:p>
            <a:pPr algn="ctr"/>
            <a:r>
              <a:rPr lang="en-US" sz="4000" dirty="0"/>
              <a:t>What are Linked Lists</a:t>
            </a:r>
          </a:p>
        </p:txBody>
      </p:sp>
      <p:sp>
        <p:nvSpPr>
          <p:cNvPr id="3" name="Subtitle 2"/>
          <p:cNvSpPr>
            <a:spLocks noGrp="1"/>
          </p:cNvSpPr>
          <p:nvPr>
            <p:ph sz="half" idx="1"/>
          </p:nvPr>
        </p:nvSpPr>
        <p:spPr>
          <a:xfrm>
            <a:off x="838200" y="838200"/>
            <a:ext cx="4953000" cy="4633115"/>
          </a:xfrm>
        </p:spPr>
        <p:txBody>
          <a:bodyPr>
            <a:normAutofit/>
          </a:bodyPr>
          <a:lstStyle/>
          <a:p>
            <a:endParaRPr lang="en-US" dirty="0"/>
          </a:p>
          <a:p>
            <a:r>
              <a:rPr lang="en-US" altLang="zh-CN" sz="2000" dirty="0">
                <a:ea typeface="宋体" charset="-122"/>
              </a:rPr>
              <a:t>A linked list is a linear data structure.</a:t>
            </a:r>
          </a:p>
          <a:p>
            <a:r>
              <a:rPr lang="en-US" altLang="zh-CN" sz="2000" dirty="0">
                <a:ea typeface="宋体" charset="-122"/>
              </a:rPr>
              <a:t>A chain of structures make up linked lists called Node.</a:t>
            </a:r>
          </a:p>
          <a:p>
            <a:r>
              <a:rPr lang="en-US" altLang="zh-CN" sz="2000" dirty="0">
                <a:ea typeface="宋体" charset="-122"/>
              </a:rPr>
              <a:t>Nodes are made up of data and a pointer to another node.</a:t>
            </a:r>
          </a:p>
          <a:p>
            <a:r>
              <a:rPr lang="en-US" altLang="zh-CN" sz="2000" dirty="0">
                <a:ea typeface="宋体" charset="-122"/>
              </a:rPr>
              <a:t>Usually the pointer points to a structure  of the same type as itself</a:t>
            </a:r>
            <a:endParaRPr lang="en-US" dirty="0">
              <a:solidFill>
                <a:schemeClr val="tx1"/>
              </a:solidFill>
            </a:endParaRPr>
          </a:p>
        </p:txBody>
      </p:sp>
      <p:pic>
        <p:nvPicPr>
          <p:cNvPr id="14" name="Content Placeholder 13" descr="ImageHandler.gif"/>
          <p:cNvPicPr>
            <a:picLocks noGrp="1" noChangeAspect="1"/>
          </p:cNvPicPr>
          <p:nvPr>
            <p:ph sz="half" idx="2"/>
          </p:nvPr>
        </p:nvPicPr>
        <p:blipFill>
          <a:blip r:embed="rId2" cstate="print"/>
          <a:stretch>
            <a:fillRect/>
          </a:stretch>
        </p:blipFill>
        <p:spPr>
          <a:xfrm>
            <a:off x="5482447" y="1981200"/>
            <a:ext cx="3661553" cy="1828800"/>
          </a:xfrm>
        </p:spPr>
      </p:pic>
      <p:pic>
        <p:nvPicPr>
          <p:cNvPr id="52225" name="Picture 1"/>
          <p:cNvPicPr>
            <a:picLocks noChangeAspect="1" noChangeArrowheads="1"/>
          </p:cNvPicPr>
          <p:nvPr/>
        </p:nvPicPr>
        <p:blipFill>
          <a:blip r:embed="rId3"/>
          <a:srcRect/>
          <a:stretch>
            <a:fillRect/>
          </a:stretch>
        </p:blipFill>
        <p:spPr bwMode="auto">
          <a:xfrm>
            <a:off x="2376055" y="4343400"/>
            <a:ext cx="5305425" cy="1524000"/>
          </a:xfrm>
          <a:prstGeom prst="rect">
            <a:avLst/>
          </a:prstGeom>
          <a:noFill/>
          <a:ln w="9525">
            <a:noFill/>
            <a:miter lim="800000"/>
            <a:headEnd/>
            <a:tailEnd/>
          </a:ln>
          <a:effectLst/>
        </p:spPr>
      </p:pic>
      <p:sp>
        <p:nvSpPr>
          <p:cNvPr id="6" name="Slide Number Placeholder 5"/>
          <p:cNvSpPr>
            <a:spLocks noGrp="1"/>
          </p:cNvSpPr>
          <p:nvPr>
            <p:ph type="sldNum" sz="quarter" idx="12"/>
          </p:nvPr>
        </p:nvSpPr>
        <p:spPr/>
        <p:txBody>
          <a:bodyPr/>
          <a:lstStyle/>
          <a:p>
            <a:fld id="{B6F15528-21DE-4FAA-801E-634DDDAF4B2B}" type="slidenum">
              <a:rPr lang="en-US" smtClean="0"/>
              <a:pPr/>
              <a:t>3</a:t>
            </a:fld>
            <a:endParaRPr lang="en-US"/>
          </a:p>
        </p:txBody>
      </p:sp>
      <p:sp>
        <p:nvSpPr>
          <p:cNvPr id="7" name="Date Placeholder 6"/>
          <p:cNvSpPr>
            <a:spLocks noGrp="1"/>
          </p:cNvSpPr>
          <p:nvPr>
            <p:ph type="dt" sz="half" idx="10"/>
          </p:nvPr>
        </p:nvSpPr>
        <p:spPr/>
        <p:txBody>
          <a:bodyPr/>
          <a:lstStyle/>
          <a:p>
            <a:fld id="{4A7DF542-8071-4687-86CD-A2E235002A92}" type="datetime1">
              <a:rPr lang="en-US" smtClean="0"/>
              <a:t>6/24/2021</a:t>
            </a:fld>
            <a:endParaRPr lang="en-US"/>
          </a:p>
        </p:txBody>
      </p:sp>
      <p:sp>
        <p:nvSpPr>
          <p:cNvPr id="9" name="Footer Placeholder 8"/>
          <p:cNvSpPr>
            <a:spLocks noGrp="1"/>
          </p:cNvSpPr>
          <p:nvPr>
            <p:ph type="ftr" sz="quarter" idx="11"/>
          </p:nvPr>
        </p:nvSpPr>
        <p:spPr/>
        <p:txBody>
          <a:bodyPr/>
          <a:lstStyle/>
          <a:p>
            <a:r>
              <a:rPr lang="en-US"/>
              <a:t>Maheen Islam</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04800" y="304800"/>
            <a:ext cx="8229600" cy="667512"/>
          </a:xfrm>
        </p:spPr>
        <p:txBody>
          <a:bodyPr>
            <a:noAutofit/>
          </a:bodyPr>
          <a:lstStyle/>
          <a:p>
            <a:r>
              <a:rPr lang="en-US" sz="4000" b="0" dirty="0"/>
              <a:t>            Arrays Vs Linked Lists</a:t>
            </a:r>
          </a:p>
        </p:txBody>
      </p:sp>
      <p:graphicFrame>
        <p:nvGraphicFramePr>
          <p:cNvPr id="13" name="Group 82"/>
          <p:cNvGraphicFramePr>
            <a:graphicFrameLocks noGrp="1"/>
          </p:cNvGraphicFramePr>
          <p:nvPr>
            <p:extLst>
              <p:ext uri="{D42A27DB-BD31-4B8C-83A1-F6EECF244321}">
                <p14:modId xmlns:p14="http://schemas.microsoft.com/office/powerpoint/2010/main" val="3934318148"/>
              </p:ext>
            </p:extLst>
          </p:nvPr>
        </p:nvGraphicFramePr>
        <p:xfrm>
          <a:off x="304800" y="1447800"/>
          <a:ext cx="8424862" cy="4897439"/>
        </p:xfrm>
        <a:graphic>
          <a:graphicData uri="http://schemas.openxmlformats.org/drawingml/2006/table">
            <a:tbl>
              <a:tblPr/>
              <a:tblGrid>
                <a:gridCol w="4114800">
                  <a:extLst>
                    <a:ext uri="{9D8B030D-6E8A-4147-A177-3AD203B41FA5}">
                      <a16:colId xmlns:a16="http://schemas.microsoft.com/office/drawing/2014/main" val="20000"/>
                    </a:ext>
                  </a:extLst>
                </a:gridCol>
                <a:gridCol w="4310062">
                  <a:extLst>
                    <a:ext uri="{9D8B030D-6E8A-4147-A177-3AD203B41FA5}">
                      <a16:colId xmlns:a16="http://schemas.microsoft.com/office/drawing/2014/main" val="20001"/>
                    </a:ext>
                  </a:extLst>
                </a:gridCol>
              </a:tblGrid>
              <a:tr h="566738">
                <a:tc>
                  <a:txBody>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sz="1600" b="1" i="0" u="none" strike="noStrike" cap="none" normalizeH="0" baseline="0" dirty="0">
                          <a:ln>
                            <a:noFill/>
                          </a:ln>
                          <a:solidFill>
                            <a:schemeClr val="tx1"/>
                          </a:solidFill>
                          <a:effectLst/>
                          <a:latin typeface="Times New Roman" pitchFamily="18" charset="0"/>
                          <a:cs typeface="Times New Roman" pitchFamily="18" charset="0"/>
                        </a:rPr>
                        <a:t>Arrays</a:t>
                      </a:r>
                      <a:endParaRPr kumimoji="0" lang="en-US" sz="1600" b="1" i="0" u="none" strike="noStrike" cap="none" normalizeH="0" baseline="0" dirty="0">
                        <a:ln>
                          <a:noFill/>
                        </a:ln>
                        <a:solidFill>
                          <a:schemeClr val="tx1"/>
                        </a:solidFill>
                        <a:effectLst/>
                        <a:latin typeface="Arial" charset="0"/>
                        <a:cs typeface="Arial" charset="0"/>
                      </a:endParaRPr>
                    </a:p>
                  </a:txBody>
                  <a:tcPr marL="90000" marR="90000" marT="46800" marB="4680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99"/>
                    </a:solid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sz="1600" b="1" i="0" u="none" strike="noStrike" cap="none" normalizeH="0" baseline="0" dirty="0">
                          <a:ln>
                            <a:noFill/>
                          </a:ln>
                          <a:solidFill>
                            <a:schemeClr val="tx1"/>
                          </a:solidFill>
                          <a:effectLst/>
                          <a:latin typeface="Times New Roman" pitchFamily="18" charset="0"/>
                          <a:cs typeface="Times New Roman" pitchFamily="18" charset="0"/>
                        </a:rPr>
                        <a:t>Linked list</a:t>
                      </a:r>
                      <a:endParaRPr kumimoji="0" lang="en-US" sz="1600" b="1" i="0" u="none" strike="noStrike" cap="none" normalizeH="0" baseline="0" dirty="0">
                        <a:ln>
                          <a:noFill/>
                        </a:ln>
                        <a:solidFill>
                          <a:schemeClr val="tx1"/>
                        </a:solidFill>
                        <a:effectLst/>
                        <a:latin typeface="Arial" charset="0"/>
                        <a:cs typeface="Arial" charset="0"/>
                      </a:endParaRPr>
                    </a:p>
                  </a:txBody>
                  <a:tcPr marL="90000" marR="90000" marT="46800" marB="4680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99"/>
                    </a:solidFill>
                  </a:tcPr>
                </a:tc>
                <a:extLst>
                  <a:ext uri="{0D108BD9-81ED-4DB2-BD59-A6C34878D82A}">
                    <a16:rowId xmlns:a16="http://schemas.microsoft.com/office/drawing/2014/main" val="10000"/>
                  </a:ext>
                </a:extLst>
              </a:tr>
              <a:tr h="500063">
                <a:tc>
                  <a:txBody>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sz="1600" b="0" i="0" u="none" strike="noStrike" cap="none" normalizeH="0" baseline="0" dirty="0">
                          <a:ln>
                            <a:noFill/>
                          </a:ln>
                          <a:solidFill>
                            <a:schemeClr val="tx1"/>
                          </a:solidFill>
                          <a:effectLst/>
                          <a:latin typeface="Times New Roman" pitchFamily="18" charset="0"/>
                          <a:cs typeface="Times New Roman" pitchFamily="18" charset="0"/>
                        </a:rPr>
                        <a:t>Fixed size:  Resizing is expensive</a:t>
                      </a:r>
                      <a:endParaRPr kumimoji="0" lang="en-US" sz="1600" b="0" i="0" u="none" strike="noStrike" cap="none" normalizeH="0" baseline="0" dirty="0">
                        <a:ln>
                          <a:noFill/>
                        </a:ln>
                        <a:solidFill>
                          <a:schemeClr val="tx1"/>
                        </a:solidFill>
                        <a:effectLst/>
                        <a:latin typeface="Arial" charset="0"/>
                        <a:cs typeface="Arial" charset="0"/>
                      </a:endParaRPr>
                    </a:p>
                  </a:txBody>
                  <a:tcPr marL="90000" marR="90000" marT="46800" marB="4680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CCFFFF"/>
                    </a:solidFill>
                  </a:tcPr>
                </a:tc>
                <a:tc>
                  <a:txBody>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sz="1600" b="0" i="0" u="none" strike="noStrike" cap="none" normalizeH="0" baseline="0" dirty="0">
                          <a:ln>
                            <a:noFill/>
                          </a:ln>
                          <a:solidFill>
                            <a:schemeClr val="tx1"/>
                          </a:solidFill>
                          <a:effectLst/>
                          <a:latin typeface="Times New Roman" pitchFamily="18" charset="0"/>
                          <a:cs typeface="Times New Roman" pitchFamily="18" charset="0"/>
                        </a:rPr>
                        <a:t>Dynamic size</a:t>
                      </a:r>
                      <a:endParaRPr kumimoji="0" lang="en-US" sz="1600" b="0" i="0" u="none" strike="noStrike" cap="none" normalizeH="0" baseline="0" dirty="0">
                        <a:ln>
                          <a:noFill/>
                        </a:ln>
                        <a:solidFill>
                          <a:schemeClr val="tx1"/>
                        </a:solidFill>
                        <a:effectLst/>
                        <a:latin typeface="Arial" charset="0"/>
                        <a:cs typeface="Arial" charset="0"/>
                      </a:endParaRPr>
                    </a:p>
                  </a:txBody>
                  <a:tcPr marL="90000" marR="90000" marT="46800" marB="4680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CCFFFF"/>
                    </a:solidFill>
                  </a:tcPr>
                </a:tc>
                <a:extLst>
                  <a:ext uri="{0D108BD9-81ED-4DB2-BD59-A6C34878D82A}">
                    <a16:rowId xmlns:a16="http://schemas.microsoft.com/office/drawing/2014/main" val="10001"/>
                  </a:ext>
                </a:extLst>
              </a:tr>
              <a:tr h="831850">
                <a:tc>
                  <a:txBody>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sz="1600" b="0" i="0" u="none" strike="noStrike" cap="none" normalizeH="0" baseline="0">
                          <a:ln>
                            <a:noFill/>
                          </a:ln>
                          <a:solidFill>
                            <a:schemeClr val="tx1"/>
                          </a:solidFill>
                          <a:effectLst/>
                          <a:latin typeface="Times New Roman" pitchFamily="18" charset="0"/>
                          <a:cs typeface="Times New Roman" pitchFamily="18" charset="0"/>
                        </a:rPr>
                        <a:t>Insertions and Deletions are inefficient: Elements are usually shifted</a:t>
                      </a:r>
                      <a:endParaRPr kumimoji="0" lang="en-US" sz="1600" b="0" i="0" u="none" strike="noStrike" cap="none" normalizeH="0" baseline="0">
                        <a:ln>
                          <a:noFill/>
                        </a:ln>
                        <a:solidFill>
                          <a:schemeClr val="tx1"/>
                        </a:solidFill>
                        <a:effectLst/>
                        <a:latin typeface="Arial" charset="0"/>
                        <a:cs typeface="Arial" charset="0"/>
                      </a:endParaRPr>
                    </a:p>
                  </a:txBody>
                  <a:tcPr marL="90000" marR="90000" marT="46800" marB="4680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CCFFFF"/>
                    </a:solidFill>
                  </a:tcPr>
                </a:tc>
                <a:tc>
                  <a:txBody>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sz="1600" b="0" i="0" u="none" strike="noStrike" cap="none" normalizeH="0" baseline="0">
                          <a:ln>
                            <a:noFill/>
                          </a:ln>
                          <a:solidFill>
                            <a:schemeClr val="tx1"/>
                          </a:solidFill>
                          <a:effectLst/>
                          <a:latin typeface="Times New Roman" pitchFamily="18" charset="0"/>
                          <a:cs typeface="Times New Roman" pitchFamily="18" charset="0"/>
                        </a:rPr>
                        <a:t>Insertions and Deletions are efficient: No shifting</a:t>
                      </a:r>
                      <a:endParaRPr kumimoji="0" lang="en-US" sz="1600" b="0" i="0" u="none" strike="noStrike" cap="none" normalizeH="0" baseline="0">
                        <a:ln>
                          <a:noFill/>
                        </a:ln>
                        <a:solidFill>
                          <a:schemeClr val="tx1"/>
                        </a:solidFill>
                        <a:effectLst/>
                        <a:latin typeface="Arial" charset="0"/>
                        <a:cs typeface="Arial" charset="0"/>
                      </a:endParaRPr>
                    </a:p>
                  </a:txBody>
                  <a:tcPr marL="90000" marR="90000" marT="46800" marB="4680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CCFFFF"/>
                    </a:solidFill>
                  </a:tcPr>
                </a:tc>
                <a:extLst>
                  <a:ext uri="{0D108BD9-81ED-4DB2-BD59-A6C34878D82A}">
                    <a16:rowId xmlns:a16="http://schemas.microsoft.com/office/drawing/2014/main" val="10002"/>
                  </a:ext>
                </a:extLst>
              </a:tr>
              <a:tr h="1165225">
                <a:tc>
                  <a:txBody>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sz="1600" b="0" i="0" u="none" strike="noStrike" cap="none" normalizeH="0" baseline="0">
                          <a:ln>
                            <a:noFill/>
                          </a:ln>
                          <a:solidFill>
                            <a:schemeClr val="tx1"/>
                          </a:solidFill>
                          <a:effectLst/>
                          <a:latin typeface="Times New Roman" pitchFamily="18" charset="0"/>
                          <a:cs typeface="Times New Roman" pitchFamily="18" charset="0"/>
                        </a:rPr>
                        <a:t>Random access i.e., efficient indexing</a:t>
                      </a:r>
                      <a:endParaRPr kumimoji="0" lang="en-US" sz="1600" b="0" i="0" u="none" strike="noStrike" cap="none" normalizeH="0" baseline="0">
                        <a:ln>
                          <a:noFill/>
                        </a:ln>
                        <a:solidFill>
                          <a:schemeClr val="tx1"/>
                        </a:solidFill>
                        <a:effectLst/>
                        <a:latin typeface="Arial" charset="0"/>
                        <a:cs typeface="Arial" charset="0"/>
                      </a:endParaRPr>
                    </a:p>
                  </a:txBody>
                  <a:tcPr marL="90000" marR="90000" marT="46800" marB="4680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CC99"/>
                    </a:solidFill>
                  </a:tcPr>
                </a:tc>
                <a:tc>
                  <a:txBody>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sz="1600" b="0" i="0" u="none" strike="noStrike" cap="none" normalizeH="0" baseline="0">
                          <a:ln>
                            <a:noFill/>
                          </a:ln>
                          <a:solidFill>
                            <a:schemeClr val="tx1"/>
                          </a:solidFill>
                          <a:effectLst/>
                          <a:latin typeface="Times New Roman" pitchFamily="18" charset="0"/>
                          <a:cs typeface="Times New Roman" pitchFamily="18" charset="0"/>
                        </a:rPr>
                        <a:t>No random access</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sz="1600" b="0" i="0" u="none" strike="noStrike" cap="none" normalizeH="0" baseline="0">
                          <a:ln>
                            <a:noFill/>
                          </a:ln>
                          <a:solidFill>
                            <a:schemeClr val="tx1"/>
                          </a:solidFill>
                          <a:effectLst/>
                          <a:latin typeface="Times New Roman" pitchFamily="18" charset="0"/>
                          <a:cs typeface="Times New Roman" pitchFamily="18" charset="0"/>
                          <a:sym typeface="Wingdings" pitchFamily="2" charset="2"/>
                        </a:rPr>
                        <a:t></a:t>
                      </a:r>
                      <a:r>
                        <a:rPr kumimoji="0" lang="en-US" sz="1600" b="0" i="0" u="none" strike="noStrike" cap="none" normalizeH="0" baseline="0">
                          <a:ln>
                            <a:noFill/>
                          </a:ln>
                          <a:solidFill>
                            <a:schemeClr val="tx1"/>
                          </a:solidFill>
                          <a:effectLst/>
                          <a:latin typeface="Times New Roman" pitchFamily="18" charset="0"/>
                          <a:cs typeface="Times New Roman" pitchFamily="18" charset="0"/>
                        </a:rPr>
                        <a:t> Not suitable for operations requiring</a:t>
                      </a:r>
                      <a:endParaRPr kumimoji="0" lang="en-US" sz="1600" b="0" i="0" u="none" strike="noStrike" cap="none" normalizeH="0" baseline="0">
                        <a:ln>
                          <a:noFill/>
                        </a:ln>
                        <a:solidFill>
                          <a:schemeClr val="tx1"/>
                        </a:solidFill>
                        <a:effectLst/>
                        <a:latin typeface="Times New Roman" pitchFamily="18" charset="0"/>
                        <a:cs typeface="Times New Roman" pitchFamily="18" charset="0"/>
                        <a:sym typeface="Wingdings" pitchFamily="2" charset="2"/>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sz="1600" b="0" i="0" u="none" strike="noStrike" cap="none" normalizeH="0" baseline="0">
                          <a:ln>
                            <a:noFill/>
                          </a:ln>
                          <a:solidFill>
                            <a:schemeClr val="tx1"/>
                          </a:solidFill>
                          <a:effectLst/>
                          <a:latin typeface="Times New Roman" pitchFamily="18" charset="0"/>
                          <a:cs typeface="Times New Roman" pitchFamily="18" charset="0"/>
                          <a:sym typeface="Wingdings" pitchFamily="2" charset="2"/>
                        </a:rPr>
                        <a:t>     accessing elements by index such as sorting</a:t>
                      </a:r>
                    </a:p>
                  </a:txBody>
                  <a:tcPr marL="90000" marR="90000" marT="46800" marB="4680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CC99"/>
                    </a:solidFill>
                  </a:tcPr>
                </a:tc>
                <a:extLst>
                  <a:ext uri="{0D108BD9-81ED-4DB2-BD59-A6C34878D82A}">
                    <a16:rowId xmlns:a16="http://schemas.microsoft.com/office/drawing/2014/main" val="10003"/>
                  </a:ext>
                </a:extLst>
              </a:tr>
              <a:tr h="1001713">
                <a:tc>
                  <a:txBody>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sz="1600" b="0" i="0" u="none" strike="noStrike" cap="none" normalizeH="0" baseline="0">
                          <a:ln>
                            <a:noFill/>
                          </a:ln>
                          <a:solidFill>
                            <a:schemeClr val="tx1"/>
                          </a:solidFill>
                          <a:effectLst/>
                          <a:latin typeface="Times New Roman" pitchFamily="18" charset="0"/>
                          <a:cs typeface="Times New Roman" pitchFamily="18" charset="0"/>
                        </a:rPr>
                        <a:t>No memory waste if the array is full or almost full; otherwise may result in much memory waste.</a:t>
                      </a:r>
                      <a:endParaRPr kumimoji="0" lang="en-US" sz="1600" b="0" i="0" u="none" strike="noStrike" cap="none" normalizeH="0" baseline="0">
                        <a:ln>
                          <a:noFill/>
                        </a:ln>
                        <a:solidFill>
                          <a:schemeClr val="tx1"/>
                        </a:solidFill>
                        <a:effectLst/>
                        <a:latin typeface="Arial" charset="0"/>
                        <a:cs typeface="Arial" charset="0"/>
                      </a:endParaRPr>
                    </a:p>
                  </a:txBody>
                  <a:tcPr marL="90000" marR="90000" marT="46800" marB="4680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CC99"/>
                    </a:solidFill>
                  </a:tcPr>
                </a:tc>
                <a:tc>
                  <a:txBody>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sz="1600" b="0" i="0" u="none" strike="noStrike" cap="none" normalizeH="0" baseline="0" dirty="0">
                          <a:ln>
                            <a:noFill/>
                          </a:ln>
                          <a:solidFill>
                            <a:schemeClr val="tx1"/>
                          </a:solidFill>
                          <a:effectLst/>
                          <a:latin typeface="Times New Roman" pitchFamily="18" charset="0"/>
                          <a:cs typeface="Times New Roman" pitchFamily="18" charset="0"/>
                        </a:rPr>
                        <a:t>Since memory is allocated dynamically(acc. to our need) there is no waste of memory.</a:t>
                      </a:r>
                      <a:endParaRPr kumimoji="0" lang="en-US" sz="1600" b="0" i="0" u="none" strike="noStrike" cap="none" normalizeH="0" baseline="0" dirty="0">
                        <a:ln>
                          <a:noFill/>
                        </a:ln>
                        <a:solidFill>
                          <a:schemeClr val="tx1"/>
                        </a:solidFill>
                        <a:effectLst/>
                        <a:latin typeface="Arial" charset="0"/>
                        <a:cs typeface="Arial" charset="0"/>
                      </a:endParaRPr>
                    </a:p>
                  </a:txBody>
                  <a:tcPr marL="90000" marR="90000" marT="46800" marB="4680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CC99"/>
                    </a:solidFill>
                  </a:tcPr>
                </a:tc>
                <a:extLst>
                  <a:ext uri="{0D108BD9-81ED-4DB2-BD59-A6C34878D82A}">
                    <a16:rowId xmlns:a16="http://schemas.microsoft.com/office/drawing/2014/main" val="10004"/>
                  </a:ext>
                </a:extLst>
              </a:tr>
              <a:tr h="831850">
                <a:tc>
                  <a:txBody>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sz="1600" b="0" i="0" u="none" strike="noStrike" cap="none" normalizeH="0" baseline="0" dirty="0">
                          <a:ln>
                            <a:noFill/>
                          </a:ln>
                          <a:solidFill>
                            <a:schemeClr val="tx1"/>
                          </a:solidFill>
                          <a:effectLst/>
                          <a:latin typeface="Times New Roman" pitchFamily="18" charset="0"/>
                          <a:cs typeface="Times New Roman" pitchFamily="18" charset="0"/>
                        </a:rPr>
                        <a:t>Sequential access is faster  [Reason: Elements in contiguous memory locations]</a:t>
                      </a:r>
                      <a:endParaRPr kumimoji="0" lang="en-US" sz="1600" b="0" i="0" u="none" strike="noStrike" cap="none" normalizeH="0" baseline="0" dirty="0">
                        <a:ln>
                          <a:noFill/>
                        </a:ln>
                        <a:solidFill>
                          <a:schemeClr val="tx1"/>
                        </a:solidFill>
                        <a:effectLst/>
                        <a:latin typeface="Arial" charset="0"/>
                        <a:cs typeface="Arial" charset="0"/>
                      </a:endParaRPr>
                    </a:p>
                  </a:txBody>
                  <a:tcPr marL="90000" marR="90000" marT="46800" marB="4680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CC99"/>
                    </a:solidFill>
                  </a:tcPr>
                </a:tc>
                <a:tc>
                  <a:txBody>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sz="1600" b="0" i="0" u="none" strike="noStrike" cap="none" normalizeH="0" baseline="0" dirty="0">
                          <a:ln>
                            <a:noFill/>
                          </a:ln>
                          <a:solidFill>
                            <a:schemeClr val="tx1"/>
                          </a:solidFill>
                          <a:effectLst/>
                          <a:latin typeface="Times New Roman" pitchFamily="18" charset="0"/>
                          <a:cs typeface="Times New Roman" pitchFamily="18" charset="0"/>
                        </a:rPr>
                        <a:t>Sequential access is slow [Reason: Elements not in contiguous memory locations]</a:t>
                      </a:r>
                      <a:endParaRPr kumimoji="0" lang="en-US" sz="1600" b="0" i="0" u="none" strike="noStrike" cap="none" normalizeH="0" baseline="0" dirty="0">
                        <a:ln>
                          <a:noFill/>
                        </a:ln>
                        <a:solidFill>
                          <a:schemeClr val="tx1"/>
                        </a:solidFill>
                        <a:effectLst/>
                        <a:latin typeface="Arial" charset="0"/>
                        <a:cs typeface="Arial" charset="0"/>
                      </a:endParaRPr>
                    </a:p>
                  </a:txBody>
                  <a:tcPr marL="90000" marR="90000" marT="46800" marB="4680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CC99"/>
                    </a:solidFill>
                  </a:tcPr>
                </a:tc>
                <a:extLst>
                  <a:ext uri="{0D108BD9-81ED-4DB2-BD59-A6C34878D82A}">
                    <a16:rowId xmlns:a16="http://schemas.microsoft.com/office/drawing/2014/main" val="10005"/>
                  </a:ext>
                </a:extLst>
              </a:tr>
            </a:tbl>
          </a:graphicData>
        </a:graphic>
      </p:graphicFrame>
      <p:sp>
        <p:nvSpPr>
          <p:cNvPr id="4" name="Slide Number Placeholder 3"/>
          <p:cNvSpPr>
            <a:spLocks noGrp="1"/>
          </p:cNvSpPr>
          <p:nvPr>
            <p:ph type="sldNum" sz="quarter" idx="12"/>
          </p:nvPr>
        </p:nvSpPr>
        <p:spPr/>
        <p:txBody>
          <a:bodyPr/>
          <a:lstStyle/>
          <a:p>
            <a:fld id="{B6F15528-21DE-4FAA-801E-634DDDAF4B2B}" type="slidenum">
              <a:rPr lang="en-US" smtClean="0"/>
              <a:pPr/>
              <a:t>4</a:t>
            </a:fld>
            <a:endParaRPr lang="en-US"/>
          </a:p>
        </p:txBody>
      </p:sp>
      <p:sp>
        <p:nvSpPr>
          <p:cNvPr id="5" name="Date Placeholder 4"/>
          <p:cNvSpPr>
            <a:spLocks noGrp="1"/>
          </p:cNvSpPr>
          <p:nvPr>
            <p:ph type="dt" sz="half" idx="10"/>
          </p:nvPr>
        </p:nvSpPr>
        <p:spPr/>
        <p:txBody>
          <a:bodyPr/>
          <a:lstStyle/>
          <a:p>
            <a:fld id="{97A01A2A-D7AD-434C-9617-21345C50F9FD}" type="datetime1">
              <a:rPr lang="en-US" smtClean="0"/>
              <a:t>6/24/2021</a:t>
            </a:fld>
            <a:endParaRPr lang="en-US"/>
          </a:p>
        </p:txBody>
      </p:sp>
      <p:sp>
        <p:nvSpPr>
          <p:cNvPr id="7" name="Footer Placeholder 6"/>
          <p:cNvSpPr>
            <a:spLocks noGrp="1"/>
          </p:cNvSpPr>
          <p:nvPr>
            <p:ph type="ftr" sz="quarter" idx="11"/>
          </p:nvPr>
        </p:nvSpPr>
        <p:spPr/>
        <p:txBody>
          <a:bodyPr/>
          <a:lstStyle/>
          <a:p>
            <a:r>
              <a:rPr lang="en-US"/>
              <a:t>Maheen Islam</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457200"/>
            <a:ext cx="8991600" cy="381000"/>
          </a:xfrm>
        </p:spPr>
        <p:txBody>
          <a:bodyPr>
            <a:noAutofit/>
          </a:bodyPr>
          <a:lstStyle/>
          <a:p>
            <a:r>
              <a:rPr lang="en-US" sz="4000" b="0" dirty="0"/>
              <a:t>Representation of Linked List in Memory</a:t>
            </a:r>
          </a:p>
        </p:txBody>
      </p:sp>
      <p:pic>
        <p:nvPicPr>
          <p:cNvPr id="67586" name="Picture 2"/>
          <p:cNvPicPr>
            <a:picLocks noGrp="1" noChangeAspect="1" noChangeArrowheads="1"/>
          </p:cNvPicPr>
          <p:nvPr>
            <p:ph sz="quarter" idx="2"/>
          </p:nvPr>
        </p:nvPicPr>
        <p:blipFill>
          <a:blip r:embed="rId2"/>
          <a:stretch>
            <a:fillRect/>
          </a:stretch>
        </p:blipFill>
        <p:spPr bwMode="auto">
          <a:xfrm>
            <a:off x="457200" y="1143000"/>
            <a:ext cx="7010400" cy="4967059"/>
          </a:xfrm>
          <a:prstGeom prst="rect">
            <a:avLst/>
          </a:prstGeom>
          <a:noFill/>
          <a:ln w="9525">
            <a:noFill/>
            <a:miter lim="800000"/>
            <a:headEnd/>
            <a:tailEnd/>
          </a:ln>
          <a:effectLst/>
        </p:spPr>
      </p:pic>
      <p:pic>
        <p:nvPicPr>
          <p:cNvPr id="67587" name="Picture 3"/>
          <p:cNvPicPr>
            <a:picLocks noChangeAspect="1" noChangeArrowheads="1"/>
          </p:cNvPicPr>
          <p:nvPr/>
        </p:nvPicPr>
        <p:blipFill>
          <a:blip r:embed="rId3"/>
          <a:srcRect/>
          <a:stretch>
            <a:fillRect/>
          </a:stretch>
        </p:blipFill>
        <p:spPr bwMode="auto">
          <a:xfrm>
            <a:off x="4114800" y="4762500"/>
            <a:ext cx="4333875" cy="1333500"/>
          </a:xfrm>
          <a:prstGeom prst="rect">
            <a:avLst/>
          </a:prstGeom>
          <a:noFill/>
          <a:ln w="9525">
            <a:noFill/>
            <a:miter lim="800000"/>
            <a:headEnd/>
            <a:tailEnd/>
          </a:ln>
          <a:effectLst/>
        </p:spPr>
      </p:pic>
      <p:sp>
        <p:nvSpPr>
          <p:cNvPr id="5" name="Slide Number Placeholder 4"/>
          <p:cNvSpPr>
            <a:spLocks noGrp="1"/>
          </p:cNvSpPr>
          <p:nvPr>
            <p:ph type="sldNum" sz="quarter" idx="12"/>
          </p:nvPr>
        </p:nvSpPr>
        <p:spPr/>
        <p:txBody>
          <a:bodyPr/>
          <a:lstStyle/>
          <a:p>
            <a:fld id="{B6F15528-21DE-4FAA-801E-634DDDAF4B2B}" type="slidenum">
              <a:rPr lang="en-US" smtClean="0"/>
              <a:pPr/>
              <a:t>5</a:t>
            </a:fld>
            <a:endParaRPr lang="en-US"/>
          </a:p>
        </p:txBody>
      </p:sp>
      <p:sp>
        <p:nvSpPr>
          <p:cNvPr id="6" name="Date Placeholder 5"/>
          <p:cNvSpPr>
            <a:spLocks noGrp="1"/>
          </p:cNvSpPr>
          <p:nvPr>
            <p:ph type="dt" sz="half" idx="10"/>
          </p:nvPr>
        </p:nvSpPr>
        <p:spPr/>
        <p:txBody>
          <a:bodyPr/>
          <a:lstStyle/>
          <a:p>
            <a:fld id="{70640D65-092F-46D6-85E1-F51DD6A732A9}" type="datetime1">
              <a:rPr lang="en-US" smtClean="0"/>
              <a:t>6/24/2021</a:t>
            </a:fld>
            <a:endParaRPr lang="en-US"/>
          </a:p>
        </p:txBody>
      </p:sp>
      <p:sp>
        <p:nvSpPr>
          <p:cNvPr id="8" name="Footer Placeholder 7"/>
          <p:cNvSpPr>
            <a:spLocks noGrp="1"/>
          </p:cNvSpPr>
          <p:nvPr>
            <p:ph type="ftr" sz="quarter" idx="11"/>
          </p:nvPr>
        </p:nvSpPr>
        <p:spPr/>
        <p:txBody>
          <a:bodyPr/>
          <a:lstStyle/>
          <a:p>
            <a:r>
              <a:rPr lang="en-US"/>
              <a:t>Maheen Islam</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p:cNvSpPr>
            <a:spLocks noGrp="1"/>
          </p:cNvSpPr>
          <p:nvPr>
            <p:ph type="title"/>
          </p:nvPr>
        </p:nvSpPr>
        <p:spPr>
          <a:xfrm>
            <a:off x="457200" y="274638"/>
            <a:ext cx="8229600" cy="715962"/>
          </a:xfrm>
        </p:spPr>
        <p:txBody>
          <a:bodyPr>
            <a:normAutofit fontScale="90000"/>
          </a:bodyPr>
          <a:lstStyle/>
          <a:p>
            <a:pPr algn="ctr"/>
            <a:r>
              <a:rPr lang="en-US" dirty="0"/>
              <a:t>Types of Lists</a:t>
            </a:r>
          </a:p>
        </p:txBody>
      </p:sp>
      <p:sp>
        <p:nvSpPr>
          <p:cNvPr id="11" name="Content Placeholder 10"/>
          <p:cNvSpPr>
            <a:spLocks noGrp="1"/>
          </p:cNvSpPr>
          <p:nvPr>
            <p:ph idx="1"/>
          </p:nvPr>
        </p:nvSpPr>
        <p:spPr>
          <a:xfrm>
            <a:off x="1143000" y="1798637"/>
            <a:ext cx="7543800" cy="5059363"/>
          </a:xfrm>
        </p:spPr>
        <p:txBody>
          <a:bodyPr/>
          <a:lstStyle/>
          <a:p>
            <a:pPr lvl="1"/>
            <a:r>
              <a:rPr lang="en-US" dirty="0"/>
              <a:t>Singly Linked list</a:t>
            </a:r>
          </a:p>
          <a:p>
            <a:pPr lvl="1"/>
            <a:r>
              <a:rPr lang="en-US" dirty="0"/>
              <a:t>Doubly linked list</a:t>
            </a:r>
          </a:p>
          <a:p>
            <a:pPr lvl="1"/>
            <a:r>
              <a:rPr lang="en-US" dirty="0"/>
              <a:t>Circular linked list</a:t>
            </a:r>
          </a:p>
        </p:txBody>
      </p:sp>
      <p:sp>
        <p:nvSpPr>
          <p:cNvPr id="4" name="Slide Number Placeholder 3"/>
          <p:cNvSpPr>
            <a:spLocks noGrp="1"/>
          </p:cNvSpPr>
          <p:nvPr>
            <p:ph type="sldNum" sz="quarter" idx="12"/>
          </p:nvPr>
        </p:nvSpPr>
        <p:spPr/>
        <p:txBody>
          <a:bodyPr/>
          <a:lstStyle/>
          <a:p>
            <a:fld id="{B6F15528-21DE-4FAA-801E-634DDDAF4B2B}" type="slidenum">
              <a:rPr lang="en-US" smtClean="0"/>
              <a:pPr/>
              <a:t>6</a:t>
            </a:fld>
            <a:endParaRPr lang="en-US"/>
          </a:p>
        </p:txBody>
      </p:sp>
      <p:sp>
        <p:nvSpPr>
          <p:cNvPr id="5" name="Date Placeholder 4"/>
          <p:cNvSpPr>
            <a:spLocks noGrp="1"/>
          </p:cNvSpPr>
          <p:nvPr>
            <p:ph type="dt" sz="half" idx="10"/>
          </p:nvPr>
        </p:nvSpPr>
        <p:spPr/>
        <p:txBody>
          <a:bodyPr/>
          <a:lstStyle/>
          <a:p>
            <a:fld id="{E6DEC489-7056-407F-94A7-B9D907426D54}" type="datetime1">
              <a:rPr lang="en-US" smtClean="0"/>
              <a:t>6/24/2021</a:t>
            </a:fld>
            <a:endParaRPr lang="en-US"/>
          </a:p>
        </p:txBody>
      </p:sp>
      <p:sp>
        <p:nvSpPr>
          <p:cNvPr id="8" name="Footer Placeholder 7"/>
          <p:cNvSpPr>
            <a:spLocks noGrp="1"/>
          </p:cNvSpPr>
          <p:nvPr>
            <p:ph type="ftr" sz="quarter" idx="11"/>
          </p:nvPr>
        </p:nvSpPr>
        <p:spPr/>
        <p:txBody>
          <a:bodyPr/>
          <a:lstStyle/>
          <a:p>
            <a:r>
              <a:rPr lang="en-US"/>
              <a:t>Maheen Islam</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792162"/>
          </a:xfrm>
        </p:spPr>
        <p:txBody>
          <a:bodyPr>
            <a:normAutofit/>
          </a:bodyPr>
          <a:lstStyle/>
          <a:p>
            <a:pPr algn="ctr"/>
            <a:r>
              <a:rPr lang="en-US" sz="4000" dirty="0"/>
              <a:t>Singly Linked List</a:t>
            </a:r>
          </a:p>
        </p:txBody>
      </p:sp>
      <p:sp>
        <p:nvSpPr>
          <p:cNvPr id="3" name="Content Placeholder 2"/>
          <p:cNvSpPr>
            <a:spLocks noGrp="1"/>
          </p:cNvSpPr>
          <p:nvPr>
            <p:ph idx="1"/>
          </p:nvPr>
        </p:nvSpPr>
        <p:spPr>
          <a:xfrm>
            <a:off x="914400" y="1524000"/>
            <a:ext cx="7696200" cy="4983163"/>
          </a:xfrm>
        </p:spPr>
        <p:txBody>
          <a:bodyPr>
            <a:normAutofit/>
          </a:bodyPr>
          <a:lstStyle/>
          <a:p>
            <a:r>
              <a:rPr lang="en-US" sz="2800" dirty="0"/>
              <a:t>Each node has only one link part</a:t>
            </a:r>
          </a:p>
          <a:p>
            <a:r>
              <a:rPr lang="en-US" sz="2800" dirty="0"/>
              <a:t>Each link part contains the address of the next node in the list</a:t>
            </a:r>
          </a:p>
          <a:p>
            <a:r>
              <a:rPr lang="en-US" sz="2800" dirty="0"/>
              <a:t>Link part of the last node contains NULL value which signifies the end of the node</a:t>
            </a:r>
          </a:p>
        </p:txBody>
      </p:sp>
      <p:sp>
        <p:nvSpPr>
          <p:cNvPr id="4" name="Slide Number Placeholder 3"/>
          <p:cNvSpPr>
            <a:spLocks noGrp="1"/>
          </p:cNvSpPr>
          <p:nvPr>
            <p:ph type="sldNum" sz="quarter" idx="12"/>
          </p:nvPr>
        </p:nvSpPr>
        <p:spPr/>
        <p:txBody>
          <a:bodyPr/>
          <a:lstStyle/>
          <a:p>
            <a:fld id="{B6F15528-21DE-4FAA-801E-634DDDAF4B2B}" type="slidenum">
              <a:rPr lang="en-US" smtClean="0"/>
              <a:pPr/>
              <a:t>7</a:t>
            </a:fld>
            <a:endParaRPr lang="en-US"/>
          </a:p>
        </p:txBody>
      </p:sp>
      <p:sp>
        <p:nvSpPr>
          <p:cNvPr id="5" name="Date Placeholder 4"/>
          <p:cNvSpPr>
            <a:spLocks noGrp="1"/>
          </p:cNvSpPr>
          <p:nvPr>
            <p:ph type="dt" sz="half" idx="10"/>
          </p:nvPr>
        </p:nvSpPr>
        <p:spPr/>
        <p:txBody>
          <a:bodyPr/>
          <a:lstStyle/>
          <a:p>
            <a:fld id="{045835F7-E326-4041-A1DD-447E25368B3D}" type="datetime1">
              <a:rPr lang="en-US" smtClean="0"/>
              <a:t>6/24/2021</a:t>
            </a:fld>
            <a:endParaRPr lang="en-US"/>
          </a:p>
        </p:txBody>
      </p:sp>
      <p:sp>
        <p:nvSpPr>
          <p:cNvPr id="7" name="Footer Placeholder 6"/>
          <p:cNvSpPr>
            <a:spLocks noGrp="1"/>
          </p:cNvSpPr>
          <p:nvPr>
            <p:ph type="ftr" sz="quarter" idx="11"/>
          </p:nvPr>
        </p:nvSpPr>
        <p:spPr/>
        <p:txBody>
          <a:bodyPr/>
          <a:lstStyle/>
          <a:p>
            <a:r>
              <a:rPr lang="en-US"/>
              <a:t>Maheen Islam</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304800"/>
            <a:ext cx="8229600" cy="667512"/>
          </a:xfrm>
        </p:spPr>
        <p:txBody>
          <a:bodyPr>
            <a:normAutofit fontScale="90000"/>
          </a:bodyPr>
          <a:lstStyle/>
          <a:p>
            <a:pPr algn="ctr"/>
            <a:r>
              <a:rPr lang="en-US" dirty="0"/>
              <a:t>Schematic  Representation</a:t>
            </a:r>
          </a:p>
        </p:txBody>
      </p:sp>
      <p:sp>
        <p:nvSpPr>
          <p:cNvPr id="4" name="Rectangle 3"/>
          <p:cNvSpPr txBox="1">
            <a:spLocks noChangeArrowheads="1"/>
          </p:cNvSpPr>
          <p:nvPr/>
        </p:nvSpPr>
        <p:spPr>
          <a:xfrm>
            <a:off x="1066800" y="1371600"/>
            <a:ext cx="6858000" cy="714375"/>
          </a:xfrm>
          <a:prstGeom prst="rect">
            <a:avLst/>
          </a:prstGeom>
        </p:spPr>
        <p:txBody>
          <a:bodyPr vert="horz">
            <a:normAutofit/>
          </a:bodyPr>
          <a:lstStyle/>
          <a:p>
            <a:pPr marL="274320" marR="0" lvl="0" indent="-274320" algn="l" defTabSz="914400" rtl="0" eaLnBrk="1" fontAlgn="auto" latinLnBrk="0" hangingPunct="1">
              <a:lnSpc>
                <a:spcPct val="100000"/>
              </a:lnSpc>
              <a:spcBef>
                <a:spcPct val="20000"/>
              </a:spcBef>
              <a:spcAft>
                <a:spcPts val="0"/>
              </a:spcAft>
              <a:buClr>
                <a:schemeClr val="accent3"/>
              </a:buClr>
              <a:buSzPct val="95000"/>
              <a:buFont typeface="Wingdings 2"/>
              <a:buChar char=""/>
              <a:tabLst/>
              <a:defRPr/>
            </a:pPr>
            <a:r>
              <a:rPr kumimoji="0" lang="en-US" sz="2600" b="0" i="0" u="none" strike="noStrike" kern="1200" cap="none" spc="0" normalizeH="0" baseline="0" noProof="0" dirty="0">
                <a:ln>
                  <a:noFill/>
                </a:ln>
                <a:solidFill>
                  <a:schemeClr val="tx1"/>
                </a:solidFill>
                <a:effectLst/>
                <a:uLnTx/>
                <a:uFillTx/>
                <a:latin typeface="+mn-lt"/>
                <a:ea typeface="+mn-ea"/>
                <a:cs typeface="+mn-cs"/>
              </a:rPr>
              <a:t>Here is a </a:t>
            </a:r>
            <a:r>
              <a:rPr kumimoji="0" lang="en-US" sz="2600" b="0" i="0" u="none" strike="noStrike" kern="1200" cap="none" spc="0" normalizeH="0" baseline="0" noProof="0" dirty="0">
                <a:ln>
                  <a:noFill/>
                </a:ln>
                <a:effectLst/>
                <a:uLnTx/>
                <a:uFillTx/>
                <a:latin typeface="+mn-lt"/>
                <a:ea typeface="+mn-ea"/>
                <a:cs typeface="+mn-cs"/>
              </a:rPr>
              <a:t>singly-linked list (SLL):</a:t>
            </a:r>
            <a:endParaRPr kumimoji="0" lang="en-US" sz="2400" b="0" i="0" u="none" strike="noStrike" kern="1200" cap="none" spc="0" normalizeH="0" baseline="0" noProof="0" dirty="0">
              <a:ln>
                <a:noFill/>
              </a:ln>
              <a:effectLst/>
              <a:uLnTx/>
              <a:uFillTx/>
              <a:latin typeface="+mn-lt"/>
              <a:ea typeface="+mn-ea"/>
              <a:cs typeface="+mn-cs"/>
            </a:endParaRPr>
          </a:p>
        </p:txBody>
      </p:sp>
      <p:grpSp>
        <p:nvGrpSpPr>
          <p:cNvPr id="5" name="Group 41"/>
          <p:cNvGrpSpPr>
            <a:grpSpLocks/>
          </p:cNvGrpSpPr>
          <p:nvPr/>
        </p:nvGrpSpPr>
        <p:grpSpPr bwMode="auto">
          <a:xfrm>
            <a:off x="632012" y="2133600"/>
            <a:ext cx="7826189" cy="1066800"/>
            <a:chOff x="672" y="1536"/>
            <a:chExt cx="4656" cy="672"/>
          </a:xfrm>
          <a:effectLst/>
        </p:grpSpPr>
        <p:grpSp>
          <p:nvGrpSpPr>
            <p:cNvPr id="6" name="Group 5"/>
            <p:cNvGrpSpPr>
              <a:grpSpLocks/>
            </p:cNvGrpSpPr>
            <p:nvPr/>
          </p:nvGrpSpPr>
          <p:grpSpPr bwMode="auto">
            <a:xfrm>
              <a:off x="1728" y="1961"/>
              <a:ext cx="3600" cy="246"/>
              <a:chOff x="1056" y="2011"/>
              <a:chExt cx="3600" cy="246"/>
            </a:xfrm>
          </p:grpSpPr>
          <p:grpSp>
            <p:nvGrpSpPr>
              <p:cNvPr id="30" name="Group 6"/>
              <p:cNvGrpSpPr>
                <a:grpSpLocks/>
              </p:cNvGrpSpPr>
              <p:nvPr/>
            </p:nvGrpSpPr>
            <p:grpSpPr bwMode="auto">
              <a:xfrm>
                <a:off x="1056" y="2011"/>
                <a:ext cx="577" cy="243"/>
                <a:chOff x="863" y="1536"/>
                <a:chExt cx="577" cy="243"/>
              </a:xfrm>
            </p:grpSpPr>
            <p:sp>
              <p:nvSpPr>
                <p:cNvPr id="40" name="Rectangle 7"/>
                <p:cNvSpPr>
                  <a:spLocks noChangeArrowheads="1"/>
                </p:cNvSpPr>
                <p:nvPr/>
              </p:nvSpPr>
              <p:spPr bwMode="auto">
                <a:xfrm>
                  <a:off x="863" y="1537"/>
                  <a:ext cx="288" cy="242"/>
                </a:xfrm>
                <a:prstGeom prst="rect">
                  <a:avLst/>
                </a:prstGeom>
                <a:noFill/>
                <a:ln w="12700">
                  <a:solidFill>
                    <a:schemeClr val="tx1"/>
                  </a:solidFill>
                  <a:miter lim="800000"/>
                  <a:headEnd/>
                  <a:tailEnd/>
                </a:ln>
              </p:spPr>
              <p:txBody>
                <a:bodyPr wrap="none" anchor="ctr"/>
                <a:lstStyle/>
                <a:p>
                  <a:pPr algn="ctr"/>
                  <a:endParaRPr lang="en-US">
                    <a:latin typeface="Times New Roman" pitchFamily="18" charset="0"/>
                  </a:endParaRPr>
                </a:p>
              </p:txBody>
            </p:sp>
            <p:sp>
              <p:nvSpPr>
                <p:cNvPr id="41" name="Rectangle 8"/>
                <p:cNvSpPr>
                  <a:spLocks noChangeArrowheads="1"/>
                </p:cNvSpPr>
                <p:nvPr/>
              </p:nvSpPr>
              <p:spPr bwMode="auto">
                <a:xfrm>
                  <a:off x="1152" y="1536"/>
                  <a:ext cx="288" cy="242"/>
                </a:xfrm>
                <a:prstGeom prst="rect">
                  <a:avLst/>
                </a:prstGeom>
                <a:noFill/>
                <a:ln w="12700">
                  <a:solidFill>
                    <a:schemeClr val="tx1"/>
                  </a:solidFill>
                  <a:miter lim="800000"/>
                  <a:headEnd/>
                  <a:tailEnd/>
                </a:ln>
              </p:spPr>
              <p:txBody>
                <a:bodyPr wrap="none" anchor="ctr"/>
                <a:lstStyle/>
                <a:p>
                  <a:endParaRPr lang="en-US"/>
                </a:p>
              </p:txBody>
            </p:sp>
          </p:grpSp>
          <p:grpSp>
            <p:nvGrpSpPr>
              <p:cNvPr id="31" name="Group 9"/>
              <p:cNvGrpSpPr>
                <a:grpSpLocks/>
              </p:cNvGrpSpPr>
              <p:nvPr/>
            </p:nvGrpSpPr>
            <p:grpSpPr bwMode="auto">
              <a:xfrm>
                <a:off x="2063" y="2014"/>
                <a:ext cx="577" cy="243"/>
                <a:chOff x="863" y="1536"/>
                <a:chExt cx="577" cy="243"/>
              </a:xfrm>
            </p:grpSpPr>
            <p:sp>
              <p:nvSpPr>
                <p:cNvPr id="38" name="Rectangle 10"/>
                <p:cNvSpPr>
                  <a:spLocks noChangeArrowheads="1"/>
                </p:cNvSpPr>
                <p:nvPr/>
              </p:nvSpPr>
              <p:spPr bwMode="auto">
                <a:xfrm>
                  <a:off x="863" y="1537"/>
                  <a:ext cx="288" cy="242"/>
                </a:xfrm>
                <a:prstGeom prst="rect">
                  <a:avLst/>
                </a:prstGeom>
                <a:noFill/>
                <a:ln w="12700">
                  <a:solidFill>
                    <a:schemeClr val="tx1"/>
                  </a:solidFill>
                  <a:miter lim="800000"/>
                  <a:headEnd/>
                  <a:tailEnd/>
                </a:ln>
              </p:spPr>
              <p:txBody>
                <a:bodyPr wrap="none" anchor="ctr"/>
                <a:lstStyle/>
                <a:p>
                  <a:pPr algn="ctr"/>
                  <a:endParaRPr lang="en-US">
                    <a:latin typeface="Times New Roman" pitchFamily="18" charset="0"/>
                  </a:endParaRPr>
                </a:p>
              </p:txBody>
            </p:sp>
            <p:sp>
              <p:nvSpPr>
                <p:cNvPr id="39" name="Rectangle 11"/>
                <p:cNvSpPr>
                  <a:spLocks noChangeArrowheads="1"/>
                </p:cNvSpPr>
                <p:nvPr/>
              </p:nvSpPr>
              <p:spPr bwMode="auto">
                <a:xfrm>
                  <a:off x="1152" y="1536"/>
                  <a:ext cx="288" cy="242"/>
                </a:xfrm>
                <a:prstGeom prst="rect">
                  <a:avLst/>
                </a:prstGeom>
                <a:noFill/>
                <a:ln w="12700">
                  <a:solidFill>
                    <a:schemeClr val="tx1"/>
                  </a:solidFill>
                  <a:miter lim="800000"/>
                  <a:headEnd/>
                  <a:tailEnd/>
                </a:ln>
              </p:spPr>
              <p:txBody>
                <a:bodyPr wrap="none" anchor="ctr"/>
                <a:lstStyle/>
                <a:p>
                  <a:endParaRPr lang="en-US"/>
                </a:p>
              </p:txBody>
            </p:sp>
          </p:grpSp>
          <p:grpSp>
            <p:nvGrpSpPr>
              <p:cNvPr id="32" name="Group 12"/>
              <p:cNvGrpSpPr>
                <a:grpSpLocks/>
              </p:cNvGrpSpPr>
              <p:nvPr/>
            </p:nvGrpSpPr>
            <p:grpSpPr bwMode="auto">
              <a:xfrm>
                <a:off x="3071" y="2014"/>
                <a:ext cx="577" cy="243"/>
                <a:chOff x="863" y="1536"/>
                <a:chExt cx="577" cy="243"/>
              </a:xfrm>
            </p:grpSpPr>
            <p:sp>
              <p:nvSpPr>
                <p:cNvPr id="36" name="Rectangle 13"/>
                <p:cNvSpPr>
                  <a:spLocks noChangeArrowheads="1"/>
                </p:cNvSpPr>
                <p:nvPr/>
              </p:nvSpPr>
              <p:spPr bwMode="auto">
                <a:xfrm>
                  <a:off x="863" y="1537"/>
                  <a:ext cx="288" cy="242"/>
                </a:xfrm>
                <a:prstGeom prst="rect">
                  <a:avLst/>
                </a:prstGeom>
                <a:noFill/>
                <a:ln w="12700">
                  <a:solidFill>
                    <a:schemeClr val="tx1"/>
                  </a:solidFill>
                  <a:miter lim="800000"/>
                  <a:headEnd/>
                  <a:tailEnd/>
                </a:ln>
              </p:spPr>
              <p:txBody>
                <a:bodyPr wrap="none" anchor="ctr"/>
                <a:lstStyle/>
                <a:p>
                  <a:pPr algn="ctr"/>
                  <a:endParaRPr lang="en-US">
                    <a:latin typeface="Times New Roman" pitchFamily="18" charset="0"/>
                  </a:endParaRPr>
                </a:p>
              </p:txBody>
            </p:sp>
            <p:sp>
              <p:nvSpPr>
                <p:cNvPr id="37" name="Rectangle 14"/>
                <p:cNvSpPr>
                  <a:spLocks noChangeArrowheads="1"/>
                </p:cNvSpPr>
                <p:nvPr/>
              </p:nvSpPr>
              <p:spPr bwMode="auto">
                <a:xfrm>
                  <a:off x="1152" y="1536"/>
                  <a:ext cx="288" cy="242"/>
                </a:xfrm>
                <a:prstGeom prst="rect">
                  <a:avLst/>
                </a:prstGeom>
                <a:noFill/>
                <a:ln w="12700">
                  <a:solidFill>
                    <a:schemeClr val="tx1"/>
                  </a:solidFill>
                  <a:miter lim="800000"/>
                  <a:headEnd/>
                  <a:tailEnd/>
                </a:ln>
              </p:spPr>
              <p:txBody>
                <a:bodyPr wrap="none" anchor="ctr"/>
                <a:lstStyle/>
                <a:p>
                  <a:endParaRPr lang="en-US"/>
                </a:p>
              </p:txBody>
            </p:sp>
          </p:grpSp>
          <p:grpSp>
            <p:nvGrpSpPr>
              <p:cNvPr id="33" name="Group 15"/>
              <p:cNvGrpSpPr>
                <a:grpSpLocks/>
              </p:cNvGrpSpPr>
              <p:nvPr/>
            </p:nvGrpSpPr>
            <p:grpSpPr bwMode="auto">
              <a:xfrm>
                <a:off x="4079" y="2014"/>
                <a:ext cx="577" cy="243"/>
                <a:chOff x="863" y="1536"/>
                <a:chExt cx="577" cy="243"/>
              </a:xfrm>
            </p:grpSpPr>
            <p:sp>
              <p:nvSpPr>
                <p:cNvPr id="34" name="Rectangle 16"/>
                <p:cNvSpPr>
                  <a:spLocks noChangeArrowheads="1"/>
                </p:cNvSpPr>
                <p:nvPr/>
              </p:nvSpPr>
              <p:spPr bwMode="auto">
                <a:xfrm>
                  <a:off x="863" y="1537"/>
                  <a:ext cx="288" cy="242"/>
                </a:xfrm>
                <a:prstGeom prst="rect">
                  <a:avLst/>
                </a:prstGeom>
                <a:noFill/>
                <a:ln w="12700">
                  <a:solidFill>
                    <a:schemeClr val="tx1"/>
                  </a:solidFill>
                  <a:miter lim="800000"/>
                  <a:headEnd/>
                  <a:tailEnd/>
                </a:ln>
              </p:spPr>
              <p:txBody>
                <a:bodyPr wrap="none" anchor="ctr"/>
                <a:lstStyle/>
                <a:p>
                  <a:pPr algn="ctr"/>
                  <a:endParaRPr lang="en-US">
                    <a:latin typeface="Times New Roman" pitchFamily="18" charset="0"/>
                  </a:endParaRPr>
                </a:p>
              </p:txBody>
            </p:sp>
            <p:sp>
              <p:nvSpPr>
                <p:cNvPr id="35" name="Rectangle 17"/>
                <p:cNvSpPr>
                  <a:spLocks noChangeArrowheads="1"/>
                </p:cNvSpPr>
                <p:nvPr/>
              </p:nvSpPr>
              <p:spPr bwMode="auto">
                <a:xfrm>
                  <a:off x="1152" y="1536"/>
                  <a:ext cx="288" cy="242"/>
                </a:xfrm>
                <a:prstGeom prst="rect">
                  <a:avLst/>
                </a:prstGeom>
                <a:noFill/>
                <a:ln w="12700">
                  <a:solidFill>
                    <a:schemeClr val="tx1"/>
                  </a:solidFill>
                  <a:miter lim="800000"/>
                  <a:headEnd/>
                  <a:tailEnd/>
                </a:ln>
              </p:spPr>
              <p:txBody>
                <a:bodyPr wrap="none" anchor="ctr"/>
                <a:lstStyle/>
                <a:p>
                  <a:endParaRPr lang="en-US"/>
                </a:p>
              </p:txBody>
            </p:sp>
          </p:grpSp>
        </p:grpSp>
        <p:grpSp>
          <p:nvGrpSpPr>
            <p:cNvPr id="7" name="Group 18"/>
            <p:cNvGrpSpPr>
              <a:grpSpLocks/>
            </p:cNvGrpSpPr>
            <p:nvPr/>
          </p:nvGrpSpPr>
          <p:grpSpPr bwMode="auto">
            <a:xfrm>
              <a:off x="1728" y="1966"/>
              <a:ext cx="3312" cy="242"/>
              <a:chOff x="1056" y="2302"/>
              <a:chExt cx="3312" cy="242"/>
            </a:xfrm>
          </p:grpSpPr>
          <p:sp>
            <p:nvSpPr>
              <p:cNvPr id="26" name="Rectangle 19"/>
              <p:cNvSpPr>
                <a:spLocks noChangeArrowheads="1"/>
              </p:cNvSpPr>
              <p:nvPr/>
            </p:nvSpPr>
            <p:spPr bwMode="auto">
              <a:xfrm>
                <a:off x="1056" y="2302"/>
                <a:ext cx="288" cy="242"/>
              </a:xfrm>
              <a:prstGeom prst="rect">
                <a:avLst/>
              </a:prstGeom>
              <a:noFill/>
              <a:ln w="12700">
                <a:solidFill>
                  <a:schemeClr val="tx1"/>
                </a:solidFill>
                <a:miter lim="800000"/>
                <a:headEnd/>
                <a:tailEnd/>
              </a:ln>
            </p:spPr>
            <p:txBody>
              <a:bodyPr wrap="none" anchor="ctr"/>
              <a:lstStyle/>
              <a:p>
                <a:pPr algn="ctr"/>
                <a:r>
                  <a:rPr lang="en-US">
                    <a:latin typeface="Consolas" pitchFamily="49" charset="0"/>
                  </a:rPr>
                  <a:t>a</a:t>
                </a:r>
                <a:endParaRPr lang="en-US">
                  <a:latin typeface="Times New Roman" pitchFamily="18" charset="0"/>
                </a:endParaRPr>
              </a:p>
            </p:txBody>
          </p:sp>
          <p:sp>
            <p:nvSpPr>
              <p:cNvPr id="27" name="Rectangle 20"/>
              <p:cNvSpPr>
                <a:spLocks noChangeArrowheads="1"/>
              </p:cNvSpPr>
              <p:nvPr/>
            </p:nvSpPr>
            <p:spPr bwMode="auto">
              <a:xfrm>
                <a:off x="2064" y="2302"/>
                <a:ext cx="288" cy="242"/>
              </a:xfrm>
              <a:prstGeom prst="rect">
                <a:avLst/>
              </a:prstGeom>
              <a:noFill/>
              <a:ln w="12700">
                <a:solidFill>
                  <a:schemeClr val="tx1"/>
                </a:solidFill>
                <a:miter lim="800000"/>
                <a:headEnd/>
                <a:tailEnd/>
              </a:ln>
            </p:spPr>
            <p:txBody>
              <a:bodyPr wrap="none" anchor="ctr"/>
              <a:lstStyle/>
              <a:p>
                <a:pPr algn="ctr"/>
                <a:r>
                  <a:rPr lang="en-US">
                    <a:latin typeface="Consolas" pitchFamily="49" charset="0"/>
                  </a:rPr>
                  <a:t>b</a:t>
                </a:r>
                <a:endParaRPr lang="en-US">
                  <a:latin typeface="Times New Roman" pitchFamily="18" charset="0"/>
                </a:endParaRPr>
              </a:p>
            </p:txBody>
          </p:sp>
          <p:sp>
            <p:nvSpPr>
              <p:cNvPr id="28" name="Rectangle 21"/>
              <p:cNvSpPr>
                <a:spLocks noChangeArrowheads="1"/>
              </p:cNvSpPr>
              <p:nvPr/>
            </p:nvSpPr>
            <p:spPr bwMode="auto">
              <a:xfrm>
                <a:off x="3072" y="2302"/>
                <a:ext cx="288" cy="242"/>
              </a:xfrm>
              <a:prstGeom prst="rect">
                <a:avLst/>
              </a:prstGeom>
              <a:noFill/>
              <a:ln w="12700">
                <a:solidFill>
                  <a:schemeClr val="tx1"/>
                </a:solidFill>
                <a:miter lim="800000"/>
                <a:headEnd/>
                <a:tailEnd/>
              </a:ln>
            </p:spPr>
            <p:txBody>
              <a:bodyPr wrap="none" anchor="ctr"/>
              <a:lstStyle/>
              <a:p>
                <a:pPr algn="ctr"/>
                <a:r>
                  <a:rPr lang="en-US">
                    <a:latin typeface="Consolas" pitchFamily="49" charset="0"/>
                  </a:rPr>
                  <a:t>c</a:t>
                </a:r>
                <a:endParaRPr lang="en-US">
                  <a:latin typeface="Times New Roman" pitchFamily="18" charset="0"/>
                </a:endParaRPr>
              </a:p>
            </p:txBody>
          </p:sp>
          <p:sp>
            <p:nvSpPr>
              <p:cNvPr id="29" name="Rectangle 22"/>
              <p:cNvSpPr>
                <a:spLocks noChangeArrowheads="1"/>
              </p:cNvSpPr>
              <p:nvPr/>
            </p:nvSpPr>
            <p:spPr bwMode="auto">
              <a:xfrm>
                <a:off x="4080" y="2302"/>
                <a:ext cx="288" cy="242"/>
              </a:xfrm>
              <a:prstGeom prst="rect">
                <a:avLst/>
              </a:prstGeom>
              <a:noFill/>
              <a:ln w="12700">
                <a:solidFill>
                  <a:schemeClr val="tx1"/>
                </a:solidFill>
                <a:miter lim="800000"/>
                <a:headEnd/>
                <a:tailEnd/>
              </a:ln>
            </p:spPr>
            <p:txBody>
              <a:bodyPr wrap="none" anchor="ctr"/>
              <a:lstStyle/>
              <a:p>
                <a:pPr algn="ctr"/>
                <a:r>
                  <a:rPr lang="en-US">
                    <a:latin typeface="Consolas" pitchFamily="49" charset="0"/>
                  </a:rPr>
                  <a:t>d</a:t>
                </a:r>
                <a:endParaRPr lang="en-US">
                  <a:latin typeface="Times New Roman" pitchFamily="18" charset="0"/>
                </a:endParaRPr>
              </a:p>
            </p:txBody>
          </p:sp>
        </p:grpSp>
        <p:grpSp>
          <p:nvGrpSpPr>
            <p:cNvPr id="8" name="Group 23"/>
            <p:cNvGrpSpPr>
              <a:grpSpLocks/>
            </p:cNvGrpSpPr>
            <p:nvPr/>
          </p:nvGrpSpPr>
          <p:grpSpPr bwMode="auto">
            <a:xfrm>
              <a:off x="2112" y="2014"/>
              <a:ext cx="2640" cy="96"/>
              <a:chOff x="1440" y="2064"/>
              <a:chExt cx="2640" cy="96"/>
            </a:xfrm>
          </p:grpSpPr>
          <p:grpSp>
            <p:nvGrpSpPr>
              <p:cNvPr id="17" name="Group 24"/>
              <p:cNvGrpSpPr>
                <a:grpSpLocks/>
              </p:cNvGrpSpPr>
              <p:nvPr/>
            </p:nvGrpSpPr>
            <p:grpSpPr bwMode="auto">
              <a:xfrm>
                <a:off x="1440" y="2064"/>
                <a:ext cx="624" cy="96"/>
                <a:chOff x="1008" y="2304"/>
                <a:chExt cx="624" cy="96"/>
              </a:xfrm>
            </p:grpSpPr>
            <p:sp>
              <p:nvSpPr>
                <p:cNvPr id="24" name="Oval 25"/>
                <p:cNvSpPr>
                  <a:spLocks noChangeArrowheads="1"/>
                </p:cNvSpPr>
                <p:nvPr/>
              </p:nvSpPr>
              <p:spPr bwMode="auto">
                <a:xfrm>
                  <a:off x="1008" y="2304"/>
                  <a:ext cx="96" cy="96"/>
                </a:xfrm>
                <a:prstGeom prst="ellipse">
                  <a:avLst/>
                </a:prstGeom>
                <a:solidFill>
                  <a:schemeClr val="tx1"/>
                </a:solidFill>
                <a:ln w="12700">
                  <a:solidFill>
                    <a:schemeClr val="tx1"/>
                  </a:solidFill>
                  <a:round/>
                  <a:headEnd/>
                  <a:tailEnd/>
                </a:ln>
              </p:spPr>
              <p:txBody>
                <a:bodyPr wrap="none" anchor="ctr"/>
                <a:lstStyle/>
                <a:p>
                  <a:endParaRPr lang="en-US"/>
                </a:p>
              </p:txBody>
            </p:sp>
            <p:sp>
              <p:nvSpPr>
                <p:cNvPr id="25" name="Line 26"/>
                <p:cNvSpPr>
                  <a:spLocks noChangeShapeType="1"/>
                </p:cNvSpPr>
                <p:nvPr/>
              </p:nvSpPr>
              <p:spPr bwMode="auto">
                <a:xfrm>
                  <a:off x="1056" y="2352"/>
                  <a:ext cx="576" cy="0"/>
                </a:xfrm>
                <a:prstGeom prst="line">
                  <a:avLst/>
                </a:prstGeom>
                <a:noFill/>
                <a:ln w="12700">
                  <a:solidFill>
                    <a:schemeClr val="tx1"/>
                  </a:solidFill>
                  <a:round/>
                  <a:headEnd/>
                  <a:tailEnd type="triangle" w="lg" len="lg"/>
                </a:ln>
              </p:spPr>
              <p:txBody>
                <a:bodyPr wrap="none" anchor="ctr"/>
                <a:lstStyle/>
                <a:p>
                  <a:endParaRPr lang="en-US"/>
                </a:p>
              </p:txBody>
            </p:sp>
          </p:grpSp>
          <p:grpSp>
            <p:nvGrpSpPr>
              <p:cNvPr id="18" name="Group 27"/>
              <p:cNvGrpSpPr>
                <a:grpSpLocks/>
              </p:cNvGrpSpPr>
              <p:nvPr/>
            </p:nvGrpSpPr>
            <p:grpSpPr bwMode="auto">
              <a:xfrm>
                <a:off x="2448" y="2064"/>
                <a:ext cx="624" cy="96"/>
                <a:chOff x="1008" y="2304"/>
                <a:chExt cx="624" cy="96"/>
              </a:xfrm>
            </p:grpSpPr>
            <p:sp>
              <p:nvSpPr>
                <p:cNvPr id="22" name="Oval 28"/>
                <p:cNvSpPr>
                  <a:spLocks noChangeArrowheads="1"/>
                </p:cNvSpPr>
                <p:nvPr/>
              </p:nvSpPr>
              <p:spPr bwMode="auto">
                <a:xfrm>
                  <a:off x="1008" y="2304"/>
                  <a:ext cx="96" cy="96"/>
                </a:xfrm>
                <a:prstGeom prst="ellipse">
                  <a:avLst/>
                </a:prstGeom>
                <a:solidFill>
                  <a:schemeClr val="tx1"/>
                </a:solidFill>
                <a:ln w="12700">
                  <a:solidFill>
                    <a:schemeClr val="tx1"/>
                  </a:solidFill>
                  <a:round/>
                  <a:headEnd/>
                  <a:tailEnd/>
                </a:ln>
              </p:spPr>
              <p:txBody>
                <a:bodyPr wrap="none" anchor="ctr"/>
                <a:lstStyle/>
                <a:p>
                  <a:endParaRPr lang="en-US"/>
                </a:p>
              </p:txBody>
            </p:sp>
            <p:sp>
              <p:nvSpPr>
                <p:cNvPr id="23" name="Line 29"/>
                <p:cNvSpPr>
                  <a:spLocks noChangeShapeType="1"/>
                </p:cNvSpPr>
                <p:nvPr/>
              </p:nvSpPr>
              <p:spPr bwMode="auto">
                <a:xfrm>
                  <a:off x="1056" y="2352"/>
                  <a:ext cx="576" cy="0"/>
                </a:xfrm>
                <a:prstGeom prst="line">
                  <a:avLst/>
                </a:prstGeom>
                <a:noFill/>
                <a:ln w="12700">
                  <a:solidFill>
                    <a:schemeClr val="tx1"/>
                  </a:solidFill>
                  <a:round/>
                  <a:headEnd/>
                  <a:tailEnd type="triangle" w="lg" len="lg"/>
                </a:ln>
              </p:spPr>
              <p:txBody>
                <a:bodyPr wrap="none" anchor="ctr"/>
                <a:lstStyle/>
                <a:p>
                  <a:endParaRPr lang="en-US"/>
                </a:p>
              </p:txBody>
            </p:sp>
          </p:grpSp>
          <p:grpSp>
            <p:nvGrpSpPr>
              <p:cNvPr id="19" name="Group 30"/>
              <p:cNvGrpSpPr>
                <a:grpSpLocks/>
              </p:cNvGrpSpPr>
              <p:nvPr/>
            </p:nvGrpSpPr>
            <p:grpSpPr bwMode="auto">
              <a:xfrm>
                <a:off x="3456" y="2064"/>
                <a:ext cx="624" cy="96"/>
                <a:chOff x="1008" y="2304"/>
                <a:chExt cx="624" cy="96"/>
              </a:xfrm>
            </p:grpSpPr>
            <p:sp>
              <p:nvSpPr>
                <p:cNvPr id="20" name="Oval 31"/>
                <p:cNvSpPr>
                  <a:spLocks noChangeArrowheads="1"/>
                </p:cNvSpPr>
                <p:nvPr/>
              </p:nvSpPr>
              <p:spPr bwMode="auto">
                <a:xfrm>
                  <a:off x="1008" y="2304"/>
                  <a:ext cx="96" cy="96"/>
                </a:xfrm>
                <a:prstGeom prst="ellipse">
                  <a:avLst/>
                </a:prstGeom>
                <a:solidFill>
                  <a:schemeClr val="tx1"/>
                </a:solidFill>
                <a:ln w="12700">
                  <a:solidFill>
                    <a:schemeClr val="tx1"/>
                  </a:solidFill>
                  <a:round/>
                  <a:headEnd/>
                  <a:tailEnd/>
                </a:ln>
              </p:spPr>
              <p:txBody>
                <a:bodyPr wrap="none" anchor="ctr"/>
                <a:lstStyle/>
                <a:p>
                  <a:endParaRPr lang="en-US"/>
                </a:p>
              </p:txBody>
            </p:sp>
            <p:sp>
              <p:nvSpPr>
                <p:cNvPr id="21" name="Line 32"/>
                <p:cNvSpPr>
                  <a:spLocks noChangeShapeType="1"/>
                </p:cNvSpPr>
                <p:nvPr/>
              </p:nvSpPr>
              <p:spPr bwMode="auto">
                <a:xfrm>
                  <a:off x="1056" y="2352"/>
                  <a:ext cx="576" cy="0"/>
                </a:xfrm>
                <a:prstGeom prst="line">
                  <a:avLst/>
                </a:prstGeom>
                <a:noFill/>
                <a:ln w="12700">
                  <a:solidFill>
                    <a:schemeClr val="tx1"/>
                  </a:solidFill>
                  <a:round/>
                  <a:headEnd/>
                  <a:tailEnd type="triangle" w="lg" len="lg"/>
                </a:ln>
              </p:spPr>
              <p:txBody>
                <a:bodyPr wrap="none" anchor="ctr"/>
                <a:lstStyle/>
                <a:p>
                  <a:endParaRPr lang="en-US"/>
                </a:p>
              </p:txBody>
            </p:sp>
          </p:grpSp>
        </p:grpSp>
        <p:sp>
          <p:nvSpPr>
            <p:cNvPr id="9" name="Oval 33"/>
            <p:cNvSpPr>
              <a:spLocks noChangeArrowheads="1"/>
            </p:cNvSpPr>
            <p:nvPr/>
          </p:nvSpPr>
          <p:spPr bwMode="auto">
            <a:xfrm>
              <a:off x="5136" y="2016"/>
              <a:ext cx="96" cy="96"/>
            </a:xfrm>
            <a:prstGeom prst="ellipse">
              <a:avLst/>
            </a:prstGeom>
            <a:solidFill>
              <a:schemeClr val="tx1"/>
            </a:solidFill>
            <a:ln w="12700">
              <a:solidFill>
                <a:schemeClr val="tx1"/>
              </a:solidFill>
              <a:round/>
              <a:headEnd/>
              <a:tailEnd/>
            </a:ln>
          </p:spPr>
          <p:txBody>
            <a:bodyPr wrap="none" anchor="ctr"/>
            <a:lstStyle/>
            <a:p>
              <a:endParaRPr lang="en-US"/>
            </a:p>
          </p:txBody>
        </p:sp>
        <p:grpSp>
          <p:nvGrpSpPr>
            <p:cNvPr id="10" name="Group 34"/>
            <p:cNvGrpSpPr>
              <a:grpSpLocks/>
            </p:cNvGrpSpPr>
            <p:nvPr/>
          </p:nvGrpSpPr>
          <p:grpSpPr bwMode="auto">
            <a:xfrm>
              <a:off x="672" y="1536"/>
              <a:ext cx="1008" cy="432"/>
              <a:chOff x="432" y="1920"/>
              <a:chExt cx="1008" cy="432"/>
            </a:xfrm>
          </p:grpSpPr>
          <p:grpSp>
            <p:nvGrpSpPr>
              <p:cNvPr id="11" name="Group 35"/>
              <p:cNvGrpSpPr>
                <a:grpSpLocks/>
              </p:cNvGrpSpPr>
              <p:nvPr/>
            </p:nvGrpSpPr>
            <p:grpSpPr bwMode="auto">
              <a:xfrm>
                <a:off x="960" y="1920"/>
                <a:ext cx="480" cy="432"/>
                <a:chOff x="432" y="2352"/>
                <a:chExt cx="480" cy="432"/>
              </a:xfrm>
            </p:grpSpPr>
            <p:grpSp>
              <p:nvGrpSpPr>
                <p:cNvPr id="13" name="Group 36"/>
                <p:cNvGrpSpPr>
                  <a:grpSpLocks/>
                </p:cNvGrpSpPr>
                <p:nvPr/>
              </p:nvGrpSpPr>
              <p:grpSpPr bwMode="auto">
                <a:xfrm>
                  <a:off x="432" y="2352"/>
                  <a:ext cx="288" cy="240"/>
                  <a:chOff x="960" y="1584"/>
                  <a:chExt cx="288" cy="240"/>
                </a:xfrm>
              </p:grpSpPr>
              <p:sp>
                <p:nvSpPr>
                  <p:cNvPr id="15" name="Oval 37"/>
                  <p:cNvSpPr>
                    <a:spLocks noChangeArrowheads="1"/>
                  </p:cNvSpPr>
                  <p:nvPr/>
                </p:nvSpPr>
                <p:spPr bwMode="auto">
                  <a:xfrm>
                    <a:off x="1056" y="1632"/>
                    <a:ext cx="96" cy="96"/>
                  </a:xfrm>
                  <a:prstGeom prst="ellipse">
                    <a:avLst/>
                  </a:prstGeom>
                  <a:solidFill>
                    <a:schemeClr val="tx1"/>
                  </a:solidFill>
                  <a:ln w="12700">
                    <a:solidFill>
                      <a:schemeClr val="tx1"/>
                    </a:solidFill>
                    <a:round/>
                    <a:headEnd/>
                    <a:tailEnd/>
                  </a:ln>
                </p:spPr>
                <p:txBody>
                  <a:bodyPr wrap="none" anchor="ctr"/>
                  <a:lstStyle/>
                  <a:p>
                    <a:endParaRPr lang="en-US"/>
                  </a:p>
                </p:txBody>
              </p:sp>
              <p:sp>
                <p:nvSpPr>
                  <p:cNvPr id="16" name="Rectangle 38"/>
                  <p:cNvSpPr>
                    <a:spLocks noChangeArrowheads="1"/>
                  </p:cNvSpPr>
                  <p:nvPr/>
                </p:nvSpPr>
                <p:spPr bwMode="auto">
                  <a:xfrm>
                    <a:off x="960" y="1584"/>
                    <a:ext cx="288" cy="240"/>
                  </a:xfrm>
                  <a:prstGeom prst="rect">
                    <a:avLst/>
                  </a:prstGeom>
                  <a:noFill/>
                  <a:ln w="12700">
                    <a:solidFill>
                      <a:schemeClr val="tx1"/>
                    </a:solidFill>
                    <a:miter lim="800000"/>
                    <a:headEnd/>
                    <a:tailEnd/>
                  </a:ln>
                </p:spPr>
                <p:txBody>
                  <a:bodyPr wrap="none" anchor="ctr"/>
                  <a:lstStyle/>
                  <a:p>
                    <a:endParaRPr lang="en-US"/>
                  </a:p>
                </p:txBody>
              </p:sp>
            </p:grpSp>
            <p:sp>
              <p:nvSpPr>
                <p:cNvPr id="14" name="Line 39"/>
                <p:cNvSpPr>
                  <a:spLocks noChangeShapeType="1"/>
                </p:cNvSpPr>
                <p:nvPr/>
              </p:nvSpPr>
              <p:spPr bwMode="auto">
                <a:xfrm>
                  <a:off x="576" y="2448"/>
                  <a:ext cx="336" cy="336"/>
                </a:xfrm>
                <a:prstGeom prst="line">
                  <a:avLst/>
                </a:prstGeom>
                <a:noFill/>
                <a:ln w="28575">
                  <a:solidFill>
                    <a:schemeClr val="tx1"/>
                  </a:solidFill>
                  <a:round/>
                  <a:headEnd/>
                  <a:tailEnd type="triangle" w="med" len="med"/>
                </a:ln>
              </p:spPr>
              <p:txBody>
                <a:bodyPr wrap="none" anchor="ctr"/>
                <a:lstStyle/>
                <a:p>
                  <a:endParaRPr lang="en-US"/>
                </a:p>
              </p:txBody>
            </p:sp>
          </p:grpSp>
          <p:sp>
            <p:nvSpPr>
              <p:cNvPr id="12" name="Text Box 40"/>
              <p:cNvSpPr txBox="1">
                <a:spLocks noChangeArrowheads="1"/>
              </p:cNvSpPr>
              <p:nvPr/>
            </p:nvSpPr>
            <p:spPr bwMode="auto">
              <a:xfrm>
                <a:off x="432" y="1920"/>
                <a:ext cx="816" cy="233"/>
              </a:xfrm>
              <a:prstGeom prst="rect">
                <a:avLst/>
              </a:prstGeom>
              <a:noFill/>
              <a:ln w="9525">
                <a:noFill/>
                <a:miter lim="800000"/>
                <a:headEnd/>
                <a:tailEnd/>
              </a:ln>
            </p:spPr>
            <p:txBody>
              <a:bodyPr>
                <a:spAutoFit/>
              </a:bodyPr>
              <a:lstStyle/>
              <a:p>
                <a:pPr>
                  <a:spcBef>
                    <a:spcPct val="50000"/>
                  </a:spcBef>
                </a:pPr>
                <a:r>
                  <a:rPr lang="en-US" dirty="0" err="1">
                    <a:solidFill>
                      <a:srgbClr val="FF0000"/>
                    </a:solidFill>
                    <a:latin typeface="Consolas" pitchFamily="49" charset="0"/>
                  </a:rPr>
                  <a:t>myList</a:t>
                </a:r>
                <a:endParaRPr lang="en-US" dirty="0">
                  <a:solidFill>
                    <a:srgbClr val="FF0000"/>
                  </a:solidFill>
                  <a:latin typeface="Times New Roman" pitchFamily="18" charset="0"/>
                </a:endParaRPr>
              </a:p>
            </p:txBody>
          </p:sp>
        </p:grpSp>
      </p:grpSp>
      <p:sp>
        <p:nvSpPr>
          <p:cNvPr id="42" name="TextBox 41"/>
          <p:cNvSpPr txBox="1"/>
          <p:nvPr/>
        </p:nvSpPr>
        <p:spPr>
          <a:xfrm>
            <a:off x="1143000" y="3886200"/>
            <a:ext cx="7315200" cy="1938992"/>
          </a:xfrm>
          <a:prstGeom prst="rect">
            <a:avLst/>
          </a:prstGeom>
          <a:noFill/>
        </p:spPr>
        <p:txBody>
          <a:bodyPr wrap="square" rtlCol="0">
            <a:spAutoFit/>
          </a:bodyPr>
          <a:lstStyle/>
          <a:p>
            <a:pPr>
              <a:buFont typeface="Arial" pitchFamily="34" charset="0"/>
              <a:buChar char="•"/>
            </a:pPr>
            <a:r>
              <a:rPr lang="en-US" sz="2400" dirty="0">
                <a:solidFill>
                  <a:schemeClr val="bg2">
                    <a:lumMod val="50000"/>
                  </a:schemeClr>
                </a:solidFill>
              </a:rPr>
              <a:t> </a:t>
            </a:r>
            <a:r>
              <a:rPr lang="en-US" sz="2400" dirty="0"/>
              <a:t>Each node contains a value(data) and a pointer to the next node in the list</a:t>
            </a:r>
          </a:p>
          <a:p>
            <a:pPr>
              <a:buFont typeface="Arial" pitchFamily="34" charset="0"/>
              <a:buChar char="•"/>
            </a:pPr>
            <a:endParaRPr lang="en-US" sz="2400" dirty="0"/>
          </a:p>
          <a:p>
            <a:pPr>
              <a:buFont typeface="Arial" pitchFamily="34" charset="0"/>
              <a:buChar char="•"/>
            </a:pPr>
            <a:r>
              <a:rPr lang="en-US" sz="2400" dirty="0"/>
              <a:t> </a:t>
            </a:r>
            <a:r>
              <a:rPr lang="en-US" sz="2400" dirty="0" err="1"/>
              <a:t>myList</a:t>
            </a:r>
            <a:r>
              <a:rPr lang="en-US" sz="2400" dirty="0"/>
              <a:t>  is the header pointer   which points at the first node in the list</a:t>
            </a:r>
          </a:p>
        </p:txBody>
      </p:sp>
      <p:sp>
        <p:nvSpPr>
          <p:cNvPr id="43" name="Slide Number Placeholder 42"/>
          <p:cNvSpPr>
            <a:spLocks noGrp="1"/>
          </p:cNvSpPr>
          <p:nvPr>
            <p:ph type="sldNum" sz="quarter" idx="12"/>
          </p:nvPr>
        </p:nvSpPr>
        <p:spPr/>
        <p:txBody>
          <a:bodyPr/>
          <a:lstStyle/>
          <a:p>
            <a:fld id="{B6F15528-21DE-4FAA-801E-634DDDAF4B2B}" type="slidenum">
              <a:rPr lang="en-US" smtClean="0"/>
              <a:pPr/>
              <a:t>8</a:t>
            </a:fld>
            <a:endParaRPr lang="en-US"/>
          </a:p>
        </p:txBody>
      </p:sp>
      <p:sp>
        <p:nvSpPr>
          <p:cNvPr id="44" name="Date Placeholder 43"/>
          <p:cNvSpPr>
            <a:spLocks noGrp="1"/>
          </p:cNvSpPr>
          <p:nvPr>
            <p:ph type="dt" sz="half" idx="10"/>
          </p:nvPr>
        </p:nvSpPr>
        <p:spPr/>
        <p:txBody>
          <a:bodyPr/>
          <a:lstStyle/>
          <a:p>
            <a:fld id="{1AE3EC3A-9A65-43AE-AC6F-ED2271C5DF33}" type="datetime1">
              <a:rPr lang="en-US" smtClean="0"/>
              <a:t>6/24/2021</a:t>
            </a:fld>
            <a:endParaRPr lang="en-US"/>
          </a:p>
        </p:txBody>
      </p:sp>
      <p:sp>
        <p:nvSpPr>
          <p:cNvPr id="46" name="Footer Placeholder 45"/>
          <p:cNvSpPr>
            <a:spLocks noGrp="1"/>
          </p:cNvSpPr>
          <p:nvPr>
            <p:ph type="ftr" sz="quarter" idx="11"/>
          </p:nvPr>
        </p:nvSpPr>
        <p:spPr/>
        <p:txBody>
          <a:bodyPr/>
          <a:lstStyle/>
          <a:p>
            <a:r>
              <a:rPr lang="en-US"/>
              <a:t>Maheen Islam</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81000" y="152400"/>
            <a:ext cx="8229600" cy="896112"/>
          </a:xfrm>
        </p:spPr>
        <p:txBody>
          <a:bodyPr>
            <a:normAutofit/>
          </a:bodyPr>
          <a:lstStyle/>
          <a:p>
            <a:pPr algn="ctr"/>
            <a:r>
              <a:rPr lang="en-US" sz="4000" dirty="0"/>
              <a:t>Basic Operations on a List</a:t>
            </a:r>
          </a:p>
        </p:txBody>
      </p:sp>
      <p:sp>
        <p:nvSpPr>
          <p:cNvPr id="3" name="Content Placeholder 2"/>
          <p:cNvSpPr>
            <a:spLocks noGrp="1"/>
          </p:cNvSpPr>
          <p:nvPr>
            <p:ph idx="1"/>
          </p:nvPr>
        </p:nvSpPr>
        <p:spPr>
          <a:xfrm>
            <a:off x="914400" y="1219200"/>
            <a:ext cx="6858000" cy="4525963"/>
          </a:xfrm>
        </p:spPr>
        <p:txBody>
          <a:bodyPr>
            <a:normAutofit/>
          </a:bodyPr>
          <a:lstStyle/>
          <a:p>
            <a:r>
              <a:rPr lang="en-US" sz="2400" dirty="0"/>
              <a:t>Creating a List</a:t>
            </a:r>
          </a:p>
          <a:p>
            <a:pPr>
              <a:buFont typeface="Arial" pitchFamily="34" charset="0"/>
              <a:buChar char="•"/>
            </a:pPr>
            <a:r>
              <a:rPr lang="en-US" sz="2400" dirty="0"/>
              <a:t>Inserting  an element in a list</a:t>
            </a:r>
          </a:p>
          <a:p>
            <a:pPr>
              <a:buFont typeface="Arial" pitchFamily="34" charset="0"/>
              <a:buChar char="•"/>
            </a:pPr>
            <a:r>
              <a:rPr lang="en-US" sz="2400" dirty="0"/>
              <a:t>Deleting an element from a list</a:t>
            </a:r>
          </a:p>
          <a:p>
            <a:pPr>
              <a:buFont typeface="Arial" pitchFamily="34" charset="0"/>
              <a:buChar char="•"/>
            </a:pPr>
            <a:r>
              <a:rPr lang="en-US" sz="2400" dirty="0"/>
              <a:t>Searching a list</a:t>
            </a:r>
          </a:p>
          <a:p>
            <a:pPr>
              <a:buFont typeface="Arial" pitchFamily="34" charset="0"/>
              <a:buChar char="•"/>
            </a:pPr>
            <a:r>
              <a:rPr lang="en-US" sz="2400" dirty="0"/>
              <a:t>Reversing a list</a:t>
            </a:r>
          </a:p>
          <a:p>
            <a:pPr>
              <a:buNone/>
            </a:pPr>
            <a:endParaRPr lang="en-US" sz="2400" dirty="0">
              <a:solidFill>
                <a:schemeClr val="tx2">
                  <a:lumMod val="60000"/>
                  <a:lumOff val="40000"/>
                </a:schemeClr>
              </a:solidFill>
            </a:endParaRPr>
          </a:p>
        </p:txBody>
      </p:sp>
      <p:sp>
        <p:nvSpPr>
          <p:cNvPr id="4" name="Slide Number Placeholder 3"/>
          <p:cNvSpPr>
            <a:spLocks noGrp="1"/>
          </p:cNvSpPr>
          <p:nvPr>
            <p:ph type="sldNum" sz="quarter" idx="12"/>
          </p:nvPr>
        </p:nvSpPr>
        <p:spPr/>
        <p:txBody>
          <a:bodyPr/>
          <a:lstStyle/>
          <a:p>
            <a:fld id="{B6F15528-21DE-4FAA-801E-634DDDAF4B2B}" type="slidenum">
              <a:rPr lang="en-US" smtClean="0"/>
              <a:pPr/>
              <a:t>9</a:t>
            </a:fld>
            <a:endParaRPr lang="en-US"/>
          </a:p>
        </p:txBody>
      </p:sp>
      <p:sp>
        <p:nvSpPr>
          <p:cNvPr id="5" name="Date Placeholder 4"/>
          <p:cNvSpPr>
            <a:spLocks noGrp="1"/>
          </p:cNvSpPr>
          <p:nvPr>
            <p:ph type="dt" sz="half" idx="10"/>
          </p:nvPr>
        </p:nvSpPr>
        <p:spPr/>
        <p:txBody>
          <a:bodyPr/>
          <a:lstStyle/>
          <a:p>
            <a:fld id="{AFDA0FEC-4C81-48BE-A977-533CEFD663CC}" type="datetime1">
              <a:rPr lang="en-US" smtClean="0"/>
              <a:t>6/24/2021</a:t>
            </a:fld>
            <a:endParaRPr lang="en-US"/>
          </a:p>
        </p:txBody>
      </p:sp>
      <p:sp>
        <p:nvSpPr>
          <p:cNvPr id="7" name="Footer Placeholder 6"/>
          <p:cNvSpPr>
            <a:spLocks noGrp="1"/>
          </p:cNvSpPr>
          <p:nvPr>
            <p:ph type="ftr" sz="quarter" idx="11"/>
          </p:nvPr>
        </p:nvSpPr>
        <p:spPr/>
        <p:txBody>
          <a:bodyPr/>
          <a:lstStyle/>
          <a:p>
            <a:r>
              <a:rPr lang="en-US"/>
              <a:t>Maheen Islam</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28600"/>
            <a:ext cx="8229600" cy="1143000"/>
          </a:xfrm>
        </p:spPr>
        <p:txBody>
          <a:bodyPr>
            <a:normAutofit/>
          </a:bodyPr>
          <a:lstStyle/>
          <a:p>
            <a:pPr algn="ctr"/>
            <a:r>
              <a:rPr lang="en-US" sz="4000" dirty="0"/>
              <a:t>Creating a Node</a:t>
            </a:r>
          </a:p>
        </p:txBody>
      </p:sp>
      <p:sp>
        <p:nvSpPr>
          <p:cNvPr id="3" name="Content Placeholder 2"/>
          <p:cNvSpPr>
            <a:spLocks noGrp="1"/>
          </p:cNvSpPr>
          <p:nvPr>
            <p:ph idx="1"/>
          </p:nvPr>
        </p:nvSpPr>
        <p:spPr>
          <a:xfrm>
            <a:off x="1143000" y="1524000"/>
            <a:ext cx="7772400" cy="2667000"/>
          </a:xfrm>
        </p:spPr>
        <p:txBody>
          <a:bodyPr>
            <a:normAutofit fontScale="92500" lnSpcReduction="10000"/>
          </a:bodyPr>
          <a:lstStyle/>
          <a:p>
            <a:pPr>
              <a:buNone/>
            </a:pPr>
            <a:r>
              <a:rPr lang="en-US" sz="2400" dirty="0">
                <a:solidFill>
                  <a:schemeClr val="accent1">
                    <a:lumMod val="75000"/>
                  </a:schemeClr>
                </a:solidFill>
              </a:rPr>
              <a:t> </a:t>
            </a:r>
            <a:r>
              <a:rPr lang="en-US" sz="2400" dirty="0" err="1">
                <a:solidFill>
                  <a:schemeClr val="accent1">
                    <a:lumMod val="75000"/>
                  </a:schemeClr>
                </a:solidFill>
              </a:rPr>
              <a:t>struct</a:t>
            </a:r>
            <a:r>
              <a:rPr lang="en-US" sz="2400" dirty="0">
                <a:solidFill>
                  <a:schemeClr val="accent1">
                    <a:lumMod val="75000"/>
                  </a:schemeClr>
                </a:solidFill>
              </a:rPr>
              <a:t> node {</a:t>
            </a:r>
          </a:p>
          <a:p>
            <a:pPr>
              <a:buNone/>
            </a:pPr>
            <a:r>
              <a:rPr lang="en-US" sz="2400" dirty="0">
                <a:solidFill>
                  <a:schemeClr val="accent1">
                    <a:lumMod val="75000"/>
                  </a:schemeClr>
                </a:solidFill>
              </a:rPr>
              <a:t>         </a:t>
            </a:r>
            <a:r>
              <a:rPr lang="en-US" sz="2400" dirty="0" err="1">
                <a:solidFill>
                  <a:schemeClr val="accent1">
                    <a:lumMod val="75000"/>
                  </a:schemeClr>
                </a:solidFill>
              </a:rPr>
              <a:t>int</a:t>
            </a:r>
            <a:r>
              <a:rPr lang="en-US" sz="2400" dirty="0">
                <a:solidFill>
                  <a:schemeClr val="accent1">
                    <a:lumMod val="75000"/>
                  </a:schemeClr>
                </a:solidFill>
              </a:rPr>
              <a:t> </a:t>
            </a:r>
            <a:r>
              <a:rPr lang="en-US" sz="2400" dirty="0" err="1">
                <a:solidFill>
                  <a:schemeClr val="accent1">
                    <a:lumMod val="75000"/>
                  </a:schemeClr>
                </a:solidFill>
              </a:rPr>
              <a:t>val</a:t>
            </a:r>
            <a:r>
              <a:rPr lang="en-US" sz="2400" dirty="0">
                <a:solidFill>
                  <a:schemeClr val="accent1">
                    <a:lumMod val="75000"/>
                  </a:schemeClr>
                </a:solidFill>
              </a:rPr>
              <a:t>;                         </a:t>
            </a:r>
            <a:r>
              <a:rPr lang="en-US" sz="2400" dirty="0">
                <a:solidFill>
                  <a:srgbClr val="FF0000"/>
                </a:solidFill>
              </a:rPr>
              <a:t>// A simple node of a linked list</a:t>
            </a:r>
            <a:endParaRPr lang="en-US" sz="2400" dirty="0">
              <a:solidFill>
                <a:schemeClr val="accent1">
                  <a:lumMod val="75000"/>
                </a:schemeClr>
              </a:solidFill>
            </a:endParaRPr>
          </a:p>
          <a:p>
            <a:pPr>
              <a:buNone/>
            </a:pPr>
            <a:r>
              <a:rPr lang="en-US" sz="2400" dirty="0">
                <a:solidFill>
                  <a:schemeClr val="accent1">
                    <a:lumMod val="75000"/>
                  </a:schemeClr>
                </a:solidFill>
              </a:rPr>
              <a:t>         </a:t>
            </a:r>
            <a:r>
              <a:rPr lang="en-US" sz="2400" dirty="0" err="1">
                <a:solidFill>
                  <a:schemeClr val="accent1">
                    <a:lumMod val="75000"/>
                  </a:schemeClr>
                </a:solidFill>
              </a:rPr>
              <a:t>struct</a:t>
            </a:r>
            <a:r>
              <a:rPr lang="en-US" sz="2400" dirty="0">
                <a:solidFill>
                  <a:schemeClr val="accent1">
                    <a:lumMod val="75000"/>
                  </a:schemeClr>
                </a:solidFill>
              </a:rPr>
              <a:t>  node * next; </a:t>
            </a:r>
            <a:r>
              <a:rPr lang="en-US" sz="2400" dirty="0">
                <a:solidFill>
                  <a:srgbClr val="FF0000"/>
                </a:solidFill>
              </a:rPr>
              <a:t>// pointer to the next address</a:t>
            </a:r>
            <a:endParaRPr lang="en-US" sz="2400" dirty="0">
              <a:solidFill>
                <a:schemeClr val="accent1">
                  <a:lumMod val="75000"/>
                </a:schemeClr>
              </a:solidFill>
            </a:endParaRPr>
          </a:p>
          <a:p>
            <a:pPr>
              <a:buNone/>
            </a:pPr>
            <a:r>
              <a:rPr lang="en-US" sz="2400" dirty="0">
                <a:solidFill>
                  <a:schemeClr val="accent1">
                    <a:lumMod val="75000"/>
                  </a:schemeClr>
                </a:solidFill>
              </a:rPr>
              <a:t>} ;    </a:t>
            </a:r>
          </a:p>
          <a:p>
            <a:pPr>
              <a:buNone/>
            </a:pPr>
            <a:endParaRPr lang="en-US" sz="2400" dirty="0">
              <a:solidFill>
                <a:schemeClr val="accent1">
                  <a:lumMod val="75000"/>
                </a:schemeClr>
              </a:solidFill>
            </a:endParaRPr>
          </a:p>
          <a:p>
            <a:pPr>
              <a:buNone/>
            </a:pPr>
            <a:endParaRPr lang="en-US" sz="2400" dirty="0">
              <a:solidFill>
                <a:schemeClr val="accent1">
                  <a:lumMod val="75000"/>
                </a:schemeClr>
              </a:solidFill>
            </a:endParaRPr>
          </a:p>
          <a:p>
            <a:pPr>
              <a:buNone/>
            </a:pPr>
            <a:r>
              <a:rPr lang="en-US" sz="2400" dirty="0">
                <a:solidFill>
                  <a:schemeClr val="accent1">
                    <a:lumMod val="75000"/>
                  </a:schemeClr>
                </a:solidFill>
              </a:rPr>
              <a:t>                </a:t>
            </a:r>
            <a:endParaRPr lang="en-US" dirty="0">
              <a:solidFill>
                <a:schemeClr val="accent1">
                  <a:lumMod val="75000"/>
                </a:schemeClr>
              </a:solidFill>
            </a:endParaRPr>
          </a:p>
        </p:txBody>
      </p:sp>
      <p:pic>
        <p:nvPicPr>
          <p:cNvPr id="45058" name="Picture 2"/>
          <p:cNvPicPr>
            <a:picLocks noChangeAspect="1" noChangeArrowheads="1"/>
          </p:cNvPicPr>
          <p:nvPr/>
        </p:nvPicPr>
        <p:blipFill>
          <a:blip r:embed="rId2"/>
          <a:srcRect/>
          <a:stretch>
            <a:fillRect/>
          </a:stretch>
        </p:blipFill>
        <p:spPr bwMode="auto">
          <a:xfrm>
            <a:off x="2895600" y="3048000"/>
            <a:ext cx="3314700" cy="1743075"/>
          </a:xfrm>
          <a:prstGeom prst="rect">
            <a:avLst/>
          </a:prstGeom>
          <a:noFill/>
          <a:ln w="9525">
            <a:noFill/>
            <a:miter lim="800000"/>
            <a:headEnd/>
            <a:tailEnd/>
          </a:ln>
          <a:effectLst/>
        </p:spPr>
      </p:pic>
      <p:sp>
        <p:nvSpPr>
          <p:cNvPr id="5" name="Slide Number Placeholder 4"/>
          <p:cNvSpPr>
            <a:spLocks noGrp="1"/>
          </p:cNvSpPr>
          <p:nvPr>
            <p:ph type="sldNum" sz="quarter" idx="12"/>
          </p:nvPr>
        </p:nvSpPr>
        <p:spPr/>
        <p:txBody>
          <a:bodyPr/>
          <a:lstStyle/>
          <a:p>
            <a:fld id="{B6F15528-21DE-4FAA-801E-634DDDAF4B2B}" type="slidenum">
              <a:rPr lang="en-US" smtClean="0"/>
              <a:pPr/>
              <a:t>10</a:t>
            </a:fld>
            <a:endParaRPr lang="en-US"/>
          </a:p>
        </p:txBody>
      </p:sp>
      <p:sp>
        <p:nvSpPr>
          <p:cNvPr id="6" name="Date Placeholder 5"/>
          <p:cNvSpPr>
            <a:spLocks noGrp="1"/>
          </p:cNvSpPr>
          <p:nvPr>
            <p:ph type="dt" sz="half" idx="10"/>
          </p:nvPr>
        </p:nvSpPr>
        <p:spPr/>
        <p:txBody>
          <a:bodyPr/>
          <a:lstStyle/>
          <a:p>
            <a:fld id="{66FB1C0F-4E93-4D87-B322-8C0393F45018}" type="datetime1">
              <a:rPr lang="en-US" smtClean="0"/>
              <a:t>6/24/2021</a:t>
            </a:fld>
            <a:endParaRPr lang="en-US"/>
          </a:p>
        </p:txBody>
      </p:sp>
      <p:sp>
        <p:nvSpPr>
          <p:cNvPr id="8" name="Footer Placeholder 7"/>
          <p:cNvSpPr>
            <a:spLocks noGrp="1"/>
          </p:cNvSpPr>
          <p:nvPr>
            <p:ph type="ftr" sz="quarter" idx="11"/>
          </p:nvPr>
        </p:nvSpPr>
        <p:spPr/>
        <p:txBody>
          <a:bodyPr/>
          <a:lstStyle/>
          <a:p>
            <a:r>
              <a:rPr lang="en-US"/>
              <a:t>Maheen Islam</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143000" y="1219200"/>
            <a:ext cx="7772400" cy="5486400"/>
          </a:xfrm>
        </p:spPr>
        <p:txBody>
          <a:bodyPr>
            <a:noAutofit/>
          </a:bodyPr>
          <a:lstStyle/>
          <a:p>
            <a:pPr>
              <a:spcBef>
                <a:spcPts val="0"/>
              </a:spcBef>
              <a:buNone/>
            </a:pPr>
            <a:r>
              <a:rPr lang="en-US" sz="1800" dirty="0"/>
              <a:t>void create()</a:t>
            </a:r>
          </a:p>
          <a:p>
            <a:pPr>
              <a:spcBef>
                <a:spcPts val="0"/>
              </a:spcBef>
              <a:buNone/>
            </a:pPr>
            <a:r>
              <a:rPr lang="en-US" sz="1800" dirty="0"/>
              <a:t>{</a:t>
            </a:r>
          </a:p>
          <a:p>
            <a:pPr>
              <a:spcBef>
                <a:spcPts val="0"/>
              </a:spcBef>
              <a:buNone/>
            </a:pPr>
            <a:r>
              <a:rPr lang="en-US" sz="1800" dirty="0"/>
              <a:t>       </a:t>
            </a:r>
            <a:r>
              <a:rPr lang="en-US" sz="1800" dirty="0" err="1"/>
              <a:t>struct</a:t>
            </a:r>
            <a:r>
              <a:rPr lang="en-US" sz="1800" dirty="0"/>
              <a:t> node *</a:t>
            </a:r>
            <a:r>
              <a:rPr lang="en-US" sz="1800" dirty="0" err="1"/>
              <a:t>curr</a:t>
            </a:r>
            <a:r>
              <a:rPr lang="en-US" sz="1800" dirty="0"/>
              <a:t>, * head,*tail;</a:t>
            </a:r>
          </a:p>
          <a:p>
            <a:pPr>
              <a:spcBef>
                <a:spcPts val="0"/>
              </a:spcBef>
              <a:buNone/>
            </a:pPr>
            <a:r>
              <a:rPr lang="en-US" sz="1800" dirty="0"/>
              <a:t>       head = NULL;</a:t>
            </a:r>
          </a:p>
          <a:p>
            <a:pPr>
              <a:spcBef>
                <a:spcPts val="0"/>
              </a:spcBef>
              <a:buNone/>
            </a:pPr>
            <a:r>
              <a:rPr lang="en-US" sz="1800" dirty="0"/>
              <a:t>     // beginning of loop</a:t>
            </a:r>
          </a:p>
          <a:p>
            <a:pPr>
              <a:spcBef>
                <a:spcPts val="0"/>
              </a:spcBef>
              <a:buNone/>
            </a:pPr>
            <a:r>
              <a:rPr lang="en-US" sz="1800" b="1" dirty="0">
                <a:solidFill>
                  <a:srgbClr val="FF0000"/>
                </a:solidFill>
              </a:rPr>
              <a:t>      </a:t>
            </a:r>
            <a:r>
              <a:rPr lang="en-US" sz="1800" b="1" dirty="0" err="1">
                <a:solidFill>
                  <a:srgbClr val="FF0000"/>
                </a:solidFill>
              </a:rPr>
              <a:t>curr</a:t>
            </a:r>
            <a:r>
              <a:rPr lang="en-US" sz="1800" b="1" dirty="0">
                <a:solidFill>
                  <a:srgbClr val="FF0000"/>
                </a:solidFill>
              </a:rPr>
              <a:t> = (struct node*)malloc(</a:t>
            </a:r>
            <a:r>
              <a:rPr lang="en-US" sz="1800" b="1" dirty="0" err="1">
                <a:solidFill>
                  <a:srgbClr val="FF0000"/>
                </a:solidFill>
              </a:rPr>
              <a:t>sizeof</a:t>
            </a:r>
            <a:r>
              <a:rPr lang="en-US" sz="1800" b="1" dirty="0">
                <a:solidFill>
                  <a:srgbClr val="FF0000"/>
                </a:solidFill>
              </a:rPr>
              <a:t>(struct node));</a:t>
            </a:r>
          </a:p>
          <a:p>
            <a:pPr>
              <a:spcBef>
                <a:spcPts val="0"/>
              </a:spcBef>
              <a:buNone/>
            </a:pPr>
            <a:r>
              <a:rPr lang="en-US" sz="1800" b="1" dirty="0">
                <a:solidFill>
                  <a:srgbClr val="FF0000"/>
                </a:solidFill>
              </a:rPr>
              <a:t>      </a:t>
            </a:r>
            <a:r>
              <a:rPr lang="en-US" sz="1800" b="1" dirty="0" err="1">
                <a:solidFill>
                  <a:srgbClr val="FF0000"/>
                </a:solidFill>
              </a:rPr>
              <a:t>curr</a:t>
            </a:r>
            <a:r>
              <a:rPr lang="en-US" sz="1800" b="1" dirty="0">
                <a:solidFill>
                  <a:srgbClr val="FF0000"/>
                </a:solidFill>
              </a:rPr>
              <a:t>-&gt; </a:t>
            </a:r>
            <a:r>
              <a:rPr lang="en-US" sz="1800" b="1" dirty="0" err="1">
                <a:solidFill>
                  <a:srgbClr val="FF0000"/>
                </a:solidFill>
              </a:rPr>
              <a:t>val</a:t>
            </a:r>
            <a:r>
              <a:rPr lang="en-US" sz="1800" b="1" dirty="0">
                <a:solidFill>
                  <a:srgbClr val="FF0000"/>
                </a:solidFill>
              </a:rPr>
              <a:t> =read value;</a:t>
            </a:r>
          </a:p>
          <a:p>
            <a:pPr>
              <a:spcBef>
                <a:spcPts val="0"/>
              </a:spcBef>
              <a:buNone/>
            </a:pPr>
            <a:r>
              <a:rPr lang="en-US" sz="1800" b="1" dirty="0">
                <a:solidFill>
                  <a:srgbClr val="FF0000"/>
                </a:solidFill>
              </a:rPr>
              <a:t>      </a:t>
            </a:r>
            <a:r>
              <a:rPr lang="en-US" sz="1800" b="1" dirty="0" err="1">
                <a:solidFill>
                  <a:srgbClr val="FF0000"/>
                </a:solidFill>
              </a:rPr>
              <a:t>curr</a:t>
            </a:r>
            <a:r>
              <a:rPr lang="en-US" sz="1800" b="1" dirty="0">
                <a:solidFill>
                  <a:srgbClr val="FF0000"/>
                </a:solidFill>
              </a:rPr>
              <a:t>-&gt;next  = NULL;</a:t>
            </a:r>
          </a:p>
          <a:p>
            <a:pPr>
              <a:spcBef>
                <a:spcPts val="0"/>
              </a:spcBef>
              <a:buNone/>
            </a:pPr>
            <a:endParaRPr lang="en-US" sz="1800" dirty="0">
              <a:solidFill>
                <a:schemeClr val="accent1">
                  <a:lumMod val="75000"/>
                </a:schemeClr>
              </a:solidFill>
            </a:endParaRPr>
          </a:p>
          <a:p>
            <a:pPr>
              <a:spcBef>
                <a:spcPts val="0"/>
              </a:spcBef>
              <a:buNone/>
            </a:pPr>
            <a:r>
              <a:rPr lang="en-US" sz="1800" dirty="0"/>
              <a:t>      if (head == NULL)</a:t>
            </a:r>
          </a:p>
          <a:p>
            <a:pPr>
              <a:spcBef>
                <a:spcPts val="0"/>
              </a:spcBef>
              <a:buNone/>
            </a:pPr>
            <a:r>
              <a:rPr lang="en-US" sz="1800" dirty="0"/>
              <a:t>      {</a:t>
            </a:r>
          </a:p>
          <a:p>
            <a:pPr>
              <a:spcBef>
                <a:spcPts val="0"/>
              </a:spcBef>
              <a:buNone/>
            </a:pPr>
            <a:r>
              <a:rPr lang="en-US" sz="1800" dirty="0"/>
              <a:t>          head = </a:t>
            </a:r>
            <a:r>
              <a:rPr lang="en-US" sz="1800" dirty="0" err="1"/>
              <a:t>curr</a:t>
            </a:r>
            <a:r>
              <a:rPr lang="en-US" sz="1800" dirty="0"/>
              <a:t>;</a:t>
            </a:r>
          </a:p>
          <a:p>
            <a:pPr>
              <a:spcBef>
                <a:spcPts val="0"/>
              </a:spcBef>
              <a:buNone/>
            </a:pPr>
            <a:r>
              <a:rPr lang="en-US" sz="1800" dirty="0"/>
              <a:t>          tail = </a:t>
            </a:r>
            <a:r>
              <a:rPr lang="en-US" sz="1800" dirty="0" err="1"/>
              <a:t>curr</a:t>
            </a:r>
            <a:r>
              <a:rPr lang="en-US" sz="1800" dirty="0"/>
              <a:t>;</a:t>
            </a:r>
          </a:p>
          <a:p>
            <a:pPr>
              <a:spcBef>
                <a:spcPts val="0"/>
              </a:spcBef>
              <a:buNone/>
            </a:pPr>
            <a:r>
              <a:rPr lang="en-US" sz="1800" dirty="0"/>
              <a:t>      }</a:t>
            </a:r>
          </a:p>
          <a:p>
            <a:pPr>
              <a:spcBef>
                <a:spcPts val="0"/>
              </a:spcBef>
              <a:buNone/>
            </a:pPr>
            <a:r>
              <a:rPr lang="en-US" sz="1800" dirty="0"/>
              <a:t>      else {</a:t>
            </a:r>
          </a:p>
          <a:p>
            <a:pPr>
              <a:spcBef>
                <a:spcPts val="0"/>
              </a:spcBef>
              <a:buNone/>
            </a:pPr>
            <a:r>
              <a:rPr lang="en-US" sz="1800" dirty="0"/>
              <a:t>          tail-&gt;next = </a:t>
            </a:r>
            <a:r>
              <a:rPr lang="en-US" sz="1800" dirty="0" err="1"/>
              <a:t>curr</a:t>
            </a:r>
            <a:r>
              <a:rPr lang="en-US" sz="1800" dirty="0"/>
              <a:t>;</a:t>
            </a:r>
          </a:p>
          <a:p>
            <a:pPr>
              <a:spcBef>
                <a:spcPts val="0"/>
              </a:spcBef>
              <a:buNone/>
            </a:pPr>
            <a:r>
              <a:rPr lang="en-US" sz="1800" dirty="0"/>
              <a:t>          tail = </a:t>
            </a:r>
            <a:r>
              <a:rPr lang="en-US" sz="1800" dirty="0" err="1"/>
              <a:t>curr</a:t>
            </a:r>
            <a:r>
              <a:rPr lang="en-US" sz="1800" dirty="0"/>
              <a:t>;</a:t>
            </a:r>
          </a:p>
          <a:p>
            <a:pPr>
              <a:spcBef>
                <a:spcPts val="0"/>
              </a:spcBef>
              <a:buNone/>
            </a:pPr>
            <a:r>
              <a:rPr lang="en-US" sz="1800" dirty="0"/>
              <a:t>      }</a:t>
            </a:r>
          </a:p>
          <a:p>
            <a:pPr>
              <a:spcBef>
                <a:spcPts val="0"/>
              </a:spcBef>
              <a:buNone/>
            </a:pPr>
            <a:r>
              <a:rPr lang="en-US" sz="1800" dirty="0"/>
              <a:t>// end of loop;</a:t>
            </a:r>
          </a:p>
          <a:p>
            <a:pPr>
              <a:spcBef>
                <a:spcPts val="0"/>
              </a:spcBef>
              <a:buNone/>
            </a:pPr>
            <a:r>
              <a:rPr lang="en-US" sz="1800" dirty="0"/>
              <a:t>}</a:t>
            </a:r>
          </a:p>
        </p:txBody>
      </p:sp>
      <p:pic>
        <p:nvPicPr>
          <p:cNvPr id="4" name="Picture 3" descr="ImageHandler.png"/>
          <p:cNvPicPr>
            <a:picLocks noChangeAspect="1"/>
          </p:cNvPicPr>
          <p:nvPr/>
        </p:nvPicPr>
        <p:blipFill>
          <a:blip r:embed="rId2" cstate="print"/>
          <a:stretch>
            <a:fillRect/>
          </a:stretch>
        </p:blipFill>
        <p:spPr>
          <a:xfrm>
            <a:off x="3810000" y="4495800"/>
            <a:ext cx="4648200" cy="1219200"/>
          </a:xfrm>
          <a:prstGeom prst="rect">
            <a:avLst/>
          </a:prstGeom>
        </p:spPr>
      </p:pic>
      <p:pic>
        <p:nvPicPr>
          <p:cNvPr id="44033" name="Picture 1"/>
          <p:cNvPicPr>
            <a:picLocks noChangeAspect="1" noChangeArrowheads="1"/>
          </p:cNvPicPr>
          <p:nvPr/>
        </p:nvPicPr>
        <p:blipFill>
          <a:blip r:embed="rId3"/>
          <a:srcRect/>
          <a:stretch>
            <a:fillRect/>
          </a:stretch>
        </p:blipFill>
        <p:spPr bwMode="auto">
          <a:xfrm>
            <a:off x="3657600" y="5638800"/>
            <a:ext cx="5133975" cy="1009650"/>
          </a:xfrm>
          <a:prstGeom prst="rect">
            <a:avLst/>
          </a:prstGeom>
          <a:noFill/>
          <a:ln w="9525">
            <a:noFill/>
            <a:miter lim="800000"/>
            <a:headEnd/>
            <a:tailEnd/>
          </a:ln>
          <a:effectLst/>
        </p:spPr>
      </p:pic>
      <p:sp>
        <p:nvSpPr>
          <p:cNvPr id="5" name="Title 1"/>
          <p:cNvSpPr>
            <a:spLocks noGrp="1"/>
          </p:cNvSpPr>
          <p:nvPr>
            <p:ph type="title"/>
          </p:nvPr>
        </p:nvSpPr>
        <p:spPr>
          <a:xfrm>
            <a:off x="457200" y="228600"/>
            <a:ext cx="8229600" cy="1143000"/>
          </a:xfrm>
        </p:spPr>
        <p:txBody>
          <a:bodyPr>
            <a:normAutofit/>
          </a:bodyPr>
          <a:lstStyle/>
          <a:p>
            <a:pPr algn="ctr"/>
            <a:r>
              <a:rPr lang="en-US" sz="4000" dirty="0"/>
              <a:t>Creating a Node</a:t>
            </a:r>
          </a:p>
        </p:txBody>
      </p:sp>
      <p:sp>
        <p:nvSpPr>
          <p:cNvPr id="6" name="Slide Number Placeholder 5"/>
          <p:cNvSpPr>
            <a:spLocks noGrp="1"/>
          </p:cNvSpPr>
          <p:nvPr>
            <p:ph type="sldNum" sz="quarter" idx="12"/>
          </p:nvPr>
        </p:nvSpPr>
        <p:spPr/>
        <p:txBody>
          <a:bodyPr/>
          <a:lstStyle/>
          <a:p>
            <a:fld id="{B6F15528-21DE-4FAA-801E-634DDDAF4B2B}" type="slidenum">
              <a:rPr lang="en-US" smtClean="0"/>
              <a:pPr/>
              <a:t>11</a:t>
            </a:fld>
            <a:endParaRPr lang="en-US"/>
          </a:p>
        </p:txBody>
      </p:sp>
      <p:sp>
        <p:nvSpPr>
          <p:cNvPr id="7" name="Date Placeholder 6"/>
          <p:cNvSpPr>
            <a:spLocks noGrp="1"/>
          </p:cNvSpPr>
          <p:nvPr>
            <p:ph type="dt" sz="half" idx="10"/>
          </p:nvPr>
        </p:nvSpPr>
        <p:spPr/>
        <p:txBody>
          <a:bodyPr/>
          <a:lstStyle/>
          <a:p>
            <a:fld id="{1A558B5E-A405-4274-A176-BD5188CD6B0D}" type="datetime1">
              <a:rPr lang="en-US" smtClean="0"/>
              <a:t>6/24/2021</a:t>
            </a:fld>
            <a:endParaRPr lang="en-US"/>
          </a:p>
        </p:txBody>
      </p:sp>
      <p:sp>
        <p:nvSpPr>
          <p:cNvPr id="9" name="Footer Placeholder 8"/>
          <p:cNvSpPr>
            <a:spLocks noGrp="1"/>
          </p:cNvSpPr>
          <p:nvPr>
            <p:ph type="ftr" sz="quarter" idx="11"/>
          </p:nvPr>
        </p:nvSpPr>
        <p:spPr/>
        <p:txBody>
          <a:bodyPr/>
          <a:lstStyle/>
          <a:p>
            <a:r>
              <a:rPr lang="en-US"/>
              <a:t>Maheen Islam</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152400"/>
            <a:ext cx="8077200" cy="762000"/>
          </a:xfrm>
        </p:spPr>
        <p:txBody>
          <a:bodyPr>
            <a:normAutofit/>
          </a:bodyPr>
          <a:lstStyle/>
          <a:p>
            <a:pPr algn="ctr"/>
            <a:r>
              <a:rPr lang="en-US" sz="4000" dirty="0"/>
              <a:t>To Display</a:t>
            </a:r>
          </a:p>
        </p:txBody>
      </p:sp>
      <p:sp>
        <p:nvSpPr>
          <p:cNvPr id="3" name="Content Placeholder 2"/>
          <p:cNvSpPr>
            <a:spLocks noGrp="1"/>
          </p:cNvSpPr>
          <p:nvPr>
            <p:ph idx="1"/>
          </p:nvPr>
        </p:nvSpPr>
        <p:spPr>
          <a:xfrm>
            <a:off x="1143000" y="1219200"/>
            <a:ext cx="7498080" cy="4800600"/>
          </a:xfrm>
        </p:spPr>
        <p:txBody>
          <a:bodyPr>
            <a:normAutofit/>
          </a:bodyPr>
          <a:lstStyle/>
          <a:p>
            <a:pPr>
              <a:buNone/>
            </a:pPr>
            <a:r>
              <a:rPr lang="en-US" sz="2000" dirty="0"/>
              <a:t> void display()</a:t>
            </a:r>
          </a:p>
          <a:p>
            <a:pPr>
              <a:buNone/>
            </a:pPr>
            <a:r>
              <a:rPr lang="en-US" sz="2000" dirty="0"/>
              <a:t> {</a:t>
            </a:r>
          </a:p>
          <a:p>
            <a:pPr>
              <a:buNone/>
            </a:pPr>
            <a:r>
              <a:rPr lang="en-US" sz="2000" dirty="0"/>
              <a:t>  	</a:t>
            </a:r>
            <a:r>
              <a:rPr lang="en-US" sz="2000" dirty="0" err="1"/>
              <a:t>curr</a:t>
            </a:r>
            <a:r>
              <a:rPr lang="en-US" sz="2000" dirty="0"/>
              <a:t> = head;</a:t>
            </a:r>
          </a:p>
          <a:p>
            <a:pPr>
              <a:buNone/>
            </a:pPr>
            <a:r>
              <a:rPr lang="en-US" sz="2000" dirty="0"/>
              <a:t>     </a:t>
            </a:r>
            <a:r>
              <a:rPr lang="en-US" sz="2000" dirty="0" err="1"/>
              <a:t>printf</a:t>
            </a:r>
            <a:r>
              <a:rPr lang="en-US" sz="2000" dirty="0"/>
              <a:t>( "\n");</a:t>
            </a:r>
          </a:p>
          <a:p>
            <a:pPr>
              <a:buNone/>
            </a:pPr>
            <a:r>
              <a:rPr lang="en-US" sz="2000" dirty="0"/>
              <a:t>     while(</a:t>
            </a:r>
            <a:r>
              <a:rPr lang="en-US" sz="2000" dirty="0" err="1"/>
              <a:t>curr</a:t>
            </a:r>
            <a:r>
              <a:rPr lang="en-US" sz="2000" dirty="0"/>
              <a:t> != NULL) </a:t>
            </a:r>
          </a:p>
          <a:p>
            <a:pPr>
              <a:buNone/>
            </a:pPr>
            <a:r>
              <a:rPr lang="en-US" sz="2000" dirty="0"/>
              <a:t>     {</a:t>
            </a:r>
          </a:p>
          <a:p>
            <a:pPr>
              <a:buNone/>
            </a:pPr>
            <a:r>
              <a:rPr lang="en-US" sz="2000" dirty="0"/>
              <a:t>      	</a:t>
            </a:r>
            <a:r>
              <a:rPr lang="en-US" sz="2000" dirty="0" err="1"/>
              <a:t>printf</a:t>
            </a:r>
            <a:r>
              <a:rPr lang="en-US" sz="2000" dirty="0"/>
              <a:t>(" %d---&gt; ", </a:t>
            </a:r>
            <a:r>
              <a:rPr lang="en-US" sz="2000" dirty="0" err="1"/>
              <a:t>curr</a:t>
            </a:r>
            <a:r>
              <a:rPr lang="en-US" sz="2000" dirty="0"/>
              <a:t>-&gt;</a:t>
            </a:r>
            <a:r>
              <a:rPr lang="en-US" sz="2000" dirty="0" err="1"/>
              <a:t>val</a:t>
            </a:r>
            <a:r>
              <a:rPr lang="en-US" sz="2000" dirty="0"/>
              <a:t>);                     </a:t>
            </a:r>
          </a:p>
          <a:p>
            <a:pPr>
              <a:buNone/>
            </a:pPr>
            <a:r>
              <a:rPr lang="en-US" sz="2000" dirty="0"/>
              <a:t>            </a:t>
            </a:r>
            <a:r>
              <a:rPr lang="en-US" sz="2000" dirty="0" err="1"/>
              <a:t>curr</a:t>
            </a:r>
            <a:r>
              <a:rPr lang="en-US" sz="2000" dirty="0"/>
              <a:t> = </a:t>
            </a:r>
            <a:r>
              <a:rPr lang="en-US" sz="2000" dirty="0" err="1"/>
              <a:t>curr</a:t>
            </a:r>
            <a:r>
              <a:rPr lang="en-US" sz="2000" dirty="0"/>
              <a:t>-&gt;next ;</a:t>
            </a:r>
          </a:p>
          <a:p>
            <a:pPr>
              <a:buNone/>
            </a:pPr>
            <a:r>
              <a:rPr lang="en-US" sz="2000" dirty="0"/>
              <a:t>   	}             </a:t>
            </a:r>
          </a:p>
          <a:p>
            <a:pPr>
              <a:buNone/>
            </a:pPr>
            <a:r>
              <a:rPr lang="en-US" sz="2000" dirty="0"/>
              <a:t>}</a:t>
            </a:r>
          </a:p>
        </p:txBody>
      </p:sp>
      <p:sp>
        <p:nvSpPr>
          <p:cNvPr id="4" name="Slide Number Placeholder 3"/>
          <p:cNvSpPr>
            <a:spLocks noGrp="1"/>
          </p:cNvSpPr>
          <p:nvPr>
            <p:ph type="sldNum" sz="quarter" idx="12"/>
          </p:nvPr>
        </p:nvSpPr>
        <p:spPr/>
        <p:txBody>
          <a:bodyPr/>
          <a:lstStyle/>
          <a:p>
            <a:fld id="{B6F15528-21DE-4FAA-801E-634DDDAF4B2B}" type="slidenum">
              <a:rPr lang="en-US" smtClean="0"/>
              <a:pPr/>
              <a:t>12</a:t>
            </a:fld>
            <a:endParaRPr lang="en-US"/>
          </a:p>
        </p:txBody>
      </p:sp>
      <p:sp>
        <p:nvSpPr>
          <p:cNvPr id="5" name="Date Placeholder 4"/>
          <p:cNvSpPr>
            <a:spLocks noGrp="1"/>
          </p:cNvSpPr>
          <p:nvPr>
            <p:ph type="dt" sz="half" idx="10"/>
          </p:nvPr>
        </p:nvSpPr>
        <p:spPr/>
        <p:txBody>
          <a:bodyPr/>
          <a:lstStyle/>
          <a:p>
            <a:fld id="{9A7D628E-1473-40FE-BC18-294EF4D2A7ED}" type="datetime1">
              <a:rPr lang="en-US" smtClean="0"/>
              <a:t>6/24/2021</a:t>
            </a:fld>
            <a:endParaRPr lang="en-US"/>
          </a:p>
        </p:txBody>
      </p:sp>
      <p:sp>
        <p:nvSpPr>
          <p:cNvPr id="7" name="Footer Placeholder 6"/>
          <p:cNvSpPr>
            <a:spLocks noGrp="1"/>
          </p:cNvSpPr>
          <p:nvPr>
            <p:ph type="ftr" sz="quarter" idx="11"/>
          </p:nvPr>
        </p:nvSpPr>
        <p:spPr/>
        <p:txBody>
          <a:bodyPr/>
          <a:lstStyle/>
          <a:p>
            <a:r>
              <a:rPr lang="en-US"/>
              <a:t>Maheen Islam</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487362"/>
          </a:xfrm>
        </p:spPr>
        <p:txBody>
          <a:bodyPr>
            <a:noAutofit/>
          </a:bodyPr>
          <a:lstStyle/>
          <a:p>
            <a:pPr algn="ctr"/>
            <a:r>
              <a:rPr lang="en-US" sz="4000" dirty="0"/>
              <a:t>Traversing a Linked List</a:t>
            </a:r>
          </a:p>
        </p:txBody>
      </p:sp>
      <p:sp>
        <p:nvSpPr>
          <p:cNvPr id="3" name="Content Placeholder 2"/>
          <p:cNvSpPr>
            <a:spLocks noGrp="1"/>
          </p:cNvSpPr>
          <p:nvPr>
            <p:ph idx="1"/>
          </p:nvPr>
        </p:nvSpPr>
        <p:spPr>
          <a:xfrm>
            <a:off x="990600" y="914400"/>
            <a:ext cx="7696200" cy="4038599"/>
          </a:xfrm>
        </p:spPr>
        <p:txBody>
          <a:bodyPr>
            <a:normAutofit/>
          </a:bodyPr>
          <a:lstStyle/>
          <a:p>
            <a:pPr>
              <a:buNone/>
            </a:pPr>
            <a:r>
              <a:rPr lang="en-US" sz="2400" dirty="0"/>
              <a:t>Traversing linked list means visiting each and every node of the Singly linked list. Following steps are involved while traversing the singly linked list –</a:t>
            </a:r>
          </a:p>
          <a:p>
            <a:pPr>
              <a:buFont typeface="Wingdings" pitchFamily="2" charset="2"/>
              <a:buChar char="Ø"/>
            </a:pPr>
            <a:r>
              <a:rPr lang="en-US" sz="2400" dirty="0"/>
              <a:t>Firstly move to the first node</a:t>
            </a:r>
          </a:p>
          <a:p>
            <a:pPr>
              <a:buFont typeface="Wingdings" pitchFamily="2" charset="2"/>
              <a:buChar char="Ø"/>
            </a:pPr>
            <a:r>
              <a:rPr lang="en-US" sz="2400" dirty="0"/>
              <a:t>Fetch the data from the node and perform the operations such as arithmetic operation or any operation depending on data type.</a:t>
            </a:r>
          </a:p>
          <a:p>
            <a:pPr>
              <a:buFont typeface="Wingdings" pitchFamily="2" charset="2"/>
              <a:buChar char="Ø"/>
            </a:pPr>
            <a:r>
              <a:rPr lang="en-US" sz="2400" dirty="0"/>
              <a:t>After performing operation, advance pointer to next node and perform all above steps on Visited node.</a:t>
            </a:r>
          </a:p>
          <a:p>
            <a:pPr>
              <a:buNone/>
            </a:pPr>
            <a:endParaRPr lang="en-US" sz="2400" dirty="0"/>
          </a:p>
        </p:txBody>
      </p:sp>
      <p:pic>
        <p:nvPicPr>
          <p:cNvPr id="69636" name="Picture 4"/>
          <p:cNvPicPr>
            <a:picLocks noChangeAspect="1" noChangeArrowheads="1"/>
          </p:cNvPicPr>
          <p:nvPr/>
        </p:nvPicPr>
        <p:blipFill>
          <a:blip r:embed="rId2"/>
          <a:srcRect/>
          <a:stretch>
            <a:fillRect/>
          </a:stretch>
        </p:blipFill>
        <p:spPr bwMode="auto">
          <a:xfrm>
            <a:off x="2514600" y="4953000"/>
            <a:ext cx="4840548" cy="1504950"/>
          </a:xfrm>
          <a:prstGeom prst="rect">
            <a:avLst/>
          </a:prstGeom>
          <a:noFill/>
          <a:ln w="9525">
            <a:noFill/>
            <a:miter lim="800000"/>
            <a:headEnd/>
            <a:tailEnd/>
          </a:ln>
          <a:effectLst/>
        </p:spPr>
      </p:pic>
      <p:sp>
        <p:nvSpPr>
          <p:cNvPr id="5" name="Slide Number Placeholder 4"/>
          <p:cNvSpPr>
            <a:spLocks noGrp="1"/>
          </p:cNvSpPr>
          <p:nvPr>
            <p:ph type="sldNum" sz="quarter" idx="12"/>
          </p:nvPr>
        </p:nvSpPr>
        <p:spPr/>
        <p:txBody>
          <a:bodyPr/>
          <a:lstStyle/>
          <a:p>
            <a:fld id="{B6F15528-21DE-4FAA-801E-634DDDAF4B2B}" type="slidenum">
              <a:rPr lang="en-US" smtClean="0"/>
              <a:pPr/>
              <a:t>13</a:t>
            </a:fld>
            <a:endParaRPr lang="en-US"/>
          </a:p>
        </p:txBody>
      </p:sp>
      <p:sp>
        <p:nvSpPr>
          <p:cNvPr id="6" name="Date Placeholder 5"/>
          <p:cNvSpPr>
            <a:spLocks noGrp="1"/>
          </p:cNvSpPr>
          <p:nvPr>
            <p:ph type="dt" sz="half" idx="10"/>
          </p:nvPr>
        </p:nvSpPr>
        <p:spPr/>
        <p:txBody>
          <a:bodyPr/>
          <a:lstStyle/>
          <a:p>
            <a:fld id="{999C192C-3F2C-4164-A888-E2769EEB15BF}" type="datetime1">
              <a:rPr lang="en-US" smtClean="0"/>
              <a:t>6/24/2021</a:t>
            </a:fld>
            <a:endParaRPr lang="en-US"/>
          </a:p>
        </p:txBody>
      </p:sp>
      <p:sp>
        <p:nvSpPr>
          <p:cNvPr id="8" name="Footer Placeholder 7"/>
          <p:cNvSpPr>
            <a:spLocks noGrp="1"/>
          </p:cNvSpPr>
          <p:nvPr>
            <p:ph type="ftr" sz="quarter" idx="11"/>
          </p:nvPr>
        </p:nvSpPr>
        <p:spPr/>
        <p:txBody>
          <a:bodyPr/>
          <a:lstStyle/>
          <a:p>
            <a:r>
              <a:rPr lang="en-US"/>
              <a:t>Maheen Islam</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76200"/>
            <a:ext cx="8077200" cy="896112"/>
          </a:xfrm>
        </p:spPr>
        <p:txBody>
          <a:bodyPr>
            <a:normAutofit/>
          </a:bodyPr>
          <a:lstStyle/>
          <a:p>
            <a:pPr algn="ctr"/>
            <a:r>
              <a:rPr lang="en-US" sz="4000" dirty="0"/>
              <a:t>Inserting the Node in a SLL</a:t>
            </a:r>
          </a:p>
        </p:txBody>
      </p:sp>
      <p:sp>
        <p:nvSpPr>
          <p:cNvPr id="3" name="Content Placeholder 2"/>
          <p:cNvSpPr>
            <a:spLocks noGrp="1"/>
          </p:cNvSpPr>
          <p:nvPr>
            <p:ph idx="1"/>
          </p:nvPr>
        </p:nvSpPr>
        <p:spPr/>
        <p:txBody>
          <a:bodyPr>
            <a:normAutofit/>
          </a:bodyPr>
          <a:lstStyle/>
          <a:p>
            <a:pPr>
              <a:buNone/>
            </a:pPr>
            <a:r>
              <a:rPr lang="en-US" sz="3200" dirty="0">
                <a:solidFill>
                  <a:schemeClr val="accent1">
                    <a:lumMod val="50000"/>
                  </a:schemeClr>
                </a:solidFill>
              </a:rPr>
              <a:t>There  are  3 cases :-</a:t>
            </a:r>
          </a:p>
          <a:p>
            <a:pPr>
              <a:buFont typeface="Wingdings" pitchFamily="2" charset="2"/>
              <a:buChar char="Ø"/>
            </a:pPr>
            <a:r>
              <a:rPr lang="en-US" sz="3200" dirty="0">
                <a:solidFill>
                  <a:schemeClr val="accent1">
                    <a:lumMod val="50000"/>
                  </a:schemeClr>
                </a:solidFill>
              </a:rPr>
              <a:t>Insertion at the beginning</a:t>
            </a:r>
          </a:p>
          <a:p>
            <a:pPr>
              <a:buFont typeface="Wingdings" pitchFamily="2" charset="2"/>
              <a:buChar char="Ø"/>
            </a:pPr>
            <a:r>
              <a:rPr lang="en-US" sz="3200" dirty="0">
                <a:solidFill>
                  <a:schemeClr val="accent1">
                    <a:lumMod val="50000"/>
                  </a:schemeClr>
                </a:solidFill>
              </a:rPr>
              <a:t>Insertion at the end</a:t>
            </a:r>
          </a:p>
          <a:p>
            <a:pPr>
              <a:buFont typeface="Wingdings" pitchFamily="2" charset="2"/>
              <a:buChar char="Ø"/>
            </a:pPr>
            <a:r>
              <a:rPr lang="en-US" sz="3200" dirty="0">
                <a:solidFill>
                  <a:schemeClr val="accent1">
                    <a:lumMod val="50000"/>
                  </a:schemeClr>
                </a:solidFill>
              </a:rPr>
              <a:t>Insertion after a particular node</a:t>
            </a:r>
          </a:p>
        </p:txBody>
      </p:sp>
      <p:sp>
        <p:nvSpPr>
          <p:cNvPr id="4" name="Slide Number Placeholder 3"/>
          <p:cNvSpPr>
            <a:spLocks noGrp="1"/>
          </p:cNvSpPr>
          <p:nvPr>
            <p:ph type="sldNum" sz="quarter" idx="12"/>
          </p:nvPr>
        </p:nvSpPr>
        <p:spPr/>
        <p:txBody>
          <a:bodyPr/>
          <a:lstStyle/>
          <a:p>
            <a:fld id="{B6F15528-21DE-4FAA-801E-634DDDAF4B2B}" type="slidenum">
              <a:rPr lang="en-US" smtClean="0"/>
              <a:pPr/>
              <a:t>14</a:t>
            </a:fld>
            <a:endParaRPr lang="en-US"/>
          </a:p>
        </p:txBody>
      </p:sp>
      <p:sp>
        <p:nvSpPr>
          <p:cNvPr id="5" name="Date Placeholder 4"/>
          <p:cNvSpPr>
            <a:spLocks noGrp="1"/>
          </p:cNvSpPr>
          <p:nvPr>
            <p:ph type="dt" sz="half" idx="10"/>
          </p:nvPr>
        </p:nvSpPr>
        <p:spPr/>
        <p:txBody>
          <a:bodyPr/>
          <a:lstStyle/>
          <a:p>
            <a:fld id="{B78531EF-621F-4D56-8D3F-274D6E68B594}" type="datetime1">
              <a:rPr lang="en-US" smtClean="0"/>
              <a:t>6/24/2021</a:t>
            </a:fld>
            <a:endParaRPr lang="en-US"/>
          </a:p>
        </p:txBody>
      </p:sp>
      <p:sp>
        <p:nvSpPr>
          <p:cNvPr id="7" name="Footer Placeholder 6"/>
          <p:cNvSpPr>
            <a:spLocks noGrp="1"/>
          </p:cNvSpPr>
          <p:nvPr>
            <p:ph type="ftr" sz="quarter" idx="11"/>
          </p:nvPr>
        </p:nvSpPr>
        <p:spPr/>
        <p:txBody>
          <a:bodyPr/>
          <a:lstStyle/>
          <a:p>
            <a:r>
              <a:rPr lang="en-US"/>
              <a:t>Maheen Islam</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85800" y="228600"/>
            <a:ext cx="7848600" cy="381000"/>
          </a:xfrm>
        </p:spPr>
        <p:txBody>
          <a:bodyPr>
            <a:noAutofit/>
          </a:bodyPr>
          <a:lstStyle/>
          <a:p>
            <a:pPr algn="ctr"/>
            <a:r>
              <a:rPr lang="en-US" sz="4000" dirty="0"/>
              <a:t>Insertion at the Beginning</a:t>
            </a:r>
          </a:p>
        </p:txBody>
      </p:sp>
      <p:sp>
        <p:nvSpPr>
          <p:cNvPr id="3" name="Content Placeholder 2"/>
          <p:cNvSpPr>
            <a:spLocks noGrp="1"/>
          </p:cNvSpPr>
          <p:nvPr>
            <p:ph idx="1"/>
          </p:nvPr>
        </p:nvSpPr>
        <p:spPr>
          <a:xfrm>
            <a:off x="990600" y="1066800"/>
            <a:ext cx="7696200" cy="5059363"/>
          </a:xfrm>
        </p:spPr>
        <p:txBody>
          <a:bodyPr>
            <a:normAutofit/>
          </a:bodyPr>
          <a:lstStyle/>
          <a:p>
            <a:pPr>
              <a:buNone/>
            </a:pPr>
            <a:r>
              <a:rPr lang="en-US" sz="2400" dirty="0"/>
              <a:t>There are two steps to be followed:-</a:t>
            </a:r>
          </a:p>
          <a:p>
            <a:pPr marL="514350" indent="-514350">
              <a:buFont typeface="+mj-lt"/>
              <a:buAutoNum type="alphaLcParenR"/>
            </a:pPr>
            <a:r>
              <a:rPr lang="en-US" sz="2400" dirty="0"/>
              <a:t>Make the next pointer of the new node point towards the first node of the list</a:t>
            </a:r>
          </a:p>
          <a:p>
            <a:pPr marL="514350" indent="-514350">
              <a:buFont typeface="+mj-lt"/>
              <a:buAutoNum type="alphaLcParenR"/>
            </a:pPr>
            <a:r>
              <a:rPr lang="en-US" sz="2400" dirty="0"/>
              <a:t>Make the head pointer point towards this new node</a:t>
            </a:r>
          </a:p>
          <a:p>
            <a:pPr marL="514350" indent="-514350">
              <a:buFont typeface="Wingdings" pitchFamily="2" charset="2"/>
              <a:buChar char="§"/>
            </a:pPr>
            <a:r>
              <a:rPr lang="en-US" sz="2400" dirty="0"/>
              <a:t>If the list is empty simply make the head pointer point towards the new node;</a:t>
            </a:r>
          </a:p>
        </p:txBody>
      </p:sp>
      <p:sp>
        <p:nvSpPr>
          <p:cNvPr id="4" name="Slide Number Placeholder 3"/>
          <p:cNvSpPr>
            <a:spLocks noGrp="1"/>
          </p:cNvSpPr>
          <p:nvPr>
            <p:ph type="sldNum" sz="quarter" idx="12"/>
          </p:nvPr>
        </p:nvSpPr>
        <p:spPr/>
        <p:txBody>
          <a:bodyPr/>
          <a:lstStyle/>
          <a:p>
            <a:fld id="{B6F15528-21DE-4FAA-801E-634DDDAF4B2B}" type="slidenum">
              <a:rPr lang="en-US" smtClean="0"/>
              <a:pPr/>
              <a:t>15</a:t>
            </a:fld>
            <a:endParaRPr lang="en-US"/>
          </a:p>
        </p:txBody>
      </p:sp>
      <p:sp>
        <p:nvSpPr>
          <p:cNvPr id="5" name="Date Placeholder 4"/>
          <p:cNvSpPr>
            <a:spLocks noGrp="1"/>
          </p:cNvSpPr>
          <p:nvPr>
            <p:ph type="dt" sz="half" idx="10"/>
          </p:nvPr>
        </p:nvSpPr>
        <p:spPr/>
        <p:txBody>
          <a:bodyPr/>
          <a:lstStyle/>
          <a:p>
            <a:fld id="{EAB9033E-85FE-4839-9F43-3B12A53F446B}" type="datetime1">
              <a:rPr lang="en-US" smtClean="0"/>
              <a:t>6/24/2021</a:t>
            </a:fld>
            <a:endParaRPr lang="en-US"/>
          </a:p>
        </p:txBody>
      </p:sp>
      <p:sp>
        <p:nvSpPr>
          <p:cNvPr id="7" name="Footer Placeholder 6"/>
          <p:cNvSpPr>
            <a:spLocks noGrp="1"/>
          </p:cNvSpPr>
          <p:nvPr>
            <p:ph type="ftr" sz="quarter" idx="11"/>
          </p:nvPr>
        </p:nvSpPr>
        <p:spPr/>
        <p:txBody>
          <a:bodyPr/>
          <a:lstStyle/>
          <a:p>
            <a:r>
              <a:rPr lang="en-US"/>
              <a:t>Maheen Islam</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descr="dl3.png"/>
          <p:cNvPicPr>
            <a:picLocks noChangeAspect="1"/>
          </p:cNvPicPr>
          <p:nvPr/>
        </p:nvPicPr>
        <p:blipFill>
          <a:blip r:embed="rId2" cstate="print"/>
          <a:stretch>
            <a:fillRect/>
          </a:stretch>
        </p:blipFill>
        <p:spPr>
          <a:xfrm>
            <a:off x="817998" y="1885426"/>
            <a:ext cx="8249802" cy="3753374"/>
          </a:xfrm>
          <a:prstGeom prst="rect">
            <a:avLst/>
          </a:prstGeom>
        </p:spPr>
      </p:pic>
      <p:sp>
        <p:nvSpPr>
          <p:cNvPr id="6" name="Title 1"/>
          <p:cNvSpPr>
            <a:spLocks noGrp="1"/>
          </p:cNvSpPr>
          <p:nvPr>
            <p:ph type="title"/>
          </p:nvPr>
        </p:nvSpPr>
        <p:spPr>
          <a:xfrm>
            <a:off x="1435608" y="152400"/>
            <a:ext cx="7498080" cy="1143000"/>
          </a:xfrm>
        </p:spPr>
        <p:txBody>
          <a:bodyPr>
            <a:noAutofit/>
          </a:bodyPr>
          <a:lstStyle/>
          <a:p>
            <a:pPr algn="ctr"/>
            <a:r>
              <a:rPr lang="en-US" sz="4000" dirty="0"/>
              <a:t>Insertion at the Beginning</a:t>
            </a:r>
          </a:p>
        </p:txBody>
      </p:sp>
      <p:sp>
        <p:nvSpPr>
          <p:cNvPr id="4" name="Slide Number Placeholder 3"/>
          <p:cNvSpPr>
            <a:spLocks noGrp="1"/>
          </p:cNvSpPr>
          <p:nvPr>
            <p:ph type="sldNum" sz="quarter" idx="12"/>
          </p:nvPr>
        </p:nvSpPr>
        <p:spPr/>
        <p:txBody>
          <a:bodyPr/>
          <a:lstStyle/>
          <a:p>
            <a:fld id="{B6F15528-21DE-4FAA-801E-634DDDAF4B2B}" type="slidenum">
              <a:rPr lang="en-US" smtClean="0"/>
              <a:pPr/>
              <a:t>16</a:t>
            </a:fld>
            <a:endParaRPr lang="en-US"/>
          </a:p>
        </p:txBody>
      </p:sp>
      <p:sp>
        <p:nvSpPr>
          <p:cNvPr id="7" name="Date Placeholder 6"/>
          <p:cNvSpPr>
            <a:spLocks noGrp="1"/>
          </p:cNvSpPr>
          <p:nvPr>
            <p:ph type="dt" sz="half" idx="10"/>
          </p:nvPr>
        </p:nvSpPr>
        <p:spPr/>
        <p:txBody>
          <a:bodyPr/>
          <a:lstStyle/>
          <a:p>
            <a:fld id="{53D0CC82-9CD2-4D9D-A369-018BAEC2EC89}" type="datetime1">
              <a:rPr lang="en-US" smtClean="0"/>
              <a:t>6/24/2021</a:t>
            </a:fld>
            <a:endParaRPr lang="en-US"/>
          </a:p>
        </p:txBody>
      </p:sp>
      <p:sp>
        <p:nvSpPr>
          <p:cNvPr id="9" name="Footer Placeholder 8"/>
          <p:cNvSpPr>
            <a:spLocks noGrp="1"/>
          </p:cNvSpPr>
          <p:nvPr>
            <p:ph type="ftr" sz="quarter" idx="11"/>
          </p:nvPr>
        </p:nvSpPr>
        <p:spPr/>
        <p:txBody>
          <a:bodyPr/>
          <a:lstStyle/>
          <a:p>
            <a:r>
              <a:rPr lang="en-US"/>
              <a:t>Maheen Islam</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914400" y="1447800"/>
            <a:ext cx="7620000" cy="5257800"/>
          </a:xfrm>
        </p:spPr>
        <p:txBody>
          <a:bodyPr>
            <a:normAutofit/>
          </a:bodyPr>
          <a:lstStyle/>
          <a:p>
            <a:pPr>
              <a:buNone/>
            </a:pPr>
            <a:r>
              <a:rPr lang="en-US" sz="2000" b="1" dirty="0"/>
              <a:t>void</a:t>
            </a:r>
            <a:r>
              <a:rPr lang="en-US" sz="2000" dirty="0"/>
              <a:t> </a:t>
            </a:r>
            <a:r>
              <a:rPr lang="en-US" sz="2000" dirty="0" err="1"/>
              <a:t>insert_at_beg</a:t>
            </a:r>
            <a:r>
              <a:rPr lang="en-US" sz="2000" dirty="0"/>
              <a:t>() { </a:t>
            </a:r>
          </a:p>
          <a:p>
            <a:pPr>
              <a:buNone/>
            </a:pPr>
            <a:r>
              <a:rPr lang="en-US" sz="2000" b="1" dirty="0"/>
              <a:t>       </a:t>
            </a:r>
            <a:r>
              <a:rPr lang="en-US" sz="2000" b="1" dirty="0" err="1"/>
              <a:t>struct</a:t>
            </a:r>
            <a:r>
              <a:rPr lang="en-US" sz="2000" dirty="0"/>
              <a:t> node *</a:t>
            </a:r>
            <a:r>
              <a:rPr lang="en-US" sz="2000" dirty="0" err="1"/>
              <a:t>newnode</a:t>
            </a:r>
            <a:r>
              <a:rPr lang="en-US" sz="2000" dirty="0"/>
              <a:t>,*temp; </a:t>
            </a:r>
          </a:p>
          <a:p>
            <a:pPr>
              <a:buNone/>
            </a:pPr>
            <a:r>
              <a:rPr lang="en-US" sz="2000" dirty="0"/>
              <a:t>       </a:t>
            </a:r>
            <a:r>
              <a:rPr lang="en-US" sz="2000" dirty="0" err="1"/>
              <a:t>newnode</a:t>
            </a:r>
            <a:r>
              <a:rPr lang="en-US" sz="2000" dirty="0"/>
              <a:t>=(</a:t>
            </a:r>
            <a:r>
              <a:rPr lang="en-US" sz="2000" b="1" dirty="0" err="1"/>
              <a:t>struct</a:t>
            </a:r>
            <a:r>
              <a:rPr lang="en-US" sz="2000" dirty="0"/>
              <a:t> node *)</a:t>
            </a:r>
            <a:r>
              <a:rPr lang="en-US" sz="2000" dirty="0" err="1"/>
              <a:t>malloc</a:t>
            </a:r>
            <a:r>
              <a:rPr lang="en-US" sz="2000" dirty="0"/>
              <a:t>(</a:t>
            </a:r>
            <a:r>
              <a:rPr lang="en-US" sz="2000" b="1" dirty="0" err="1"/>
              <a:t>sizeof</a:t>
            </a:r>
            <a:r>
              <a:rPr lang="en-US" sz="2000" dirty="0"/>
              <a:t>(</a:t>
            </a:r>
            <a:r>
              <a:rPr lang="en-US" sz="2000" b="1" dirty="0" err="1"/>
              <a:t>struct</a:t>
            </a:r>
            <a:r>
              <a:rPr lang="en-US" sz="2000" dirty="0"/>
              <a:t> node));       </a:t>
            </a:r>
          </a:p>
          <a:p>
            <a:pPr>
              <a:buNone/>
            </a:pPr>
            <a:r>
              <a:rPr lang="en-US" sz="2000" dirty="0"/>
              <a:t>        </a:t>
            </a:r>
            <a:r>
              <a:rPr lang="en-US" sz="2000" dirty="0" err="1"/>
              <a:t>scanf</a:t>
            </a:r>
            <a:r>
              <a:rPr lang="en-US" sz="2000" dirty="0"/>
              <a:t>("%</a:t>
            </a:r>
            <a:r>
              <a:rPr lang="en-US" sz="2000" dirty="0" err="1"/>
              <a:t>d",&amp;newnode</a:t>
            </a:r>
            <a:r>
              <a:rPr lang="en-US" sz="2000" dirty="0"/>
              <a:t>-&gt;data);</a:t>
            </a:r>
          </a:p>
          <a:p>
            <a:pPr>
              <a:buNone/>
            </a:pPr>
            <a:r>
              <a:rPr lang="en-US" sz="2000" dirty="0"/>
              <a:t>        </a:t>
            </a:r>
            <a:r>
              <a:rPr lang="en-US" sz="2000" dirty="0" err="1"/>
              <a:t>newnode</a:t>
            </a:r>
            <a:r>
              <a:rPr lang="en-US" sz="2000" dirty="0"/>
              <a:t>-&gt;next=NULL; </a:t>
            </a:r>
          </a:p>
          <a:p>
            <a:pPr>
              <a:buNone/>
            </a:pPr>
            <a:r>
              <a:rPr lang="en-US" sz="2000" b="1" dirty="0"/>
              <a:t>         if</a:t>
            </a:r>
            <a:r>
              <a:rPr lang="en-US" sz="2000" dirty="0"/>
              <a:t>(head==NULL) {</a:t>
            </a:r>
          </a:p>
          <a:p>
            <a:pPr>
              <a:buNone/>
            </a:pPr>
            <a:r>
              <a:rPr lang="en-US" sz="2000" dirty="0"/>
              <a:t>                head=</a:t>
            </a:r>
            <a:r>
              <a:rPr lang="en-US" sz="2000" dirty="0" err="1"/>
              <a:t>newnode</a:t>
            </a:r>
            <a:r>
              <a:rPr lang="en-US" sz="2000" dirty="0"/>
              <a:t>; </a:t>
            </a:r>
          </a:p>
          <a:p>
            <a:pPr>
              <a:buNone/>
            </a:pPr>
            <a:r>
              <a:rPr lang="en-US" sz="2000" dirty="0"/>
              <a:t>                tail=</a:t>
            </a:r>
            <a:r>
              <a:rPr lang="en-US" sz="2000" dirty="0" err="1"/>
              <a:t>newnode</a:t>
            </a:r>
            <a:r>
              <a:rPr lang="en-US" sz="2000" dirty="0"/>
              <a:t>; }  </a:t>
            </a:r>
          </a:p>
          <a:p>
            <a:pPr>
              <a:buNone/>
            </a:pPr>
            <a:r>
              <a:rPr lang="en-US" sz="2000" b="1" dirty="0"/>
              <a:t>         else</a:t>
            </a:r>
            <a:r>
              <a:rPr lang="en-US" sz="2000" dirty="0"/>
              <a:t> { </a:t>
            </a:r>
          </a:p>
          <a:p>
            <a:pPr>
              <a:buNone/>
            </a:pPr>
            <a:r>
              <a:rPr lang="en-US" sz="2000" dirty="0"/>
              <a:t> 		    </a:t>
            </a:r>
            <a:r>
              <a:rPr lang="en-US" sz="2000" dirty="0" err="1"/>
              <a:t>newnode</a:t>
            </a:r>
            <a:r>
              <a:rPr lang="en-US" sz="2000" dirty="0"/>
              <a:t>-&gt;next= head; </a:t>
            </a:r>
          </a:p>
          <a:p>
            <a:pPr>
              <a:buNone/>
            </a:pPr>
            <a:r>
              <a:rPr lang="en-US" sz="2000" dirty="0"/>
              <a:t>		    head=</a:t>
            </a:r>
            <a:r>
              <a:rPr lang="en-US" sz="2000" dirty="0" err="1"/>
              <a:t>newnode</a:t>
            </a:r>
            <a:r>
              <a:rPr lang="en-US" sz="2000" dirty="0"/>
              <a:t>; }              </a:t>
            </a:r>
          </a:p>
          <a:p>
            <a:pPr>
              <a:buNone/>
            </a:pPr>
            <a:r>
              <a:rPr lang="en-US" sz="2000" dirty="0"/>
              <a:t>	}</a:t>
            </a:r>
            <a:endParaRPr lang="en-US" sz="2000" dirty="0">
              <a:solidFill>
                <a:schemeClr val="accent1">
                  <a:lumMod val="75000"/>
                </a:schemeClr>
              </a:solidFill>
            </a:endParaRPr>
          </a:p>
          <a:p>
            <a:pPr>
              <a:buNone/>
            </a:pPr>
            <a:endParaRPr lang="en-US" dirty="0">
              <a:solidFill>
                <a:schemeClr val="accent1">
                  <a:lumMod val="75000"/>
                </a:schemeClr>
              </a:solidFill>
            </a:endParaRPr>
          </a:p>
        </p:txBody>
      </p:sp>
      <p:sp>
        <p:nvSpPr>
          <p:cNvPr id="4" name="Title 1"/>
          <p:cNvSpPr>
            <a:spLocks noGrp="1"/>
          </p:cNvSpPr>
          <p:nvPr>
            <p:ph type="title"/>
          </p:nvPr>
        </p:nvSpPr>
        <p:spPr>
          <a:xfrm>
            <a:off x="1066800" y="76200"/>
            <a:ext cx="7498080" cy="1143000"/>
          </a:xfrm>
        </p:spPr>
        <p:txBody>
          <a:bodyPr>
            <a:normAutofit/>
          </a:bodyPr>
          <a:lstStyle/>
          <a:p>
            <a:pPr algn="ctr"/>
            <a:r>
              <a:rPr lang="en-US" sz="4000" dirty="0"/>
              <a:t>Insertion at the Beginning</a:t>
            </a:r>
          </a:p>
        </p:txBody>
      </p:sp>
      <p:sp>
        <p:nvSpPr>
          <p:cNvPr id="5" name="Slide Number Placeholder 4"/>
          <p:cNvSpPr>
            <a:spLocks noGrp="1"/>
          </p:cNvSpPr>
          <p:nvPr>
            <p:ph type="sldNum" sz="quarter" idx="12"/>
          </p:nvPr>
        </p:nvSpPr>
        <p:spPr/>
        <p:txBody>
          <a:bodyPr/>
          <a:lstStyle/>
          <a:p>
            <a:fld id="{B6F15528-21DE-4FAA-801E-634DDDAF4B2B}" type="slidenum">
              <a:rPr lang="en-US" smtClean="0"/>
              <a:pPr/>
              <a:t>17</a:t>
            </a:fld>
            <a:endParaRPr lang="en-US"/>
          </a:p>
        </p:txBody>
      </p:sp>
      <p:sp>
        <p:nvSpPr>
          <p:cNvPr id="6" name="Date Placeholder 5"/>
          <p:cNvSpPr>
            <a:spLocks noGrp="1"/>
          </p:cNvSpPr>
          <p:nvPr>
            <p:ph type="dt" sz="half" idx="10"/>
          </p:nvPr>
        </p:nvSpPr>
        <p:spPr/>
        <p:txBody>
          <a:bodyPr/>
          <a:lstStyle/>
          <a:p>
            <a:fld id="{D005352C-0F0F-47BB-918A-4C1F146BFF1D}" type="datetime1">
              <a:rPr lang="en-US" smtClean="0"/>
              <a:t>6/24/2021</a:t>
            </a:fld>
            <a:endParaRPr lang="en-US"/>
          </a:p>
        </p:txBody>
      </p:sp>
      <p:sp>
        <p:nvSpPr>
          <p:cNvPr id="8" name="Footer Placeholder 7"/>
          <p:cNvSpPr>
            <a:spLocks noGrp="1"/>
          </p:cNvSpPr>
          <p:nvPr>
            <p:ph type="ftr" sz="quarter" idx="11"/>
          </p:nvPr>
        </p:nvSpPr>
        <p:spPr/>
        <p:txBody>
          <a:bodyPr/>
          <a:lstStyle/>
          <a:p>
            <a:r>
              <a:rPr lang="en-US"/>
              <a:t>Maheen Islam</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66800" y="0"/>
            <a:ext cx="7498080" cy="1143000"/>
          </a:xfrm>
        </p:spPr>
        <p:txBody>
          <a:bodyPr>
            <a:normAutofit/>
          </a:bodyPr>
          <a:lstStyle/>
          <a:p>
            <a:pPr algn="ctr"/>
            <a:r>
              <a:rPr lang="en-US" sz="4000" dirty="0"/>
              <a:t>Inserting at the End</a:t>
            </a:r>
          </a:p>
        </p:txBody>
      </p:sp>
      <p:sp>
        <p:nvSpPr>
          <p:cNvPr id="3" name="Content Placeholder 2"/>
          <p:cNvSpPr>
            <a:spLocks noGrp="1"/>
          </p:cNvSpPr>
          <p:nvPr>
            <p:ph idx="1"/>
          </p:nvPr>
        </p:nvSpPr>
        <p:spPr>
          <a:xfrm>
            <a:off x="1524000" y="1676400"/>
            <a:ext cx="6629400" cy="2026920"/>
          </a:xfrm>
        </p:spPr>
        <p:txBody>
          <a:bodyPr>
            <a:normAutofit/>
          </a:bodyPr>
          <a:lstStyle/>
          <a:p>
            <a:pPr>
              <a:buNone/>
            </a:pPr>
            <a:endParaRPr lang="en-US" sz="3200" dirty="0">
              <a:solidFill>
                <a:schemeClr val="accent1">
                  <a:lumMod val="75000"/>
                </a:schemeClr>
              </a:solidFill>
            </a:endParaRPr>
          </a:p>
          <a:p>
            <a:pPr>
              <a:buNone/>
            </a:pPr>
            <a:r>
              <a:rPr lang="en-US" sz="2400" dirty="0">
                <a:solidFill>
                  <a:schemeClr val="accent1">
                    <a:lumMod val="75000"/>
                  </a:schemeClr>
                </a:solidFill>
              </a:rPr>
              <a:t>Here we simply need to make the next pointer</a:t>
            </a:r>
          </a:p>
          <a:p>
            <a:pPr>
              <a:buNone/>
            </a:pPr>
            <a:r>
              <a:rPr lang="en-US" sz="2400" dirty="0">
                <a:solidFill>
                  <a:schemeClr val="accent1">
                    <a:lumMod val="75000"/>
                  </a:schemeClr>
                </a:solidFill>
              </a:rPr>
              <a:t>of the last node point to the new node</a:t>
            </a:r>
          </a:p>
        </p:txBody>
      </p:sp>
      <p:pic>
        <p:nvPicPr>
          <p:cNvPr id="5" name="Picture 4" descr="llist.png"/>
          <p:cNvPicPr>
            <a:picLocks noChangeAspect="1"/>
          </p:cNvPicPr>
          <p:nvPr/>
        </p:nvPicPr>
        <p:blipFill>
          <a:blip r:embed="rId2" cstate="print"/>
          <a:stretch>
            <a:fillRect/>
          </a:stretch>
        </p:blipFill>
        <p:spPr>
          <a:xfrm>
            <a:off x="990600" y="3733800"/>
            <a:ext cx="7924800" cy="2362200"/>
          </a:xfrm>
          <a:prstGeom prst="rect">
            <a:avLst/>
          </a:prstGeom>
        </p:spPr>
      </p:pic>
      <p:sp>
        <p:nvSpPr>
          <p:cNvPr id="6" name="Slide Number Placeholder 5"/>
          <p:cNvSpPr>
            <a:spLocks noGrp="1"/>
          </p:cNvSpPr>
          <p:nvPr>
            <p:ph type="sldNum" sz="quarter" idx="12"/>
          </p:nvPr>
        </p:nvSpPr>
        <p:spPr/>
        <p:txBody>
          <a:bodyPr/>
          <a:lstStyle/>
          <a:p>
            <a:fld id="{B6F15528-21DE-4FAA-801E-634DDDAF4B2B}" type="slidenum">
              <a:rPr lang="en-US" smtClean="0"/>
              <a:pPr/>
              <a:t>18</a:t>
            </a:fld>
            <a:endParaRPr lang="en-US"/>
          </a:p>
        </p:txBody>
      </p:sp>
      <p:sp>
        <p:nvSpPr>
          <p:cNvPr id="7" name="Date Placeholder 6"/>
          <p:cNvSpPr>
            <a:spLocks noGrp="1"/>
          </p:cNvSpPr>
          <p:nvPr>
            <p:ph type="dt" sz="half" idx="10"/>
          </p:nvPr>
        </p:nvSpPr>
        <p:spPr/>
        <p:txBody>
          <a:bodyPr/>
          <a:lstStyle/>
          <a:p>
            <a:fld id="{D11A4A13-5E98-4B12-A9FC-0E2C01470FEB}" type="datetime1">
              <a:rPr lang="en-US" smtClean="0"/>
              <a:t>6/24/2021</a:t>
            </a:fld>
            <a:endParaRPr lang="en-US"/>
          </a:p>
        </p:txBody>
      </p:sp>
      <p:sp>
        <p:nvSpPr>
          <p:cNvPr id="9" name="Footer Placeholder 8"/>
          <p:cNvSpPr>
            <a:spLocks noGrp="1"/>
          </p:cNvSpPr>
          <p:nvPr>
            <p:ph type="ftr" sz="quarter" idx="11"/>
          </p:nvPr>
        </p:nvSpPr>
        <p:spPr/>
        <p:txBody>
          <a:bodyPr/>
          <a:lstStyle/>
          <a:p>
            <a:r>
              <a:rPr lang="en-US"/>
              <a:t>Maheen Islam</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914400" y="1371600"/>
            <a:ext cx="8229600" cy="5486400"/>
          </a:xfrm>
        </p:spPr>
        <p:txBody>
          <a:bodyPr>
            <a:normAutofit fontScale="92500" lnSpcReduction="10000"/>
          </a:bodyPr>
          <a:lstStyle/>
          <a:p>
            <a:pPr>
              <a:buNone/>
            </a:pPr>
            <a:r>
              <a:rPr lang="en-US" sz="2000" b="1" dirty="0"/>
              <a:t>void</a:t>
            </a:r>
            <a:r>
              <a:rPr lang="en-US" sz="2000" dirty="0"/>
              <a:t> </a:t>
            </a:r>
            <a:r>
              <a:rPr lang="en-US" sz="2000" dirty="0" err="1"/>
              <a:t>insert_at_end</a:t>
            </a:r>
            <a:r>
              <a:rPr lang="en-US" sz="2000" dirty="0"/>
              <a:t>() { </a:t>
            </a:r>
          </a:p>
          <a:p>
            <a:pPr>
              <a:buNone/>
            </a:pPr>
            <a:r>
              <a:rPr lang="en-US" sz="2000" b="1" dirty="0"/>
              <a:t>       </a:t>
            </a:r>
            <a:r>
              <a:rPr lang="en-US" sz="2000" b="1" dirty="0" err="1"/>
              <a:t>struct</a:t>
            </a:r>
            <a:r>
              <a:rPr lang="en-US" sz="2000" dirty="0"/>
              <a:t> node *</a:t>
            </a:r>
            <a:r>
              <a:rPr lang="en-US" sz="2000" dirty="0" err="1"/>
              <a:t>newnode</a:t>
            </a:r>
            <a:r>
              <a:rPr lang="en-US" sz="2000" dirty="0"/>
              <a:t>,*temp; </a:t>
            </a:r>
          </a:p>
          <a:p>
            <a:pPr>
              <a:buNone/>
            </a:pPr>
            <a:r>
              <a:rPr lang="en-US" sz="2000" dirty="0"/>
              <a:t>       </a:t>
            </a:r>
            <a:r>
              <a:rPr lang="en-US" sz="2000" dirty="0" err="1"/>
              <a:t>newnode</a:t>
            </a:r>
            <a:r>
              <a:rPr lang="en-US" sz="2000" dirty="0"/>
              <a:t>=(</a:t>
            </a:r>
            <a:r>
              <a:rPr lang="en-US" sz="2000" b="1" dirty="0" err="1"/>
              <a:t>struct</a:t>
            </a:r>
            <a:r>
              <a:rPr lang="en-US" sz="2000" dirty="0"/>
              <a:t> node *)</a:t>
            </a:r>
            <a:r>
              <a:rPr lang="en-US" sz="2000" dirty="0" err="1"/>
              <a:t>malloc</a:t>
            </a:r>
            <a:r>
              <a:rPr lang="en-US" sz="2000" dirty="0"/>
              <a:t>(</a:t>
            </a:r>
            <a:r>
              <a:rPr lang="en-US" sz="2000" b="1" dirty="0" err="1"/>
              <a:t>sizeof</a:t>
            </a:r>
            <a:r>
              <a:rPr lang="en-US" sz="2000" dirty="0"/>
              <a:t>(</a:t>
            </a:r>
            <a:r>
              <a:rPr lang="en-US" sz="2000" b="1" dirty="0" err="1"/>
              <a:t>struct</a:t>
            </a:r>
            <a:r>
              <a:rPr lang="en-US" sz="2000" dirty="0"/>
              <a:t> node));       </a:t>
            </a:r>
          </a:p>
          <a:p>
            <a:pPr>
              <a:buNone/>
            </a:pPr>
            <a:r>
              <a:rPr lang="en-US" sz="2000" dirty="0"/>
              <a:t>        </a:t>
            </a:r>
            <a:r>
              <a:rPr lang="en-US" sz="2000" dirty="0" err="1"/>
              <a:t>scanf</a:t>
            </a:r>
            <a:r>
              <a:rPr lang="en-US" sz="2000" dirty="0"/>
              <a:t>("%d", &amp;</a:t>
            </a:r>
            <a:r>
              <a:rPr lang="en-US" sz="2000" dirty="0" err="1"/>
              <a:t>newnode</a:t>
            </a:r>
            <a:r>
              <a:rPr lang="en-US" sz="2000" dirty="0"/>
              <a:t>-&gt;data);</a:t>
            </a:r>
          </a:p>
          <a:p>
            <a:pPr>
              <a:buNone/>
            </a:pPr>
            <a:r>
              <a:rPr lang="en-US" sz="2000" dirty="0"/>
              <a:t>        </a:t>
            </a:r>
            <a:r>
              <a:rPr lang="en-US" sz="2000" dirty="0" err="1"/>
              <a:t>newnode</a:t>
            </a:r>
            <a:r>
              <a:rPr lang="en-US" sz="2000" dirty="0"/>
              <a:t>-&gt;next=NULL; </a:t>
            </a:r>
          </a:p>
          <a:p>
            <a:pPr>
              <a:buNone/>
            </a:pPr>
            <a:r>
              <a:rPr lang="en-US" sz="2000" b="1" dirty="0"/>
              <a:t>        if</a:t>
            </a:r>
            <a:r>
              <a:rPr lang="en-US" sz="2000" dirty="0"/>
              <a:t>(head==NULL) {</a:t>
            </a:r>
          </a:p>
          <a:p>
            <a:pPr>
              <a:buNone/>
            </a:pPr>
            <a:r>
              <a:rPr lang="en-US" sz="2000" dirty="0"/>
              <a:t>                head=</a:t>
            </a:r>
            <a:r>
              <a:rPr lang="en-US" sz="2000" dirty="0" err="1"/>
              <a:t>newnode</a:t>
            </a:r>
            <a:r>
              <a:rPr lang="en-US" sz="2000" dirty="0"/>
              <a:t>; </a:t>
            </a:r>
          </a:p>
          <a:p>
            <a:pPr>
              <a:buNone/>
            </a:pPr>
            <a:r>
              <a:rPr lang="en-US" sz="2000" dirty="0"/>
              <a:t>                tail=</a:t>
            </a:r>
            <a:r>
              <a:rPr lang="en-US" sz="2000" dirty="0" err="1"/>
              <a:t>newnode</a:t>
            </a:r>
            <a:r>
              <a:rPr lang="en-US" sz="2000" dirty="0"/>
              <a:t>; }  </a:t>
            </a:r>
          </a:p>
          <a:p>
            <a:pPr>
              <a:buNone/>
            </a:pPr>
            <a:r>
              <a:rPr lang="en-US" sz="2000" b="1" dirty="0"/>
              <a:t>         else</a:t>
            </a:r>
            <a:r>
              <a:rPr lang="en-US" sz="2000" dirty="0"/>
              <a:t> { </a:t>
            </a:r>
          </a:p>
          <a:p>
            <a:pPr>
              <a:buNone/>
            </a:pPr>
            <a:r>
              <a:rPr lang="en-US" sz="2000" dirty="0"/>
              <a:t>                    temp = head; </a:t>
            </a:r>
          </a:p>
          <a:p>
            <a:pPr>
              <a:buNone/>
            </a:pPr>
            <a:r>
              <a:rPr lang="en-US" sz="2000" b="1" dirty="0"/>
              <a:t>                    while</a:t>
            </a:r>
            <a:r>
              <a:rPr lang="en-US" sz="2000" dirty="0"/>
              <a:t>(temp-&gt;next!=NULL) {</a:t>
            </a:r>
          </a:p>
          <a:p>
            <a:pPr>
              <a:buNone/>
            </a:pPr>
            <a:r>
              <a:rPr lang="en-US" sz="2000" dirty="0"/>
              <a:t>                                    temp = temp-&gt;next;  } </a:t>
            </a:r>
          </a:p>
          <a:p>
            <a:pPr>
              <a:buNone/>
            </a:pPr>
            <a:r>
              <a:rPr lang="en-US" sz="2000" dirty="0"/>
              <a:t>                     temp-&gt;next = </a:t>
            </a:r>
            <a:r>
              <a:rPr lang="en-US" sz="2000" dirty="0" err="1"/>
              <a:t>newnode</a:t>
            </a:r>
            <a:r>
              <a:rPr lang="en-US" sz="2000" dirty="0"/>
              <a:t>; </a:t>
            </a:r>
          </a:p>
          <a:p>
            <a:pPr>
              <a:buNone/>
            </a:pPr>
            <a:r>
              <a:rPr lang="en-US" sz="2000" dirty="0"/>
              <a:t>		         tail = </a:t>
            </a:r>
            <a:r>
              <a:rPr lang="en-US" sz="2000" dirty="0" err="1"/>
              <a:t>newnode</a:t>
            </a:r>
            <a:r>
              <a:rPr lang="en-US" sz="2000" dirty="0"/>
              <a:t>; } </a:t>
            </a:r>
          </a:p>
          <a:p>
            <a:pPr>
              <a:buNone/>
            </a:pPr>
            <a:r>
              <a:rPr lang="en-US" sz="2000" dirty="0"/>
              <a:t>}</a:t>
            </a:r>
            <a:endParaRPr lang="en-US" sz="2000" dirty="0">
              <a:solidFill>
                <a:schemeClr val="accent1">
                  <a:lumMod val="75000"/>
                </a:schemeClr>
              </a:solidFill>
            </a:endParaRPr>
          </a:p>
          <a:p>
            <a:pPr>
              <a:buNone/>
            </a:pPr>
            <a:endParaRPr lang="en-US" dirty="0">
              <a:solidFill>
                <a:schemeClr val="accent1">
                  <a:lumMod val="75000"/>
                </a:schemeClr>
              </a:solidFill>
            </a:endParaRPr>
          </a:p>
        </p:txBody>
      </p:sp>
      <p:sp>
        <p:nvSpPr>
          <p:cNvPr id="4" name="Title 1"/>
          <p:cNvSpPr>
            <a:spLocks noGrp="1"/>
          </p:cNvSpPr>
          <p:nvPr>
            <p:ph type="title"/>
          </p:nvPr>
        </p:nvSpPr>
        <p:spPr>
          <a:xfrm>
            <a:off x="1066800" y="0"/>
            <a:ext cx="7498080" cy="1143000"/>
          </a:xfrm>
        </p:spPr>
        <p:txBody>
          <a:bodyPr>
            <a:normAutofit/>
          </a:bodyPr>
          <a:lstStyle/>
          <a:p>
            <a:pPr algn="ctr"/>
            <a:r>
              <a:rPr lang="en-US" sz="4000" dirty="0"/>
              <a:t>Inserting at the End</a:t>
            </a:r>
          </a:p>
        </p:txBody>
      </p:sp>
      <p:sp>
        <p:nvSpPr>
          <p:cNvPr id="5" name="Slide Number Placeholder 4"/>
          <p:cNvSpPr>
            <a:spLocks noGrp="1"/>
          </p:cNvSpPr>
          <p:nvPr>
            <p:ph type="sldNum" sz="quarter" idx="12"/>
          </p:nvPr>
        </p:nvSpPr>
        <p:spPr/>
        <p:txBody>
          <a:bodyPr/>
          <a:lstStyle/>
          <a:p>
            <a:fld id="{B6F15528-21DE-4FAA-801E-634DDDAF4B2B}" type="slidenum">
              <a:rPr lang="en-US" smtClean="0"/>
              <a:pPr/>
              <a:t>19</a:t>
            </a:fld>
            <a:endParaRPr lang="en-US"/>
          </a:p>
        </p:txBody>
      </p:sp>
      <p:sp>
        <p:nvSpPr>
          <p:cNvPr id="6" name="Date Placeholder 5"/>
          <p:cNvSpPr>
            <a:spLocks noGrp="1"/>
          </p:cNvSpPr>
          <p:nvPr>
            <p:ph type="dt" sz="half" idx="10"/>
          </p:nvPr>
        </p:nvSpPr>
        <p:spPr/>
        <p:txBody>
          <a:bodyPr/>
          <a:lstStyle/>
          <a:p>
            <a:fld id="{DA291096-8FB3-451F-9194-D0827F1B72EB}" type="datetime1">
              <a:rPr lang="en-US" smtClean="0"/>
              <a:t>6/24/2021</a:t>
            </a:fld>
            <a:endParaRPr lang="en-US"/>
          </a:p>
        </p:txBody>
      </p:sp>
      <p:sp>
        <p:nvSpPr>
          <p:cNvPr id="8" name="Footer Placeholder 7"/>
          <p:cNvSpPr>
            <a:spLocks noGrp="1"/>
          </p:cNvSpPr>
          <p:nvPr>
            <p:ph type="ftr" sz="quarter" idx="11"/>
          </p:nvPr>
        </p:nvSpPr>
        <p:spPr/>
        <p:txBody>
          <a:bodyPr/>
          <a:lstStyle/>
          <a:p>
            <a:r>
              <a:rPr lang="en-US"/>
              <a:t>Maheen Islam</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76200"/>
            <a:ext cx="8229600" cy="1143000"/>
          </a:xfrm>
        </p:spPr>
        <p:txBody>
          <a:bodyPr>
            <a:normAutofit/>
          </a:bodyPr>
          <a:lstStyle/>
          <a:p>
            <a:pPr algn="ctr"/>
            <a:r>
              <a:rPr lang="en-US" sz="4000" dirty="0"/>
              <a:t>Inserting  After an Element</a:t>
            </a:r>
          </a:p>
        </p:txBody>
      </p:sp>
      <p:sp>
        <p:nvSpPr>
          <p:cNvPr id="3" name="Content Placeholder 2"/>
          <p:cNvSpPr>
            <a:spLocks noGrp="1"/>
          </p:cNvSpPr>
          <p:nvPr>
            <p:ph idx="1"/>
          </p:nvPr>
        </p:nvSpPr>
        <p:spPr/>
        <p:txBody>
          <a:bodyPr>
            <a:normAutofit/>
          </a:bodyPr>
          <a:lstStyle/>
          <a:p>
            <a:pPr>
              <a:buNone/>
            </a:pPr>
            <a:r>
              <a:rPr lang="en-US" sz="2800" dirty="0"/>
              <a:t>Here  we  again  need  to  do  2 steps :-</a:t>
            </a:r>
          </a:p>
          <a:p>
            <a:pPr>
              <a:buFont typeface="Wingdings" pitchFamily="2" charset="2"/>
              <a:buChar char="§"/>
            </a:pPr>
            <a:endParaRPr lang="en-US" sz="2800" dirty="0"/>
          </a:p>
          <a:p>
            <a:pPr>
              <a:buFont typeface="Wingdings" pitchFamily="2" charset="2"/>
              <a:buChar char="§"/>
            </a:pPr>
            <a:r>
              <a:rPr lang="en-US" sz="2800" dirty="0">
                <a:solidFill>
                  <a:schemeClr val="accent1">
                    <a:lumMod val="75000"/>
                  </a:schemeClr>
                </a:solidFill>
              </a:rPr>
              <a:t>Make the next pointer of the node to be inserted point to the next node of the node after which you want to insert the node</a:t>
            </a:r>
          </a:p>
          <a:p>
            <a:pPr>
              <a:buFont typeface="Wingdings" pitchFamily="2" charset="2"/>
              <a:buChar char="§"/>
            </a:pPr>
            <a:endParaRPr lang="en-US" sz="2800" dirty="0">
              <a:solidFill>
                <a:schemeClr val="accent1">
                  <a:lumMod val="75000"/>
                </a:schemeClr>
              </a:solidFill>
            </a:endParaRPr>
          </a:p>
          <a:p>
            <a:pPr>
              <a:buFont typeface="Wingdings" pitchFamily="2" charset="2"/>
              <a:buChar char="§"/>
            </a:pPr>
            <a:r>
              <a:rPr lang="en-US" sz="2800" dirty="0">
                <a:solidFill>
                  <a:schemeClr val="accent1">
                    <a:lumMod val="75000"/>
                  </a:schemeClr>
                </a:solidFill>
              </a:rPr>
              <a:t>Make the next pointer of the node after which the node is to be inserted, point to the node to be inserted </a:t>
            </a:r>
          </a:p>
        </p:txBody>
      </p:sp>
      <p:sp>
        <p:nvSpPr>
          <p:cNvPr id="4" name="Slide Number Placeholder 3"/>
          <p:cNvSpPr>
            <a:spLocks noGrp="1"/>
          </p:cNvSpPr>
          <p:nvPr>
            <p:ph type="sldNum" sz="quarter" idx="12"/>
          </p:nvPr>
        </p:nvSpPr>
        <p:spPr/>
        <p:txBody>
          <a:bodyPr/>
          <a:lstStyle/>
          <a:p>
            <a:fld id="{B6F15528-21DE-4FAA-801E-634DDDAF4B2B}" type="slidenum">
              <a:rPr lang="en-US" smtClean="0"/>
              <a:pPr/>
              <a:t>20</a:t>
            </a:fld>
            <a:endParaRPr lang="en-US"/>
          </a:p>
        </p:txBody>
      </p:sp>
      <p:sp>
        <p:nvSpPr>
          <p:cNvPr id="5" name="Date Placeholder 4"/>
          <p:cNvSpPr>
            <a:spLocks noGrp="1"/>
          </p:cNvSpPr>
          <p:nvPr>
            <p:ph type="dt" sz="half" idx="10"/>
          </p:nvPr>
        </p:nvSpPr>
        <p:spPr/>
        <p:txBody>
          <a:bodyPr/>
          <a:lstStyle/>
          <a:p>
            <a:fld id="{43D65046-BFC2-419D-8369-85835F46E64C}" type="datetime1">
              <a:rPr lang="en-US" smtClean="0"/>
              <a:t>6/24/2021</a:t>
            </a:fld>
            <a:endParaRPr lang="en-US"/>
          </a:p>
        </p:txBody>
      </p:sp>
      <p:sp>
        <p:nvSpPr>
          <p:cNvPr id="7" name="Footer Placeholder 6"/>
          <p:cNvSpPr>
            <a:spLocks noGrp="1"/>
          </p:cNvSpPr>
          <p:nvPr>
            <p:ph type="ftr" sz="quarter" idx="11"/>
          </p:nvPr>
        </p:nvSpPr>
        <p:spPr/>
        <p:txBody>
          <a:bodyPr/>
          <a:lstStyle/>
          <a:p>
            <a:r>
              <a:rPr lang="en-US"/>
              <a:t>Maheen Islam</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p:cNvPicPr>
            <a:picLocks noChangeAspect="1" noChangeArrowheads="1"/>
          </p:cNvPicPr>
          <p:nvPr/>
        </p:nvPicPr>
        <p:blipFill>
          <a:blip r:embed="rId2"/>
          <a:srcRect/>
          <a:stretch>
            <a:fillRect/>
          </a:stretch>
        </p:blipFill>
        <p:spPr bwMode="auto">
          <a:xfrm>
            <a:off x="1228725" y="2114550"/>
            <a:ext cx="7534275" cy="3752850"/>
          </a:xfrm>
          <a:prstGeom prst="rect">
            <a:avLst/>
          </a:prstGeom>
          <a:noFill/>
          <a:ln w="9525">
            <a:noFill/>
            <a:miter lim="800000"/>
            <a:headEnd/>
            <a:tailEnd/>
          </a:ln>
          <a:effectLst/>
        </p:spPr>
      </p:pic>
      <p:sp>
        <p:nvSpPr>
          <p:cNvPr id="5" name="Title 1"/>
          <p:cNvSpPr>
            <a:spLocks noGrp="1"/>
          </p:cNvSpPr>
          <p:nvPr>
            <p:ph type="title"/>
          </p:nvPr>
        </p:nvSpPr>
        <p:spPr>
          <a:xfrm>
            <a:off x="609600" y="76200"/>
            <a:ext cx="8229600" cy="1143000"/>
          </a:xfrm>
        </p:spPr>
        <p:txBody>
          <a:bodyPr>
            <a:normAutofit/>
          </a:bodyPr>
          <a:lstStyle/>
          <a:p>
            <a:pPr algn="ctr"/>
            <a:r>
              <a:rPr lang="en-US" sz="4000" dirty="0"/>
              <a:t>Inserting  After an Element</a:t>
            </a:r>
          </a:p>
        </p:txBody>
      </p:sp>
      <p:sp>
        <p:nvSpPr>
          <p:cNvPr id="4" name="Slide Number Placeholder 3"/>
          <p:cNvSpPr>
            <a:spLocks noGrp="1"/>
          </p:cNvSpPr>
          <p:nvPr>
            <p:ph type="sldNum" sz="quarter" idx="12"/>
          </p:nvPr>
        </p:nvSpPr>
        <p:spPr/>
        <p:txBody>
          <a:bodyPr/>
          <a:lstStyle/>
          <a:p>
            <a:fld id="{B6F15528-21DE-4FAA-801E-634DDDAF4B2B}" type="slidenum">
              <a:rPr lang="en-US" smtClean="0"/>
              <a:pPr/>
              <a:t>21</a:t>
            </a:fld>
            <a:endParaRPr lang="en-US"/>
          </a:p>
        </p:txBody>
      </p:sp>
      <p:sp>
        <p:nvSpPr>
          <p:cNvPr id="6" name="Date Placeholder 5"/>
          <p:cNvSpPr>
            <a:spLocks noGrp="1"/>
          </p:cNvSpPr>
          <p:nvPr>
            <p:ph type="dt" sz="half" idx="10"/>
          </p:nvPr>
        </p:nvSpPr>
        <p:spPr/>
        <p:txBody>
          <a:bodyPr/>
          <a:lstStyle/>
          <a:p>
            <a:fld id="{B5A4C31A-CFD6-4B8D-9890-314472E97410}" type="datetime1">
              <a:rPr lang="en-US" smtClean="0"/>
              <a:t>6/24/2021</a:t>
            </a:fld>
            <a:endParaRPr lang="en-US"/>
          </a:p>
        </p:txBody>
      </p:sp>
      <p:sp>
        <p:nvSpPr>
          <p:cNvPr id="8" name="Footer Placeholder 7"/>
          <p:cNvSpPr>
            <a:spLocks noGrp="1"/>
          </p:cNvSpPr>
          <p:nvPr>
            <p:ph type="ftr" sz="quarter" idx="11"/>
          </p:nvPr>
        </p:nvSpPr>
        <p:spPr/>
        <p:txBody>
          <a:bodyPr/>
          <a:lstStyle/>
          <a:p>
            <a:r>
              <a:rPr lang="en-US"/>
              <a:t>Maheen Islam</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990600" y="1143000"/>
            <a:ext cx="8229600" cy="5791200"/>
          </a:xfrm>
        </p:spPr>
        <p:txBody>
          <a:bodyPr>
            <a:normAutofit lnSpcReduction="10000"/>
          </a:bodyPr>
          <a:lstStyle/>
          <a:p>
            <a:pPr>
              <a:buNone/>
            </a:pPr>
            <a:r>
              <a:rPr lang="en-US" sz="2000" dirty="0"/>
              <a:t>void </a:t>
            </a:r>
            <a:r>
              <a:rPr lang="en-US" sz="2000" dirty="0" err="1"/>
              <a:t>insert_mid</a:t>
            </a:r>
            <a:r>
              <a:rPr lang="en-US" sz="2000" dirty="0"/>
              <a:t>() </a:t>
            </a:r>
          </a:p>
          <a:p>
            <a:pPr>
              <a:buNone/>
            </a:pPr>
            <a:r>
              <a:rPr lang="en-US" sz="2000" dirty="0"/>
              <a:t>{ </a:t>
            </a:r>
          </a:p>
          <a:p>
            <a:pPr>
              <a:buNone/>
            </a:pPr>
            <a:r>
              <a:rPr lang="en-US" sz="2000" dirty="0"/>
              <a:t>    </a:t>
            </a:r>
            <a:r>
              <a:rPr lang="en-US" sz="2000" dirty="0" err="1"/>
              <a:t>int</a:t>
            </a:r>
            <a:r>
              <a:rPr lang="en-US" sz="2000" dirty="0"/>
              <a:t> </a:t>
            </a:r>
            <a:r>
              <a:rPr lang="en-US" sz="2000" dirty="0" err="1"/>
              <a:t>pos,i</a:t>
            </a:r>
            <a:r>
              <a:rPr lang="en-US" sz="2000" dirty="0"/>
              <a:t>; </a:t>
            </a:r>
            <a:r>
              <a:rPr lang="en-US" sz="2000" dirty="0" err="1"/>
              <a:t>struct</a:t>
            </a:r>
            <a:r>
              <a:rPr lang="en-US" sz="2000" dirty="0"/>
              <a:t> node *</a:t>
            </a:r>
            <a:r>
              <a:rPr lang="en-US" sz="2000" dirty="0" err="1"/>
              <a:t>newnode</a:t>
            </a:r>
            <a:r>
              <a:rPr lang="en-US" sz="2000" dirty="0"/>
              <a:t>,*</a:t>
            </a:r>
            <a:r>
              <a:rPr lang="en-US" sz="2000" dirty="0" err="1"/>
              <a:t>curr</a:t>
            </a:r>
            <a:r>
              <a:rPr lang="en-US" sz="2000" dirty="0"/>
              <a:t>,*temp,*temp1;                </a:t>
            </a:r>
            <a:r>
              <a:rPr lang="en-US" sz="2000" dirty="0" err="1"/>
              <a:t>newnode</a:t>
            </a:r>
            <a:r>
              <a:rPr lang="en-US" sz="2000" dirty="0"/>
              <a:t>=(</a:t>
            </a:r>
            <a:r>
              <a:rPr lang="en-US" sz="2000" dirty="0" err="1"/>
              <a:t>struct</a:t>
            </a:r>
            <a:r>
              <a:rPr lang="en-US" sz="2000" dirty="0"/>
              <a:t> node *)</a:t>
            </a:r>
            <a:r>
              <a:rPr lang="en-US" sz="2000" dirty="0" err="1"/>
              <a:t>malloc</a:t>
            </a:r>
            <a:r>
              <a:rPr lang="en-US" sz="2000" dirty="0"/>
              <a:t>(</a:t>
            </a:r>
            <a:r>
              <a:rPr lang="en-US" sz="2000" dirty="0" err="1"/>
              <a:t>sizeof</a:t>
            </a:r>
            <a:r>
              <a:rPr lang="en-US" sz="2000" dirty="0"/>
              <a:t>(</a:t>
            </a:r>
            <a:r>
              <a:rPr lang="en-US" sz="2000" dirty="0" err="1"/>
              <a:t>struct</a:t>
            </a:r>
            <a:r>
              <a:rPr lang="en-US" sz="2000" dirty="0"/>
              <a:t> node)); </a:t>
            </a:r>
          </a:p>
          <a:p>
            <a:pPr>
              <a:buNone/>
            </a:pPr>
            <a:r>
              <a:rPr lang="en-US" sz="2000" dirty="0"/>
              <a:t>     </a:t>
            </a:r>
            <a:r>
              <a:rPr lang="en-US" sz="2000" dirty="0" err="1"/>
              <a:t>printf</a:t>
            </a:r>
            <a:r>
              <a:rPr lang="en-US" sz="2000" dirty="0"/>
              <a:t>("</a:t>
            </a:r>
            <a:r>
              <a:rPr lang="en-US" sz="2000" dirty="0" err="1"/>
              <a:t>nEnter</a:t>
            </a:r>
            <a:r>
              <a:rPr lang="en-US" sz="2000" dirty="0"/>
              <a:t> the data : "); </a:t>
            </a:r>
            <a:r>
              <a:rPr lang="en-US" sz="2000" dirty="0" err="1"/>
              <a:t>scanf</a:t>
            </a:r>
            <a:r>
              <a:rPr lang="en-US" sz="2000" dirty="0"/>
              <a:t>("%</a:t>
            </a:r>
            <a:r>
              <a:rPr lang="en-US" sz="2000" dirty="0" err="1"/>
              <a:t>d",&amp;newnode</a:t>
            </a:r>
            <a:r>
              <a:rPr lang="en-US" sz="2000" dirty="0"/>
              <a:t>-&gt;data); </a:t>
            </a:r>
          </a:p>
          <a:p>
            <a:pPr>
              <a:buNone/>
            </a:pPr>
            <a:r>
              <a:rPr lang="en-US" sz="2000" dirty="0"/>
              <a:t>     </a:t>
            </a:r>
            <a:r>
              <a:rPr lang="en-US" sz="2000" dirty="0" err="1"/>
              <a:t>newnode</a:t>
            </a:r>
            <a:r>
              <a:rPr lang="en-US" sz="2000" dirty="0"/>
              <a:t>-&gt;next=NULL; </a:t>
            </a:r>
          </a:p>
          <a:p>
            <a:pPr>
              <a:buNone/>
            </a:pPr>
            <a:r>
              <a:rPr lang="en-US" sz="2000" dirty="0"/>
              <a:t>     </a:t>
            </a:r>
            <a:r>
              <a:rPr lang="en-US" sz="2000" dirty="0" err="1"/>
              <a:t>printf</a:t>
            </a:r>
            <a:r>
              <a:rPr lang="en-US" sz="2000" dirty="0"/>
              <a:t>("</a:t>
            </a:r>
            <a:r>
              <a:rPr lang="en-US" sz="2000" dirty="0" err="1"/>
              <a:t>nEnter</a:t>
            </a:r>
            <a:r>
              <a:rPr lang="en-US" sz="2000" dirty="0"/>
              <a:t> the position : "); </a:t>
            </a:r>
            <a:r>
              <a:rPr lang="en-US" sz="2000" dirty="0" err="1"/>
              <a:t>scanf</a:t>
            </a:r>
            <a:r>
              <a:rPr lang="en-US" sz="2000" dirty="0"/>
              <a:t>("%</a:t>
            </a:r>
            <a:r>
              <a:rPr lang="en-US" sz="2000" dirty="0" err="1"/>
              <a:t>d",&amp;pos</a:t>
            </a:r>
            <a:r>
              <a:rPr lang="en-US" sz="2000" dirty="0"/>
              <a:t>); </a:t>
            </a:r>
          </a:p>
          <a:p>
            <a:pPr>
              <a:buNone/>
            </a:pPr>
            <a:r>
              <a:rPr lang="en-US" sz="2000" dirty="0"/>
              <a:t> </a:t>
            </a:r>
          </a:p>
          <a:p>
            <a:pPr>
              <a:buNone/>
            </a:pPr>
            <a:r>
              <a:rPr lang="en-US" sz="2000" dirty="0"/>
              <a:t>     if(head==NULL) { head=</a:t>
            </a:r>
            <a:r>
              <a:rPr lang="en-US" sz="2000" dirty="0" err="1"/>
              <a:t>newnode</a:t>
            </a:r>
            <a:r>
              <a:rPr lang="en-US" sz="2000" dirty="0"/>
              <a:t>; tail=</a:t>
            </a:r>
            <a:r>
              <a:rPr lang="en-US" sz="2000" dirty="0" err="1"/>
              <a:t>newnode</a:t>
            </a:r>
            <a:r>
              <a:rPr lang="en-US" sz="2000" dirty="0"/>
              <a:t>; } </a:t>
            </a:r>
          </a:p>
          <a:p>
            <a:pPr>
              <a:buNone/>
            </a:pPr>
            <a:r>
              <a:rPr lang="en-US" sz="2000" dirty="0"/>
              <a:t>     else { temp = head;</a:t>
            </a:r>
          </a:p>
          <a:p>
            <a:pPr>
              <a:buNone/>
            </a:pPr>
            <a:r>
              <a:rPr lang="en-US" sz="2000" dirty="0"/>
              <a:t>              for(</a:t>
            </a:r>
            <a:r>
              <a:rPr lang="en-US" sz="2000" dirty="0" err="1"/>
              <a:t>i</a:t>
            </a:r>
            <a:r>
              <a:rPr lang="en-US" sz="2000" dirty="0"/>
              <a:t>=1;</a:t>
            </a:r>
            <a:r>
              <a:rPr lang="en-US" sz="2000"/>
              <a:t>i&lt;= </a:t>
            </a:r>
            <a:r>
              <a:rPr lang="en-US" sz="2000" dirty="0"/>
              <a:t>pos-1;i++)   {                          </a:t>
            </a:r>
          </a:p>
          <a:p>
            <a:pPr>
              <a:buNone/>
            </a:pPr>
            <a:r>
              <a:rPr lang="en-US" sz="2000" dirty="0"/>
              <a:t>                    temp1 = temp;</a:t>
            </a:r>
          </a:p>
          <a:p>
            <a:pPr>
              <a:buNone/>
            </a:pPr>
            <a:r>
              <a:rPr lang="en-US" sz="2000" dirty="0"/>
              <a:t>                    temp=temp-&gt;next; }</a:t>
            </a:r>
          </a:p>
          <a:p>
            <a:pPr>
              <a:buNone/>
            </a:pPr>
            <a:r>
              <a:rPr lang="en-US" sz="2000" dirty="0"/>
              <a:t>               temp1-&gt;next = </a:t>
            </a:r>
            <a:r>
              <a:rPr lang="en-US" sz="2000" dirty="0" err="1"/>
              <a:t>newnode</a:t>
            </a:r>
            <a:r>
              <a:rPr lang="en-US" sz="2000" dirty="0"/>
              <a:t>; </a:t>
            </a:r>
          </a:p>
          <a:p>
            <a:pPr>
              <a:buNone/>
            </a:pPr>
            <a:r>
              <a:rPr lang="en-US" sz="2000" dirty="0"/>
              <a:t>               </a:t>
            </a:r>
            <a:r>
              <a:rPr lang="en-US" sz="2000" dirty="0" err="1"/>
              <a:t>newnode</a:t>
            </a:r>
            <a:r>
              <a:rPr lang="en-US" sz="2000" dirty="0"/>
              <a:t>-&gt;next=temp; }</a:t>
            </a:r>
          </a:p>
          <a:p>
            <a:pPr>
              <a:buNone/>
            </a:pPr>
            <a:r>
              <a:rPr lang="en-US" sz="2000" dirty="0"/>
              <a:t> } </a:t>
            </a:r>
          </a:p>
          <a:p>
            <a:pPr>
              <a:buNone/>
            </a:pPr>
            <a:endParaRPr lang="en-US" dirty="0"/>
          </a:p>
        </p:txBody>
      </p:sp>
      <p:sp>
        <p:nvSpPr>
          <p:cNvPr id="4" name="Title 1"/>
          <p:cNvSpPr>
            <a:spLocks noGrp="1"/>
          </p:cNvSpPr>
          <p:nvPr>
            <p:ph type="title"/>
          </p:nvPr>
        </p:nvSpPr>
        <p:spPr>
          <a:xfrm>
            <a:off x="685800" y="0"/>
            <a:ext cx="8229600" cy="1143000"/>
          </a:xfrm>
        </p:spPr>
        <p:txBody>
          <a:bodyPr>
            <a:normAutofit/>
          </a:bodyPr>
          <a:lstStyle/>
          <a:p>
            <a:pPr algn="ctr"/>
            <a:r>
              <a:rPr lang="en-US" sz="4000" dirty="0"/>
              <a:t>Inserting  After an Element</a:t>
            </a:r>
          </a:p>
        </p:txBody>
      </p:sp>
      <p:sp>
        <p:nvSpPr>
          <p:cNvPr id="5" name="Slide Number Placeholder 4"/>
          <p:cNvSpPr>
            <a:spLocks noGrp="1"/>
          </p:cNvSpPr>
          <p:nvPr>
            <p:ph type="sldNum" sz="quarter" idx="12"/>
          </p:nvPr>
        </p:nvSpPr>
        <p:spPr/>
        <p:txBody>
          <a:bodyPr/>
          <a:lstStyle/>
          <a:p>
            <a:fld id="{B6F15528-21DE-4FAA-801E-634DDDAF4B2B}" type="slidenum">
              <a:rPr lang="en-US" smtClean="0"/>
              <a:pPr/>
              <a:t>22</a:t>
            </a:fld>
            <a:endParaRPr lang="en-US"/>
          </a:p>
        </p:txBody>
      </p:sp>
      <p:sp>
        <p:nvSpPr>
          <p:cNvPr id="6" name="Date Placeholder 5"/>
          <p:cNvSpPr>
            <a:spLocks noGrp="1"/>
          </p:cNvSpPr>
          <p:nvPr>
            <p:ph type="dt" sz="half" idx="10"/>
          </p:nvPr>
        </p:nvSpPr>
        <p:spPr/>
        <p:txBody>
          <a:bodyPr/>
          <a:lstStyle/>
          <a:p>
            <a:fld id="{A12953C6-DCAE-4310-B53E-89CD2C902424}" type="datetime1">
              <a:rPr lang="en-US" smtClean="0"/>
              <a:t>6/24/2021</a:t>
            </a:fld>
            <a:endParaRPr lang="en-US"/>
          </a:p>
        </p:txBody>
      </p:sp>
      <p:sp>
        <p:nvSpPr>
          <p:cNvPr id="8" name="Footer Placeholder 7"/>
          <p:cNvSpPr>
            <a:spLocks noGrp="1"/>
          </p:cNvSpPr>
          <p:nvPr>
            <p:ph type="ftr" sz="quarter" idx="11"/>
          </p:nvPr>
        </p:nvSpPr>
        <p:spPr/>
        <p:txBody>
          <a:bodyPr/>
          <a:lstStyle/>
          <a:p>
            <a:r>
              <a:rPr lang="en-US"/>
              <a:t>Maheen Islam</a:t>
            </a: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76200"/>
            <a:ext cx="8229600" cy="896112"/>
          </a:xfrm>
        </p:spPr>
        <p:txBody>
          <a:bodyPr>
            <a:normAutofit/>
          </a:bodyPr>
          <a:lstStyle/>
          <a:p>
            <a:pPr algn="ctr"/>
            <a:r>
              <a:rPr lang="en-US" sz="4000" dirty="0"/>
              <a:t>Deleting a Node in SLL</a:t>
            </a:r>
          </a:p>
        </p:txBody>
      </p:sp>
      <p:sp>
        <p:nvSpPr>
          <p:cNvPr id="3" name="Content Placeholder 2"/>
          <p:cNvSpPr>
            <a:spLocks noGrp="1"/>
          </p:cNvSpPr>
          <p:nvPr>
            <p:ph idx="1"/>
          </p:nvPr>
        </p:nvSpPr>
        <p:spPr/>
        <p:txBody>
          <a:bodyPr>
            <a:normAutofit/>
          </a:bodyPr>
          <a:lstStyle/>
          <a:p>
            <a:pPr>
              <a:buNone/>
            </a:pPr>
            <a:r>
              <a:rPr lang="en-US" sz="2800" dirty="0">
                <a:solidFill>
                  <a:schemeClr val="tx1">
                    <a:lumMod val="95000"/>
                    <a:lumOff val="5000"/>
                  </a:schemeClr>
                </a:solidFill>
              </a:rPr>
              <a:t>Here also we have three cases:-</a:t>
            </a:r>
          </a:p>
          <a:p>
            <a:pPr>
              <a:buFont typeface="Wingdings" pitchFamily="2" charset="2"/>
              <a:buChar char="Ø"/>
            </a:pPr>
            <a:r>
              <a:rPr lang="en-US" sz="2800" dirty="0">
                <a:solidFill>
                  <a:schemeClr val="tx1">
                    <a:lumMod val="95000"/>
                    <a:lumOff val="5000"/>
                  </a:schemeClr>
                </a:solidFill>
              </a:rPr>
              <a:t> </a:t>
            </a:r>
            <a:r>
              <a:rPr lang="en-US" sz="2800" dirty="0">
                <a:solidFill>
                  <a:schemeClr val="tx2">
                    <a:lumMod val="75000"/>
                  </a:schemeClr>
                </a:solidFill>
              </a:rPr>
              <a:t>Deleting the first node</a:t>
            </a:r>
          </a:p>
          <a:p>
            <a:pPr>
              <a:buFont typeface="Wingdings" pitchFamily="2" charset="2"/>
              <a:buChar char="Ø"/>
            </a:pPr>
            <a:r>
              <a:rPr lang="en-US" sz="2800" dirty="0">
                <a:solidFill>
                  <a:schemeClr val="tx2">
                    <a:lumMod val="75000"/>
                  </a:schemeClr>
                </a:solidFill>
              </a:rPr>
              <a:t>Deleting the last node</a:t>
            </a:r>
          </a:p>
          <a:p>
            <a:pPr>
              <a:buFont typeface="Wingdings" pitchFamily="2" charset="2"/>
              <a:buChar char="Ø"/>
            </a:pPr>
            <a:r>
              <a:rPr lang="en-US" sz="2800" dirty="0">
                <a:solidFill>
                  <a:schemeClr val="tx2">
                    <a:lumMod val="75000"/>
                  </a:schemeClr>
                </a:solidFill>
              </a:rPr>
              <a:t>Deleting the intermediate node</a:t>
            </a:r>
            <a:endParaRPr lang="en-US" sz="2800" dirty="0">
              <a:solidFill>
                <a:schemeClr val="tx1">
                  <a:lumMod val="95000"/>
                  <a:lumOff val="5000"/>
                </a:schemeClr>
              </a:solidFill>
            </a:endParaRPr>
          </a:p>
        </p:txBody>
      </p:sp>
      <p:sp>
        <p:nvSpPr>
          <p:cNvPr id="4" name="Slide Number Placeholder 3"/>
          <p:cNvSpPr>
            <a:spLocks noGrp="1"/>
          </p:cNvSpPr>
          <p:nvPr>
            <p:ph type="sldNum" sz="quarter" idx="12"/>
          </p:nvPr>
        </p:nvSpPr>
        <p:spPr/>
        <p:txBody>
          <a:bodyPr/>
          <a:lstStyle/>
          <a:p>
            <a:fld id="{B6F15528-21DE-4FAA-801E-634DDDAF4B2B}" type="slidenum">
              <a:rPr lang="en-US" smtClean="0"/>
              <a:pPr/>
              <a:t>23</a:t>
            </a:fld>
            <a:endParaRPr lang="en-US"/>
          </a:p>
        </p:txBody>
      </p:sp>
      <p:sp>
        <p:nvSpPr>
          <p:cNvPr id="5" name="Date Placeholder 4"/>
          <p:cNvSpPr>
            <a:spLocks noGrp="1"/>
          </p:cNvSpPr>
          <p:nvPr>
            <p:ph type="dt" sz="half" idx="10"/>
          </p:nvPr>
        </p:nvSpPr>
        <p:spPr/>
        <p:txBody>
          <a:bodyPr/>
          <a:lstStyle/>
          <a:p>
            <a:fld id="{380ADA66-ECE7-475C-A7C4-4CFBA364C2A1}" type="datetime1">
              <a:rPr lang="en-US" smtClean="0"/>
              <a:t>6/24/2021</a:t>
            </a:fld>
            <a:endParaRPr lang="en-US"/>
          </a:p>
        </p:txBody>
      </p:sp>
      <p:sp>
        <p:nvSpPr>
          <p:cNvPr id="7" name="Footer Placeholder 6"/>
          <p:cNvSpPr>
            <a:spLocks noGrp="1"/>
          </p:cNvSpPr>
          <p:nvPr>
            <p:ph type="ftr" sz="quarter" idx="11"/>
          </p:nvPr>
        </p:nvSpPr>
        <p:spPr/>
        <p:txBody>
          <a:bodyPr/>
          <a:lstStyle/>
          <a:p>
            <a:r>
              <a:rPr lang="en-US"/>
              <a:t>Maheen Islam</a:t>
            </a: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76200"/>
            <a:ext cx="8229600" cy="838200"/>
          </a:xfrm>
        </p:spPr>
        <p:txBody>
          <a:bodyPr>
            <a:normAutofit/>
          </a:bodyPr>
          <a:lstStyle/>
          <a:p>
            <a:pPr algn="ctr"/>
            <a:r>
              <a:rPr lang="en-US" sz="4000" dirty="0"/>
              <a:t>Deleting the First Node</a:t>
            </a:r>
          </a:p>
        </p:txBody>
      </p:sp>
      <p:sp>
        <p:nvSpPr>
          <p:cNvPr id="3" name="Content Placeholder 2"/>
          <p:cNvSpPr>
            <a:spLocks noGrp="1"/>
          </p:cNvSpPr>
          <p:nvPr>
            <p:ph idx="1"/>
          </p:nvPr>
        </p:nvSpPr>
        <p:spPr>
          <a:xfrm>
            <a:off x="1066800" y="1600200"/>
            <a:ext cx="7620000" cy="2712720"/>
          </a:xfrm>
        </p:spPr>
        <p:txBody>
          <a:bodyPr>
            <a:normAutofit fontScale="92500"/>
          </a:bodyPr>
          <a:lstStyle/>
          <a:p>
            <a:pPr>
              <a:buNone/>
            </a:pPr>
            <a:r>
              <a:rPr lang="en-US" sz="2800" dirty="0"/>
              <a:t>Here we apply 2 steps:-</a:t>
            </a:r>
          </a:p>
          <a:p>
            <a:pPr>
              <a:buNone/>
            </a:pPr>
            <a:endParaRPr lang="en-US" dirty="0"/>
          </a:p>
          <a:p>
            <a:pPr>
              <a:buFont typeface="Wingdings" pitchFamily="2" charset="2"/>
              <a:buChar char="§"/>
            </a:pPr>
            <a:r>
              <a:rPr lang="en-US" sz="2800" dirty="0">
                <a:solidFill>
                  <a:schemeClr val="tx2">
                    <a:lumMod val="75000"/>
                  </a:schemeClr>
                </a:solidFill>
              </a:rPr>
              <a:t>Making the head pointer point towards the 2</a:t>
            </a:r>
            <a:r>
              <a:rPr lang="en-US" sz="2800" baseline="30000" dirty="0">
                <a:solidFill>
                  <a:schemeClr val="tx2">
                    <a:lumMod val="75000"/>
                  </a:schemeClr>
                </a:solidFill>
              </a:rPr>
              <a:t>nd</a:t>
            </a:r>
            <a:r>
              <a:rPr lang="en-US" sz="2800" dirty="0">
                <a:solidFill>
                  <a:schemeClr val="tx2">
                    <a:lumMod val="75000"/>
                  </a:schemeClr>
                </a:solidFill>
              </a:rPr>
              <a:t> node</a:t>
            </a:r>
          </a:p>
          <a:p>
            <a:pPr>
              <a:buFont typeface="Wingdings" pitchFamily="2" charset="2"/>
              <a:buChar char="§"/>
            </a:pPr>
            <a:endParaRPr lang="en-US" sz="2800" dirty="0">
              <a:solidFill>
                <a:schemeClr val="tx2">
                  <a:lumMod val="75000"/>
                </a:schemeClr>
              </a:solidFill>
            </a:endParaRPr>
          </a:p>
          <a:p>
            <a:pPr>
              <a:buFont typeface="Wingdings" pitchFamily="2" charset="2"/>
              <a:buChar char="§"/>
            </a:pPr>
            <a:r>
              <a:rPr lang="en-US" sz="2800" dirty="0">
                <a:solidFill>
                  <a:schemeClr val="tx2">
                    <a:lumMod val="75000"/>
                  </a:schemeClr>
                </a:solidFill>
              </a:rPr>
              <a:t>Deleting the first node using </a:t>
            </a:r>
            <a:r>
              <a:rPr lang="en-US" sz="2800" dirty="0">
                <a:solidFill>
                  <a:srgbClr val="00B050"/>
                </a:solidFill>
              </a:rPr>
              <a:t>delete </a:t>
            </a:r>
            <a:r>
              <a:rPr lang="en-US" sz="2800" dirty="0">
                <a:solidFill>
                  <a:schemeClr val="tx2">
                    <a:lumMod val="75000"/>
                  </a:schemeClr>
                </a:solidFill>
              </a:rPr>
              <a:t>keyword</a:t>
            </a:r>
          </a:p>
        </p:txBody>
      </p:sp>
      <p:grpSp>
        <p:nvGrpSpPr>
          <p:cNvPr id="4" name="Group 54"/>
          <p:cNvGrpSpPr>
            <a:grpSpLocks/>
          </p:cNvGrpSpPr>
          <p:nvPr/>
        </p:nvGrpSpPr>
        <p:grpSpPr bwMode="auto">
          <a:xfrm>
            <a:off x="685800" y="4876800"/>
            <a:ext cx="7543800" cy="1087438"/>
            <a:chOff x="432" y="1680"/>
            <a:chExt cx="4752" cy="685"/>
          </a:xfrm>
        </p:grpSpPr>
        <p:sp>
          <p:nvSpPr>
            <p:cNvPr id="5" name="Rectangle 4"/>
            <p:cNvSpPr>
              <a:spLocks noChangeArrowheads="1"/>
            </p:cNvSpPr>
            <p:nvPr/>
          </p:nvSpPr>
          <p:spPr bwMode="auto">
            <a:xfrm>
              <a:off x="4272" y="2120"/>
              <a:ext cx="623" cy="242"/>
            </a:xfrm>
            <a:prstGeom prst="rect">
              <a:avLst/>
            </a:prstGeom>
            <a:noFill/>
            <a:ln w="12700">
              <a:solidFill>
                <a:schemeClr val="tx1"/>
              </a:solidFill>
              <a:miter lim="800000"/>
              <a:headEnd/>
              <a:tailEnd/>
            </a:ln>
          </p:spPr>
          <p:txBody>
            <a:bodyPr wrap="none" anchor="ctr"/>
            <a:lstStyle/>
            <a:p>
              <a:pPr algn="ctr"/>
              <a:r>
                <a:rPr lang="en-US">
                  <a:latin typeface="Consolas" pitchFamily="49" charset="0"/>
                </a:rPr>
                <a:t>three</a:t>
              </a:r>
            </a:p>
          </p:txBody>
        </p:sp>
        <p:sp>
          <p:nvSpPr>
            <p:cNvPr id="6" name="Rectangle 5"/>
            <p:cNvSpPr>
              <a:spLocks noChangeArrowheads="1"/>
            </p:cNvSpPr>
            <p:nvPr/>
          </p:nvSpPr>
          <p:spPr bwMode="auto">
            <a:xfrm>
              <a:off x="4896" y="2119"/>
              <a:ext cx="288" cy="242"/>
            </a:xfrm>
            <a:prstGeom prst="rect">
              <a:avLst/>
            </a:prstGeom>
            <a:noFill/>
            <a:ln w="12700">
              <a:solidFill>
                <a:schemeClr val="tx1"/>
              </a:solidFill>
              <a:miter lim="800000"/>
              <a:headEnd/>
              <a:tailEnd/>
            </a:ln>
          </p:spPr>
          <p:txBody>
            <a:bodyPr wrap="none" anchor="ctr"/>
            <a:lstStyle/>
            <a:p>
              <a:endParaRPr lang="en-US"/>
            </a:p>
          </p:txBody>
        </p:sp>
        <p:sp>
          <p:nvSpPr>
            <p:cNvPr id="7" name="Oval 6"/>
            <p:cNvSpPr>
              <a:spLocks noChangeArrowheads="1"/>
            </p:cNvSpPr>
            <p:nvPr/>
          </p:nvSpPr>
          <p:spPr bwMode="auto">
            <a:xfrm>
              <a:off x="4992" y="2170"/>
              <a:ext cx="96" cy="96"/>
            </a:xfrm>
            <a:prstGeom prst="ellipse">
              <a:avLst/>
            </a:prstGeom>
            <a:solidFill>
              <a:schemeClr val="tx1"/>
            </a:solidFill>
            <a:ln w="12700">
              <a:solidFill>
                <a:schemeClr val="tx1"/>
              </a:solidFill>
              <a:round/>
              <a:headEnd/>
              <a:tailEnd/>
            </a:ln>
          </p:spPr>
          <p:txBody>
            <a:bodyPr wrap="none" anchor="ctr"/>
            <a:lstStyle/>
            <a:p>
              <a:endParaRPr lang="en-US"/>
            </a:p>
          </p:txBody>
        </p:sp>
        <p:sp>
          <p:nvSpPr>
            <p:cNvPr id="8" name="Rectangle 28"/>
            <p:cNvSpPr>
              <a:spLocks noChangeArrowheads="1"/>
            </p:cNvSpPr>
            <p:nvPr/>
          </p:nvSpPr>
          <p:spPr bwMode="auto">
            <a:xfrm>
              <a:off x="3024" y="2120"/>
              <a:ext cx="623" cy="242"/>
            </a:xfrm>
            <a:prstGeom prst="rect">
              <a:avLst/>
            </a:prstGeom>
            <a:noFill/>
            <a:ln w="12700">
              <a:solidFill>
                <a:schemeClr val="tx1"/>
              </a:solidFill>
              <a:miter lim="800000"/>
              <a:headEnd/>
              <a:tailEnd/>
            </a:ln>
          </p:spPr>
          <p:txBody>
            <a:bodyPr wrap="none" anchor="ctr"/>
            <a:lstStyle/>
            <a:p>
              <a:pPr algn="ctr"/>
              <a:r>
                <a:rPr lang="en-US" dirty="0">
                  <a:latin typeface="Consolas" pitchFamily="49" charset="0"/>
                </a:rPr>
                <a:t>two</a:t>
              </a:r>
            </a:p>
          </p:txBody>
        </p:sp>
        <p:sp>
          <p:nvSpPr>
            <p:cNvPr id="9" name="Rectangle 29"/>
            <p:cNvSpPr>
              <a:spLocks noChangeArrowheads="1"/>
            </p:cNvSpPr>
            <p:nvPr/>
          </p:nvSpPr>
          <p:spPr bwMode="auto">
            <a:xfrm>
              <a:off x="3648" y="2119"/>
              <a:ext cx="288" cy="242"/>
            </a:xfrm>
            <a:prstGeom prst="rect">
              <a:avLst/>
            </a:prstGeom>
            <a:noFill/>
            <a:ln w="12700">
              <a:solidFill>
                <a:schemeClr val="tx1"/>
              </a:solidFill>
              <a:miter lim="800000"/>
              <a:headEnd/>
              <a:tailEnd/>
            </a:ln>
          </p:spPr>
          <p:txBody>
            <a:bodyPr wrap="none" anchor="ctr"/>
            <a:lstStyle/>
            <a:p>
              <a:endParaRPr lang="en-US"/>
            </a:p>
          </p:txBody>
        </p:sp>
        <p:sp>
          <p:nvSpPr>
            <p:cNvPr id="10" name="Oval 30"/>
            <p:cNvSpPr>
              <a:spLocks noChangeArrowheads="1"/>
            </p:cNvSpPr>
            <p:nvPr/>
          </p:nvSpPr>
          <p:spPr bwMode="auto">
            <a:xfrm>
              <a:off x="3744" y="2170"/>
              <a:ext cx="96" cy="96"/>
            </a:xfrm>
            <a:prstGeom prst="ellipse">
              <a:avLst/>
            </a:prstGeom>
            <a:solidFill>
              <a:schemeClr val="tx1"/>
            </a:solidFill>
            <a:ln w="12700">
              <a:solidFill>
                <a:schemeClr val="tx1"/>
              </a:solidFill>
              <a:round/>
              <a:headEnd/>
              <a:tailEnd/>
            </a:ln>
          </p:spPr>
          <p:txBody>
            <a:bodyPr wrap="none" anchor="ctr"/>
            <a:lstStyle/>
            <a:p>
              <a:endParaRPr lang="en-US"/>
            </a:p>
          </p:txBody>
        </p:sp>
        <p:sp>
          <p:nvSpPr>
            <p:cNvPr id="11" name="Line 31"/>
            <p:cNvSpPr>
              <a:spLocks noChangeShapeType="1"/>
            </p:cNvSpPr>
            <p:nvPr/>
          </p:nvSpPr>
          <p:spPr bwMode="auto">
            <a:xfrm>
              <a:off x="3792" y="2218"/>
              <a:ext cx="480" cy="0"/>
            </a:xfrm>
            <a:prstGeom prst="line">
              <a:avLst/>
            </a:prstGeom>
            <a:noFill/>
            <a:ln w="12700">
              <a:solidFill>
                <a:schemeClr val="tx1"/>
              </a:solidFill>
              <a:round/>
              <a:headEnd/>
              <a:tailEnd type="triangle" w="lg" len="lg"/>
            </a:ln>
          </p:spPr>
          <p:txBody>
            <a:bodyPr wrap="none" anchor="ctr"/>
            <a:lstStyle/>
            <a:p>
              <a:endParaRPr lang="en-US"/>
            </a:p>
          </p:txBody>
        </p:sp>
        <p:sp>
          <p:nvSpPr>
            <p:cNvPr id="12" name="Rectangle 33"/>
            <p:cNvSpPr>
              <a:spLocks noChangeArrowheads="1"/>
            </p:cNvSpPr>
            <p:nvPr/>
          </p:nvSpPr>
          <p:spPr bwMode="auto">
            <a:xfrm>
              <a:off x="1776" y="2123"/>
              <a:ext cx="623" cy="242"/>
            </a:xfrm>
            <a:prstGeom prst="rect">
              <a:avLst/>
            </a:prstGeom>
            <a:noFill/>
            <a:ln w="12700">
              <a:solidFill>
                <a:schemeClr val="tx1"/>
              </a:solidFill>
              <a:miter lim="800000"/>
              <a:headEnd/>
              <a:tailEnd/>
            </a:ln>
          </p:spPr>
          <p:txBody>
            <a:bodyPr wrap="none" anchor="ctr"/>
            <a:lstStyle/>
            <a:p>
              <a:pPr algn="ctr"/>
              <a:r>
                <a:rPr lang="en-US">
                  <a:latin typeface="Consolas" pitchFamily="49" charset="0"/>
                </a:rPr>
                <a:t>one</a:t>
              </a:r>
            </a:p>
          </p:txBody>
        </p:sp>
        <p:sp>
          <p:nvSpPr>
            <p:cNvPr id="13" name="Rectangle 34"/>
            <p:cNvSpPr>
              <a:spLocks noChangeArrowheads="1"/>
            </p:cNvSpPr>
            <p:nvPr/>
          </p:nvSpPr>
          <p:spPr bwMode="auto">
            <a:xfrm>
              <a:off x="2400" y="2122"/>
              <a:ext cx="288" cy="242"/>
            </a:xfrm>
            <a:prstGeom prst="rect">
              <a:avLst/>
            </a:prstGeom>
            <a:noFill/>
            <a:ln w="12700">
              <a:solidFill>
                <a:schemeClr val="tx1"/>
              </a:solidFill>
              <a:miter lim="800000"/>
              <a:headEnd/>
              <a:tailEnd/>
            </a:ln>
          </p:spPr>
          <p:txBody>
            <a:bodyPr wrap="none" anchor="ctr"/>
            <a:lstStyle/>
            <a:p>
              <a:endParaRPr lang="en-US"/>
            </a:p>
          </p:txBody>
        </p:sp>
        <p:sp>
          <p:nvSpPr>
            <p:cNvPr id="14" name="Oval 35"/>
            <p:cNvSpPr>
              <a:spLocks noChangeArrowheads="1"/>
            </p:cNvSpPr>
            <p:nvPr/>
          </p:nvSpPr>
          <p:spPr bwMode="auto">
            <a:xfrm>
              <a:off x="2496" y="2173"/>
              <a:ext cx="96" cy="96"/>
            </a:xfrm>
            <a:prstGeom prst="ellipse">
              <a:avLst/>
            </a:prstGeom>
            <a:solidFill>
              <a:schemeClr val="tx1"/>
            </a:solidFill>
            <a:ln w="12700">
              <a:solidFill>
                <a:schemeClr val="tx1"/>
              </a:solidFill>
              <a:round/>
              <a:headEnd/>
              <a:tailEnd/>
            </a:ln>
          </p:spPr>
          <p:txBody>
            <a:bodyPr wrap="none" anchor="ctr"/>
            <a:lstStyle/>
            <a:p>
              <a:endParaRPr lang="en-US"/>
            </a:p>
          </p:txBody>
        </p:sp>
        <p:sp>
          <p:nvSpPr>
            <p:cNvPr id="15" name="Line 36"/>
            <p:cNvSpPr>
              <a:spLocks noChangeShapeType="1"/>
            </p:cNvSpPr>
            <p:nvPr/>
          </p:nvSpPr>
          <p:spPr bwMode="auto">
            <a:xfrm>
              <a:off x="2544" y="2221"/>
              <a:ext cx="480" cy="0"/>
            </a:xfrm>
            <a:prstGeom prst="line">
              <a:avLst/>
            </a:prstGeom>
            <a:noFill/>
            <a:ln w="12700">
              <a:solidFill>
                <a:schemeClr val="tx1"/>
              </a:solidFill>
              <a:round/>
              <a:headEnd/>
              <a:tailEnd type="triangle" w="lg" len="lg"/>
            </a:ln>
          </p:spPr>
          <p:txBody>
            <a:bodyPr wrap="none" anchor="ctr"/>
            <a:lstStyle/>
            <a:p>
              <a:endParaRPr lang="en-US"/>
            </a:p>
          </p:txBody>
        </p:sp>
        <p:sp>
          <p:nvSpPr>
            <p:cNvPr id="16" name="Oval 39"/>
            <p:cNvSpPr>
              <a:spLocks noChangeArrowheads="1"/>
            </p:cNvSpPr>
            <p:nvPr/>
          </p:nvSpPr>
          <p:spPr bwMode="auto">
            <a:xfrm>
              <a:off x="1392" y="1738"/>
              <a:ext cx="96" cy="96"/>
            </a:xfrm>
            <a:prstGeom prst="ellipse">
              <a:avLst/>
            </a:prstGeom>
            <a:solidFill>
              <a:schemeClr val="tx1"/>
            </a:solidFill>
            <a:ln w="12700">
              <a:solidFill>
                <a:schemeClr val="tx1"/>
              </a:solidFill>
              <a:round/>
              <a:headEnd/>
              <a:tailEnd/>
            </a:ln>
          </p:spPr>
          <p:txBody>
            <a:bodyPr wrap="none" anchor="ctr"/>
            <a:lstStyle/>
            <a:p>
              <a:endParaRPr lang="en-US"/>
            </a:p>
          </p:txBody>
        </p:sp>
        <p:sp>
          <p:nvSpPr>
            <p:cNvPr id="17" name="Rectangle 40"/>
            <p:cNvSpPr>
              <a:spLocks noChangeArrowheads="1"/>
            </p:cNvSpPr>
            <p:nvPr/>
          </p:nvSpPr>
          <p:spPr bwMode="auto">
            <a:xfrm>
              <a:off x="1296" y="1690"/>
              <a:ext cx="288" cy="240"/>
            </a:xfrm>
            <a:prstGeom prst="rect">
              <a:avLst/>
            </a:prstGeom>
            <a:noFill/>
            <a:ln w="12700">
              <a:solidFill>
                <a:schemeClr val="tx1"/>
              </a:solidFill>
              <a:miter lim="800000"/>
              <a:headEnd/>
              <a:tailEnd/>
            </a:ln>
          </p:spPr>
          <p:txBody>
            <a:bodyPr wrap="none" anchor="ctr"/>
            <a:lstStyle/>
            <a:p>
              <a:endParaRPr lang="en-US"/>
            </a:p>
          </p:txBody>
        </p:sp>
        <p:sp>
          <p:nvSpPr>
            <p:cNvPr id="18" name="Text Box 41"/>
            <p:cNvSpPr txBox="1">
              <a:spLocks noChangeArrowheads="1"/>
            </p:cNvSpPr>
            <p:nvPr/>
          </p:nvSpPr>
          <p:spPr bwMode="auto">
            <a:xfrm>
              <a:off x="432" y="1680"/>
              <a:ext cx="912" cy="253"/>
            </a:xfrm>
            <a:prstGeom prst="rect">
              <a:avLst/>
            </a:prstGeom>
            <a:noFill/>
            <a:ln w="9525">
              <a:noFill/>
              <a:miter lim="800000"/>
              <a:headEnd/>
              <a:tailEnd/>
            </a:ln>
          </p:spPr>
          <p:txBody>
            <a:bodyPr>
              <a:spAutoFit/>
            </a:bodyPr>
            <a:lstStyle/>
            <a:p>
              <a:pPr>
                <a:spcBef>
                  <a:spcPct val="50000"/>
                </a:spcBef>
              </a:pPr>
              <a:r>
                <a:rPr lang="en-US" sz="2000" dirty="0">
                  <a:solidFill>
                    <a:schemeClr val="accent2"/>
                  </a:solidFill>
                  <a:latin typeface="Consolas" pitchFamily="49" charset="0"/>
                </a:rPr>
                <a:t>  head</a:t>
              </a:r>
            </a:p>
          </p:txBody>
        </p:sp>
        <p:sp>
          <p:nvSpPr>
            <p:cNvPr id="19" name="Line 52"/>
            <p:cNvSpPr>
              <a:spLocks noChangeShapeType="1"/>
            </p:cNvSpPr>
            <p:nvPr/>
          </p:nvSpPr>
          <p:spPr bwMode="auto">
            <a:xfrm>
              <a:off x="1440" y="1776"/>
              <a:ext cx="336" cy="336"/>
            </a:xfrm>
            <a:prstGeom prst="line">
              <a:avLst/>
            </a:prstGeom>
            <a:noFill/>
            <a:ln w="19050">
              <a:solidFill>
                <a:schemeClr val="tx1"/>
              </a:solidFill>
              <a:round/>
              <a:headEnd/>
              <a:tailEnd type="triangle" w="lg" len="lg"/>
            </a:ln>
          </p:spPr>
          <p:txBody>
            <a:bodyPr wrap="none" anchor="ctr"/>
            <a:lstStyle/>
            <a:p>
              <a:endParaRPr lang="en-US"/>
            </a:p>
          </p:txBody>
        </p:sp>
      </p:grpSp>
      <p:sp>
        <p:nvSpPr>
          <p:cNvPr id="20" name="Freeform 49"/>
          <p:cNvSpPr>
            <a:spLocks/>
          </p:cNvSpPr>
          <p:nvPr/>
        </p:nvSpPr>
        <p:spPr bwMode="auto">
          <a:xfrm>
            <a:off x="2286000" y="5029200"/>
            <a:ext cx="2514600" cy="539750"/>
          </a:xfrm>
          <a:custGeom>
            <a:avLst/>
            <a:gdLst>
              <a:gd name="T0" fmla="*/ 0 w 1584"/>
              <a:gd name="T1" fmla="*/ 2147483647 h 340"/>
              <a:gd name="T2" fmla="*/ 2147483647 w 1584"/>
              <a:gd name="T3" fmla="*/ 2147483647 h 340"/>
              <a:gd name="T4" fmla="*/ 2147483647 w 1584"/>
              <a:gd name="T5" fmla="*/ 2147483647 h 340"/>
              <a:gd name="T6" fmla="*/ 2147483647 w 1584"/>
              <a:gd name="T7" fmla="*/ 2147483647 h 340"/>
              <a:gd name="T8" fmla="*/ 0 60000 65536"/>
              <a:gd name="T9" fmla="*/ 0 60000 65536"/>
              <a:gd name="T10" fmla="*/ 0 60000 65536"/>
              <a:gd name="T11" fmla="*/ 0 60000 65536"/>
              <a:gd name="T12" fmla="*/ 0 w 1584"/>
              <a:gd name="T13" fmla="*/ 0 h 340"/>
              <a:gd name="T14" fmla="*/ 1584 w 1584"/>
              <a:gd name="T15" fmla="*/ 340 h 340"/>
            </a:gdLst>
            <a:ahLst/>
            <a:cxnLst>
              <a:cxn ang="T8">
                <a:pos x="T0" y="T1"/>
              </a:cxn>
              <a:cxn ang="T9">
                <a:pos x="T2" y="T3"/>
              </a:cxn>
              <a:cxn ang="T10">
                <a:pos x="T4" y="T5"/>
              </a:cxn>
              <a:cxn ang="T11">
                <a:pos x="T6" y="T7"/>
              </a:cxn>
            </a:cxnLst>
            <a:rect l="T12" t="T13" r="T14" b="T15"/>
            <a:pathLst>
              <a:path w="1584" h="340">
                <a:moveTo>
                  <a:pt x="0" y="4"/>
                </a:moveTo>
                <a:cubicBezTo>
                  <a:pt x="118" y="6"/>
                  <a:pt x="496" y="0"/>
                  <a:pt x="709" y="16"/>
                </a:cubicBezTo>
                <a:cubicBezTo>
                  <a:pt x="922" y="32"/>
                  <a:pt x="1132" y="47"/>
                  <a:pt x="1278" y="101"/>
                </a:cubicBezTo>
                <a:cubicBezTo>
                  <a:pt x="1424" y="155"/>
                  <a:pt x="1520" y="290"/>
                  <a:pt x="1584" y="340"/>
                </a:cubicBezTo>
              </a:path>
            </a:pathLst>
          </a:custGeom>
          <a:noFill/>
          <a:ln w="19050">
            <a:solidFill>
              <a:schemeClr val="tx1"/>
            </a:solidFill>
            <a:round/>
            <a:headEnd/>
            <a:tailEnd type="triangle" w="lg" len="lg"/>
          </a:ln>
        </p:spPr>
        <p:txBody>
          <a:bodyPr wrap="none" anchor="ctr"/>
          <a:lstStyle/>
          <a:p>
            <a:endParaRPr lang="en-US"/>
          </a:p>
        </p:txBody>
      </p:sp>
      <p:sp>
        <p:nvSpPr>
          <p:cNvPr id="21" name="Slide Number Placeholder 20"/>
          <p:cNvSpPr>
            <a:spLocks noGrp="1"/>
          </p:cNvSpPr>
          <p:nvPr>
            <p:ph type="sldNum" sz="quarter" idx="12"/>
          </p:nvPr>
        </p:nvSpPr>
        <p:spPr/>
        <p:txBody>
          <a:bodyPr/>
          <a:lstStyle/>
          <a:p>
            <a:fld id="{B6F15528-21DE-4FAA-801E-634DDDAF4B2B}" type="slidenum">
              <a:rPr lang="en-US" smtClean="0"/>
              <a:pPr/>
              <a:t>24</a:t>
            </a:fld>
            <a:endParaRPr lang="en-US"/>
          </a:p>
        </p:txBody>
      </p:sp>
      <p:sp>
        <p:nvSpPr>
          <p:cNvPr id="22" name="Date Placeholder 21"/>
          <p:cNvSpPr>
            <a:spLocks noGrp="1"/>
          </p:cNvSpPr>
          <p:nvPr>
            <p:ph type="dt" sz="half" idx="10"/>
          </p:nvPr>
        </p:nvSpPr>
        <p:spPr/>
        <p:txBody>
          <a:bodyPr/>
          <a:lstStyle/>
          <a:p>
            <a:fld id="{7F08AAC5-989F-4532-A314-EAFCB9F17E37}" type="datetime1">
              <a:rPr lang="en-US" smtClean="0"/>
              <a:t>6/24/2021</a:t>
            </a:fld>
            <a:endParaRPr lang="en-US"/>
          </a:p>
        </p:txBody>
      </p:sp>
      <p:sp>
        <p:nvSpPr>
          <p:cNvPr id="24" name="Footer Placeholder 23"/>
          <p:cNvSpPr>
            <a:spLocks noGrp="1"/>
          </p:cNvSpPr>
          <p:nvPr>
            <p:ph type="ftr" sz="quarter" idx="11"/>
          </p:nvPr>
        </p:nvSpPr>
        <p:spPr/>
        <p:txBody>
          <a:bodyPr/>
          <a:lstStyle/>
          <a:p>
            <a:r>
              <a:rPr lang="en-US"/>
              <a:t>Maheen Islam</a:t>
            </a: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 name="Line 53"/>
          <p:cNvSpPr>
            <a:spLocks noChangeShapeType="1"/>
          </p:cNvSpPr>
          <p:nvPr/>
        </p:nvSpPr>
        <p:spPr bwMode="auto">
          <a:xfrm>
            <a:off x="2286000" y="2514600"/>
            <a:ext cx="533400" cy="533400"/>
          </a:xfrm>
          <a:prstGeom prst="line">
            <a:avLst/>
          </a:prstGeom>
          <a:noFill/>
          <a:ln w="19050">
            <a:solidFill>
              <a:schemeClr val="bg1"/>
            </a:solidFill>
            <a:round/>
            <a:headEnd/>
            <a:tailEnd type="triangle" w="lg" len="lg"/>
          </a:ln>
        </p:spPr>
        <p:txBody>
          <a:bodyPr wrap="none" anchor="ctr"/>
          <a:lstStyle/>
          <a:p>
            <a:endParaRPr lang="en-US"/>
          </a:p>
        </p:txBody>
      </p:sp>
      <p:sp>
        <p:nvSpPr>
          <p:cNvPr id="42" name="TextBox 41"/>
          <p:cNvSpPr txBox="1"/>
          <p:nvPr/>
        </p:nvSpPr>
        <p:spPr>
          <a:xfrm>
            <a:off x="1143000" y="1295400"/>
            <a:ext cx="8153400" cy="2954655"/>
          </a:xfrm>
          <a:prstGeom prst="rect">
            <a:avLst/>
          </a:prstGeom>
          <a:noFill/>
        </p:spPr>
        <p:txBody>
          <a:bodyPr wrap="square" rtlCol="0">
            <a:spAutoFit/>
          </a:bodyPr>
          <a:lstStyle/>
          <a:p>
            <a:r>
              <a:rPr lang="en-US" sz="2400" dirty="0"/>
              <a:t>void </a:t>
            </a:r>
            <a:r>
              <a:rPr lang="en-US" sz="2400" dirty="0" err="1"/>
              <a:t>del_beg</a:t>
            </a:r>
            <a:r>
              <a:rPr lang="en-US" sz="2400" dirty="0"/>
              <a:t>() </a:t>
            </a:r>
          </a:p>
          <a:p>
            <a:r>
              <a:rPr lang="en-US" sz="2400" dirty="0"/>
              <a:t>{ </a:t>
            </a:r>
          </a:p>
          <a:p>
            <a:r>
              <a:rPr lang="en-US" sz="2400" dirty="0"/>
              <a:t>      </a:t>
            </a:r>
            <a:r>
              <a:rPr lang="en-US" sz="2400" dirty="0" err="1"/>
              <a:t>struct</a:t>
            </a:r>
            <a:r>
              <a:rPr lang="en-US" sz="2400" dirty="0"/>
              <a:t> node *temp; </a:t>
            </a:r>
          </a:p>
          <a:p>
            <a:r>
              <a:rPr lang="en-US" sz="2400" dirty="0"/>
              <a:t>      temp = head; </a:t>
            </a:r>
          </a:p>
          <a:p>
            <a:r>
              <a:rPr lang="en-US" sz="2400" dirty="0"/>
              <a:t>      head = head-&gt;next; </a:t>
            </a:r>
          </a:p>
          <a:p>
            <a:r>
              <a:rPr lang="en-US" sz="2400" dirty="0"/>
              <a:t>      free(temp); </a:t>
            </a:r>
          </a:p>
          <a:p>
            <a:r>
              <a:rPr lang="en-US" sz="2400" dirty="0"/>
              <a:t>}</a:t>
            </a:r>
            <a:endParaRPr lang="en-US" sz="3200" dirty="0"/>
          </a:p>
          <a:p>
            <a:endParaRPr lang="en-US" dirty="0"/>
          </a:p>
        </p:txBody>
      </p:sp>
      <p:sp>
        <p:nvSpPr>
          <p:cNvPr id="4" name="Title 1"/>
          <p:cNvSpPr>
            <a:spLocks noGrp="1"/>
          </p:cNvSpPr>
          <p:nvPr>
            <p:ph type="title"/>
          </p:nvPr>
        </p:nvSpPr>
        <p:spPr>
          <a:xfrm>
            <a:off x="457200" y="76200"/>
            <a:ext cx="8229600" cy="838200"/>
          </a:xfrm>
        </p:spPr>
        <p:txBody>
          <a:bodyPr>
            <a:normAutofit/>
          </a:bodyPr>
          <a:lstStyle/>
          <a:p>
            <a:pPr algn="ctr"/>
            <a:r>
              <a:rPr lang="en-US" sz="4000" dirty="0"/>
              <a:t>Deleting the First Node</a:t>
            </a:r>
          </a:p>
        </p:txBody>
      </p:sp>
      <p:sp>
        <p:nvSpPr>
          <p:cNvPr id="5" name="Slide Number Placeholder 4"/>
          <p:cNvSpPr>
            <a:spLocks noGrp="1"/>
          </p:cNvSpPr>
          <p:nvPr>
            <p:ph type="sldNum" sz="quarter" idx="12"/>
          </p:nvPr>
        </p:nvSpPr>
        <p:spPr/>
        <p:txBody>
          <a:bodyPr/>
          <a:lstStyle/>
          <a:p>
            <a:fld id="{B6F15528-21DE-4FAA-801E-634DDDAF4B2B}" type="slidenum">
              <a:rPr lang="en-US" smtClean="0"/>
              <a:pPr/>
              <a:t>25</a:t>
            </a:fld>
            <a:endParaRPr lang="en-US"/>
          </a:p>
        </p:txBody>
      </p:sp>
      <p:sp>
        <p:nvSpPr>
          <p:cNvPr id="6" name="Date Placeholder 5"/>
          <p:cNvSpPr>
            <a:spLocks noGrp="1"/>
          </p:cNvSpPr>
          <p:nvPr>
            <p:ph type="dt" sz="half" idx="10"/>
          </p:nvPr>
        </p:nvSpPr>
        <p:spPr/>
        <p:txBody>
          <a:bodyPr/>
          <a:lstStyle/>
          <a:p>
            <a:fld id="{F516C2C9-3ABF-4EE6-B8EA-C6219B3E2938}" type="datetime1">
              <a:rPr lang="en-US" smtClean="0"/>
              <a:t>6/24/2021</a:t>
            </a:fld>
            <a:endParaRPr lang="en-US"/>
          </a:p>
        </p:txBody>
      </p:sp>
      <p:sp>
        <p:nvSpPr>
          <p:cNvPr id="8" name="Footer Placeholder 7"/>
          <p:cNvSpPr>
            <a:spLocks noGrp="1"/>
          </p:cNvSpPr>
          <p:nvPr>
            <p:ph type="ftr" sz="quarter" idx="11"/>
          </p:nvPr>
        </p:nvSpPr>
        <p:spPr/>
        <p:txBody>
          <a:bodyPr/>
          <a:lstStyle/>
          <a:p>
            <a:r>
              <a:rPr lang="en-US"/>
              <a:t>Maheen Islam</a:t>
            </a: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33400" y="76200"/>
            <a:ext cx="8229600" cy="838200"/>
          </a:xfrm>
        </p:spPr>
        <p:txBody>
          <a:bodyPr>
            <a:normAutofit/>
          </a:bodyPr>
          <a:lstStyle/>
          <a:p>
            <a:pPr algn="ctr"/>
            <a:r>
              <a:rPr lang="en-US" sz="4000" dirty="0"/>
              <a:t>Deleting the Last Node</a:t>
            </a:r>
          </a:p>
        </p:txBody>
      </p:sp>
      <p:sp>
        <p:nvSpPr>
          <p:cNvPr id="3" name="Content Placeholder 2"/>
          <p:cNvSpPr>
            <a:spLocks noGrp="1"/>
          </p:cNvSpPr>
          <p:nvPr>
            <p:ph idx="1"/>
          </p:nvPr>
        </p:nvSpPr>
        <p:spPr>
          <a:xfrm>
            <a:off x="990600" y="1219200"/>
            <a:ext cx="7924800" cy="3124200"/>
          </a:xfrm>
        </p:spPr>
        <p:txBody>
          <a:bodyPr>
            <a:normAutofit/>
          </a:bodyPr>
          <a:lstStyle/>
          <a:p>
            <a:pPr>
              <a:buNone/>
            </a:pPr>
            <a:r>
              <a:rPr lang="en-US" sz="2800" dirty="0"/>
              <a:t>Here we apply 2 steps:-</a:t>
            </a:r>
          </a:p>
          <a:p>
            <a:pPr>
              <a:buFont typeface="Wingdings" pitchFamily="2" charset="2"/>
              <a:buChar char="§"/>
            </a:pPr>
            <a:endParaRPr lang="en-US" sz="2800" dirty="0">
              <a:solidFill>
                <a:schemeClr val="accent1">
                  <a:lumMod val="75000"/>
                </a:schemeClr>
              </a:solidFill>
            </a:endParaRPr>
          </a:p>
          <a:p>
            <a:pPr>
              <a:buFont typeface="Wingdings" pitchFamily="2" charset="2"/>
              <a:buChar char="§"/>
            </a:pPr>
            <a:r>
              <a:rPr lang="en-US" sz="2800" dirty="0">
                <a:solidFill>
                  <a:schemeClr val="accent1">
                    <a:lumMod val="75000"/>
                  </a:schemeClr>
                </a:solidFill>
              </a:rPr>
              <a:t>Making the second last node’s next pointer point to NULL</a:t>
            </a:r>
          </a:p>
          <a:p>
            <a:pPr>
              <a:buFont typeface="Wingdings" pitchFamily="2" charset="2"/>
              <a:buChar char="§"/>
            </a:pPr>
            <a:endParaRPr lang="en-US" sz="2800" dirty="0">
              <a:solidFill>
                <a:schemeClr val="accent1">
                  <a:lumMod val="75000"/>
                </a:schemeClr>
              </a:solidFill>
            </a:endParaRPr>
          </a:p>
          <a:p>
            <a:pPr>
              <a:buFont typeface="Wingdings" pitchFamily="2" charset="2"/>
              <a:buChar char="§"/>
            </a:pPr>
            <a:r>
              <a:rPr lang="en-US" sz="2800" dirty="0">
                <a:solidFill>
                  <a:schemeClr val="accent1">
                    <a:lumMod val="75000"/>
                  </a:schemeClr>
                </a:solidFill>
              </a:rPr>
              <a:t>Deleting the last node via </a:t>
            </a:r>
            <a:r>
              <a:rPr lang="en-US" sz="2800" dirty="0">
                <a:solidFill>
                  <a:schemeClr val="accent5">
                    <a:lumMod val="75000"/>
                  </a:schemeClr>
                </a:solidFill>
              </a:rPr>
              <a:t>delete </a:t>
            </a:r>
            <a:r>
              <a:rPr lang="en-US" sz="2800" dirty="0">
                <a:solidFill>
                  <a:schemeClr val="accent1">
                    <a:lumMod val="75000"/>
                  </a:schemeClr>
                </a:solidFill>
              </a:rPr>
              <a:t>keyword</a:t>
            </a:r>
          </a:p>
        </p:txBody>
      </p:sp>
      <p:sp>
        <p:nvSpPr>
          <p:cNvPr id="4" name="Rectangle 4"/>
          <p:cNvSpPr>
            <a:spLocks noChangeArrowheads="1"/>
          </p:cNvSpPr>
          <p:nvPr/>
        </p:nvSpPr>
        <p:spPr bwMode="auto">
          <a:xfrm>
            <a:off x="6477000" y="5181600"/>
            <a:ext cx="1295400" cy="685800"/>
          </a:xfrm>
          <a:prstGeom prst="rect">
            <a:avLst/>
          </a:prstGeom>
          <a:solidFill>
            <a:srgbClr val="CCFFFF">
              <a:alpha val="50195"/>
            </a:srgbClr>
          </a:solidFill>
          <a:ln w="3175">
            <a:solidFill>
              <a:schemeClr val="tx1"/>
            </a:solidFill>
            <a:prstDash val="sysDot"/>
            <a:miter lim="800000"/>
            <a:headEnd/>
            <a:tailEnd/>
          </a:ln>
        </p:spPr>
        <p:txBody>
          <a:bodyPr wrap="none" anchor="ctr"/>
          <a:lstStyle/>
          <a:p>
            <a:pPr algn="ctr" eaLnBrk="1" hangingPunct="1"/>
            <a:r>
              <a:rPr lang="en-US" sz="2400" dirty="0">
                <a:solidFill>
                  <a:schemeClr val="tx1"/>
                </a:solidFill>
                <a:latin typeface="Times New Roman" pitchFamily="18" charset="0"/>
              </a:rPr>
              <a:t>node3    </a:t>
            </a:r>
          </a:p>
        </p:txBody>
      </p:sp>
      <p:sp>
        <p:nvSpPr>
          <p:cNvPr id="5" name="Rectangle 4"/>
          <p:cNvSpPr>
            <a:spLocks noChangeArrowheads="1"/>
          </p:cNvSpPr>
          <p:nvPr/>
        </p:nvSpPr>
        <p:spPr bwMode="auto">
          <a:xfrm>
            <a:off x="4419600" y="5181600"/>
            <a:ext cx="1295400" cy="685800"/>
          </a:xfrm>
          <a:prstGeom prst="rect">
            <a:avLst/>
          </a:prstGeom>
          <a:solidFill>
            <a:srgbClr val="CCFFFF">
              <a:alpha val="50195"/>
            </a:srgbClr>
          </a:solidFill>
          <a:ln w="3175">
            <a:solidFill>
              <a:schemeClr val="tx1"/>
            </a:solidFill>
            <a:prstDash val="sysDot"/>
            <a:miter lim="800000"/>
            <a:headEnd/>
            <a:tailEnd/>
          </a:ln>
        </p:spPr>
        <p:txBody>
          <a:bodyPr wrap="none" anchor="ctr"/>
          <a:lstStyle/>
          <a:p>
            <a:pPr algn="ctr" eaLnBrk="1" hangingPunct="1"/>
            <a:r>
              <a:rPr lang="en-US" sz="2400" dirty="0">
                <a:solidFill>
                  <a:schemeClr val="tx1"/>
                </a:solidFill>
                <a:latin typeface="Times New Roman" pitchFamily="18" charset="0"/>
              </a:rPr>
              <a:t>node2    </a:t>
            </a:r>
          </a:p>
        </p:txBody>
      </p:sp>
      <p:sp>
        <p:nvSpPr>
          <p:cNvPr id="6" name="Rectangle 5"/>
          <p:cNvSpPr>
            <a:spLocks noChangeArrowheads="1"/>
          </p:cNvSpPr>
          <p:nvPr/>
        </p:nvSpPr>
        <p:spPr bwMode="auto">
          <a:xfrm>
            <a:off x="2362200" y="5181600"/>
            <a:ext cx="1295400" cy="685800"/>
          </a:xfrm>
          <a:prstGeom prst="rect">
            <a:avLst/>
          </a:prstGeom>
          <a:solidFill>
            <a:srgbClr val="CCFFFF">
              <a:alpha val="50195"/>
            </a:srgbClr>
          </a:solidFill>
          <a:ln w="3175">
            <a:solidFill>
              <a:srgbClr val="000000"/>
            </a:solidFill>
            <a:prstDash val="sysDot"/>
            <a:miter lim="800000"/>
            <a:headEnd/>
            <a:tailEnd/>
          </a:ln>
        </p:spPr>
        <p:txBody>
          <a:bodyPr wrap="none" anchor="ctr"/>
          <a:lstStyle/>
          <a:p>
            <a:pPr algn="ctr" eaLnBrk="1" hangingPunct="1"/>
            <a:r>
              <a:rPr lang="en-US" sz="2400" dirty="0">
                <a:solidFill>
                  <a:schemeClr val="tx1"/>
                </a:solidFill>
                <a:latin typeface="Times New Roman" pitchFamily="18" charset="0"/>
              </a:rPr>
              <a:t>node1  </a:t>
            </a:r>
          </a:p>
        </p:txBody>
      </p:sp>
      <p:sp>
        <p:nvSpPr>
          <p:cNvPr id="7" name="Freeform 10"/>
          <p:cNvSpPr>
            <a:spLocks/>
          </p:cNvSpPr>
          <p:nvPr/>
        </p:nvSpPr>
        <p:spPr bwMode="auto">
          <a:xfrm>
            <a:off x="1981200" y="5029200"/>
            <a:ext cx="381000" cy="381000"/>
          </a:xfrm>
          <a:custGeom>
            <a:avLst/>
            <a:gdLst>
              <a:gd name="T0" fmla="*/ 23813 w 512"/>
              <a:gd name="T1" fmla="*/ 0 h 240"/>
              <a:gd name="T2" fmla="*/ 59531 w 512"/>
              <a:gd name="T3" fmla="*/ 304800 h 240"/>
              <a:gd name="T4" fmla="*/ 381000 w 512"/>
              <a:gd name="T5" fmla="*/ 381000 h 240"/>
              <a:gd name="T6" fmla="*/ 0 60000 65536"/>
              <a:gd name="T7" fmla="*/ 0 60000 65536"/>
              <a:gd name="T8" fmla="*/ 0 60000 65536"/>
              <a:gd name="T9" fmla="*/ 0 w 512"/>
              <a:gd name="T10" fmla="*/ 0 h 240"/>
              <a:gd name="T11" fmla="*/ 512 w 512"/>
              <a:gd name="T12" fmla="*/ 240 h 240"/>
            </a:gdLst>
            <a:ahLst/>
            <a:cxnLst>
              <a:cxn ang="T6">
                <a:pos x="T0" y="T1"/>
              </a:cxn>
              <a:cxn ang="T7">
                <a:pos x="T2" y="T3"/>
              </a:cxn>
              <a:cxn ang="T8">
                <a:pos x="T4" y="T5"/>
              </a:cxn>
            </a:cxnLst>
            <a:rect l="T9" t="T10" r="T11" b="T12"/>
            <a:pathLst>
              <a:path w="512" h="240">
                <a:moveTo>
                  <a:pt x="32" y="0"/>
                </a:moveTo>
                <a:cubicBezTo>
                  <a:pt x="16" y="76"/>
                  <a:pt x="0" y="152"/>
                  <a:pt x="80" y="192"/>
                </a:cubicBezTo>
                <a:cubicBezTo>
                  <a:pt x="160" y="232"/>
                  <a:pt x="336" y="236"/>
                  <a:pt x="512" y="240"/>
                </a:cubicBezTo>
              </a:path>
            </a:pathLst>
          </a:custGeom>
          <a:noFill/>
          <a:ln w="9525">
            <a:solidFill>
              <a:schemeClr val="tx1"/>
            </a:solidFill>
            <a:round/>
            <a:headEnd type="oval" w="med" len="med"/>
            <a:tailEnd type="triangle" w="med" len="med"/>
          </a:ln>
        </p:spPr>
        <p:txBody>
          <a:bodyPr/>
          <a:lstStyle/>
          <a:p>
            <a:endParaRPr lang="en-US"/>
          </a:p>
        </p:txBody>
      </p:sp>
      <p:sp>
        <p:nvSpPr>
          <p:cNvPr id="8" name="Text Box 11"/>
          <p:cNvSpPr txBox="1">
            <a:spLocks noChangeArrowheads="1"/>
          </p:cNvSpPr>
          <p:nvPr/>
        </p:nvSpPr>
        <p:spPr bwMode="auto">
          <a:xfrm>
            <a:off x="1447800" y="4495800"/>
            <a:ext cx="1066800" cy="457200"/>
          </a:xfrm>
          <a:prstGeom prst="rect">
            <a:avLst/>
          </a:prstGeom>
          <a:noFill/>
          <a:ln w="9525">
            <a:noFill/>
            <a:miter lim="800000"/>
            <a:headEnd/>
            <a:tailEnd/>
          </a:ln>
        </p:spPr>
        <p:txBody>
          <a:bodyPr>
            <a:spAutoFit/>
          </a:bodyPr>
          <a:lstStyle/>
          <a:p>
            <a:pPr eaLnBrk="1" hangingPunct="1">
              <a:spcBef>
                <a:spcPct val="50000"/>
              </a:spcBef>
            </a:pPr>
            <a:r>
              <a:rPr lang="en-US" sz="2400" dirty="0">
                <a:latin typeface="Times New Roman" pitchFamily="18" charset="0"/>
              </a:rPr>
              <a:t>head</a:t>
            </a:r>
            <a:endParaRPr lang="en-US" sz="2400" dirty="0">
              <a:solidFill>
                <a:schemeClr val="tx1"/>
              </a:solidFill>
              <a:latin typeface="Times New Roman" pitchFamily="18" charset="0"/>
            </a:endParaRPr>
          </a:p>
        </p:txBody>
      </p:sp>
      <p:sp>
        <p:nvSpPr>
          <p:cNvPr id="9" name="Line 13"/>
          <p:cNvSpPr>
            <a:spLocks noChangeShapeType="1"/>
          </p:cNvSpPr>
          <p:nvPr/>
        </p:nvSpPr>
        <p:spPr bwMode="auto">
          <a:xfrm>
            <a:off x="3657600" y="5562600"/>
            <a:ext cx="914400" cy="0"/>
          </a:xfrm>
          <a:prstGeom prst="line">
            <a:avLst/>
          </a:prstGeom>
          <a:noFill/>
          <a:ln w="28575">
            <a:solidFill>
              <a:schemeClr val="tx1"/>
            </a:solidFill>
            <a:round/>
            <a:headEnd type="oval" w="med" len="med"/>
            <a:tailEnd type="triangle" w="med" len="med"/>
          </a:ln>
        </p:spPr>
        <p:txBody>
          <a:bodyPr/>
          <a:lstStyle/>
          <a:p>
            <a:endParaRPr lang="en-US"/>
          </a:p>
        </p:txBody>
      </p:sp>
      <p:sp>
        <p:nvSpPr>
          <p:cNvPr id="10" name="Line 13"/>
          <p:cNvSpPr>
            <a:spLocks noChangeShapeType="1"/>
          </p:cNvSpPr>
          <p:nvPr/>
        </p:nvSpPr>
        <p:spPr bwMode="auto">
          <a:xfrm>
            <a:off x="5715000" y="5562600"/>
            <a:ext cx="914400" cy="0"/>
          </a:xfrm>
          <a:prstGeom prst="line">
            <a:avLst/>
          </a:prstGeom>
          <a:noFill/>
          <a:ln w="28575">
            <a:solidFill>
              <a:schemeClr val="tx1"/>
            </a:solidFill>
            <a:round/>
            <a:headEnd type="oval" w="med" len="med"/>
            <a:tailEnd type="triangle" w="med" len="med"/>
          </a:ln>
        </p:spPr>
        <p:txBody>
          <a:bodyPr/>
          <a:lstStyle/>
          <a:p>
            <a:endParaRPr lang="en-US"/>
          </a:p>
        </p:txBody>
      </p:sp>
      <p:cxnSp>
        <p:nvCxnSpPr>
          <p:cNvPr id="12" name="Elbow Connector 11"/>
          <p:cNvCxnSpPr>
            <a:stCxn id="5" idx="3"/>
          </p:cNvCxnSpPr>
          <p:nvPr/>
        </p:nvCxnSpPr>
        <p:spPr>
          <a:xfrm>
            <a:off x="5715000" y="5524500"/>
            <a:ext cx="1219200" cy="952500"/>
          </a:xfrm>
          <a:prstGeom prst="bentConnector3">
            <a:avLst>
              <a:gd name="adj1" fmla="val 31539"/>
            </a:avLst>
          </a:prstGeom>
          <a:ln>
            <a:prstDash val="sysDot"/>
            <a:tailEnd type="arrow"/>
          </a:ln>
        </p:spPr>
        <p:style>
          <a:lnRef idx="1">
            <a:schemeClr val="accent1"/>
          </a:lnRef>
          <a:fillRef idx="0">
            <a:schemeClr val="accent1"/>
          </a:fillRef>
          <a:effectRef idx="0">
            <a:schemeClr val="accent1"/>
          </a:effectRef>
          <a:fontRef idx="minor">
            <a:schemeClr val="tx1"/>
          </a:fontRef>
        </p:style>
      </p:cxnSp>
      <p:cxnSp>
        <p:nvCxnSpPr>
          <p:cNvPr id="17" name="Straight Connector 16"/>
          <p:cNvCxnSpPr/>
          <p:nvPr/>
        </p:nvCxnSpPr>
        <p:spPr>
          <a:xfrm>
            <a:off x="3352800" y="5181600"/>
            <a:ext cx="0" cy="685800"/>
          </a:xfrm>
          <a:prstGeom prst="line">
            <a:avLst/>
          </a:prstGeom>
        </p:spPr>
        <p:style>
          <a:lnRef idx="1">
            <a:schemeClr val="accent1"/>
          </a:lnRef>
          <a:fillRef idx="0">
            <a:schemeClr val="accent1"/>
          </a:fillRef>
          <a:effectRef idx="0">
            <a:schemeClr val="accent1"/>
          </a:effectRef>
          <a:fontRef idx="minor">
            <a:schemeClr val="tx1"/>
          </a:fontRef>
        </p:style>
      </p:cxnSp>
      <p:cxnSp>
        <p:nvCxnSpPr>
          <p:cNvPr id="19" name="Straight Connector 18"/>
          <p:cNvCxnSpPr/>
          <p:nvPr/>
        </p:nvCxnSpPr>
        <p:spPr>
          <a:xfrm>
            <a:off x="5410200" y="5181600"/>
            <a:ext cx="0" cy="685800"/>
          </a:xfrm>
          <a:prstGeom prst="line">
            <a:avLst/>
          </a:prstGeom>
        </p:spPr>
        <p:style>
          <a:lnRef idx="1">
            <a:schemeClr val="accent1"/>
          </a:lnRef>
          <a:fillRef idx="0">
            <a:schemeClr val="accent1"/>
          </a:fillRef>
          <a:effectRef idx="0">
            <a:schemeClr val="accent1"/>
          </a:effectRef>
          <a:fontRef idx="minor">
            <a:schemeClr val="tx1"/>
          </a:fontRef>
        </p:style>
      </p:cxnSp>
      <p:cxnSp>
        <p:nvCxnSpPr>
          <p:cNvPr id="21" name="Straight Connector 20"/>
          <p:cNvCxnSpPr/>
          <p:nvPr/>
        </p:nvCxnSpPr>
        <p:spPr>
          <a:xfrm>
            <a:off x="7391400" y="5181600"/>
            <a:ext cx="0" cy="685800"/>
          </a:xfrm>
          <a:prstGeom prst="line">
            <a:avLst/>
          </a:prstGeom>
        </p:spPr>
        <p:style>
          <a:lnRef idx="1">
            <a:schemeClr val="accent1"/>
          </a:lnRef>
          <a:fillRef idx="0">
            <a:schemeClr val="accent1"/>
          </a:fillRef>
          <a:effectRef idx="0">
            <a:schemeClr val="accent1"/>
          </a:effectRef>
          <a:fontRef idx="minor">
            <a:schemeClr val="tx1"/>
          </a:fontRef>
        </p:style>
      </p:cxnSp>
      <p:cxnSp>
        <p:nvCxnSpPr>
          <p:cNvPr id="25" name="Elbow Connector 24"/>
          <p:cNvCxnSpPr>
            <a:stCxn id="4" idx="3"/>
          </p:cNvCxnSpPr>
          <p:nvPr/>
        </p:nvCxnSpPr>
        <p:spPr>
          <a:xfrm flipV="1">
            <a:off x="7772400" y="5029200"/>
            <a:ext cx="609600" cy="495300"/>
          </a:xfrm>
          <a:prstGeom prst="bentConnector3">
            <a:avLst>
              <a:gd name="adj1" fmla="val 50000"/>
            </a:avLst>
          </a:prstGeom>
          <a:ln w="3175">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27" name="Straight Connector 26"/>
          <p:cNvCxnSpPr/>
          <p:nvPr/>
        </p:nvCxnSpPr>
        <p:spPr>
          <a:xfrm>
            <a:off x="6629400" y="4953000"/>
            <a:ext cx="914400" cy="1143000"/>
          </a:xfrm>
          <a:prstGeom prst="line">
            <a:avLst/>
          </a:prstGeom>
        </p:spPr>
        <p:style>
          <a:lnRef idx="3">
            <a:schemeClr val="accent3"/>
          </a:lnRef>
          <a:fillRef idx="0">
            <a:schemeClr val="accent3"/>
          </a:fillRef>
          <a:effectRef idx="2">
            <a:schemeClr val="accent3"/>
          </a:effectRef>
          <a:fontRef idx="minor">
            <a:schemeClr val="tx1"/>
          </a:fontRef>
        </p:style>
      </p:cxnSp>
      <p:cxnSp>
        <p:nvCxnSpPr>
          <p:cNvPr id="29" name="Straight Connector 28"/>
          <p:cNvCxnSpPr/>
          <p:nvPr/>
        </p:nvCxnSpPr>
        <p:spPr>
          <a:xfrm flipH="1">
            <a:off x="6629400" y="4953000"/>
            <a:ext cx="838200" cy="1143000"/>
          </a:xfrm>
          <a:prstGeom prst="line">
            <a:avLst/>
          </a:prstGeom>
        </p:spPr>
        <p:style>
          <a:lnRef idx="3">
            <a:schemeClr val="accent3"/>
          </a:lnRef>
          <a:fillRef idx="0">
            <a:schemeClr val="accent3"/>
          </a:fillRef>
          <a:effectRef idx="2">
            <a:schemeClr val="accent3"/>
          </a:effectRef>
          <a:fontRef idx="minor">
            <a:schemeClr val="tx1"/>
          </a:fontRef>
        </p:style>
      </p:cxnSp>
      <p:sp>
        <p:nvSpPr>
          <p:cNvPr id="18" name="Slide Number Placeholder 17"/>
          <p:cNvSpPr>
            <a:spLocks noGrp="1"/>
          </p:cNvSpPr>
          <p:nvPr>
            <p:ph type="sldNum" sz="quarter" idx="12"/>
          </p:nvPr>
        </p:nvSpPr>
        <p:spPr/>
        <p:txBody>
          <a:bodyPr/>
          <a:lstStyle/>
          <a:p>
            <a:fld id="{B6F15528-21DE-4FAA-801E-634DDDAF4B2B}" type="slidenum">
              <a:rPr lang="en-US" smtClean="0"/>
              <a:pPr/>
              <a:t>26</a:t>
            </a:fld>
            <a:endParaRPr lang="en-US"/>
          </a:p>
        </p:txBody>
      </p:sp>
      <p:sp>
        <p:nvSpPr>
          <p:cNvPr id="20" name="Date Placeholder 19"/>
          <p:cNvSpPr>
            <a:spLocks noGrp="1"/>
          </p:cNvSpPr>
          <p:nvPr>
            <p:ph type="dt" sz="half" idx="10"/>
          </p:nvPr>
        </p:nvSpPr>
        <p:spPr/>
        <p:txBody>
          <a:bodyPr/>
          <a:lstStyle/>
          <a:p>
            <a:fld id="{ADBE52A2-4682-4F16-BF5E-96EE29D6F57C}" type="datetime1">
              <a:rPr lang="en-US" smtClean="0"/>
              <a:t>6/24/2021</a:t>
            </a:fld>
            <a:endParaRPr lang="en-US"/>
          </a:p>
        </p:txBody>
      </p:sp>
      <p:sp>
        <p:nvSpPr>
          <p:cNvPr id="23" name="Footer Placeholder 22"/>
          <p:cNvSpPr>
            <a:spLocks noGrp="1"/>
          </p:cNvSpPr>
          <p:nvPr>
            <p:ph type="ftr" sz="quarter" idx="11"/>
          </p:nvPr>
        </p:nvSpPr>
        <p:spPr/>
        <p:txBody>
          <a:bodyPr/>
          <a:lstStyle/>
          <a:p>
            <a:r>
              <a:rPr lang="en-US"/>
              <a:t>Maheen Islam</a:t>
            </a: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295400" y="1143000"/>
            <a:ext cx="7010400" cy="5486400"/>
          </a:xfrm>
        </p:spPr>
        <p:txBody>
          <a:bodyPr>
            <a:noAutofit/>
          </a:bodyPr>
          <a:lstStyle/>
          <a:p>
            <a:pPr>
              <a:buNone/>
            </a:pPr>
            <a:r>
              <a:rPr lang="en-US" sz="2000" b="1" dirty="0"/>
              <a:t>void</a:t>
            </a:r>
            <a:r>
              <a:rPr lang="en-US" sz="2000" dirty="0"/>
              <a:t>  </a:t>
            </a:r>
            <a:r>
              <a:rPr lang="en-US" sz="2000" dirty="0" err="1"/>
              <a:t>delete_at_end</a:t>
            </a:r>
            <a:r>
              <a:rPr lang="en-US" sz="2000" dirty="0"/>
              <a:t>() </a:t>
            </a:r>
          </a:p>
          <a:p>
            <a:pPr>
              <a:buNone/>
            </a:pPr>
            <a:r>
              <a:rPr lang="en-US" sz="2000" dirty="0"/>
              <a:t>{ </a:t>
            </a:r>
          </a:p>
          <a:p>
            <a:pPr>
              <a:buNone/>
            </a:pPr>
            <a:r>
              <a:rPr lang="en-US" sz="2000" b="1" dirty="0"/>
              <a:t>        </a:t>
            </a:r>
            <a:r>
              <a:rPr lang="en-US" sz="2000" b="1" dirty="0" err="1"/>
              <a:t>struct</a:t>
            </a:r>
            <a:r>
              <a:rPr lang="en-US" sz="2000" dirty="0"/>
              <a:t> node *temp,*temp1; </a:t>
            </a:r>
          </a:p>
          <a:p>
            <a:pPr>
              <a:buNone/>
            </a:pPr>
            <a:r>
              <a:rPr lang="en-US" sz="2000" b="1" dirty="0"/>
              <a:t>        if</a:t>
            </a:r>
            <a:r>
              <a:rPr lang="en-US" sz="2000" dirty="0"/>
              <a:t>(head!=NULL) {</a:t>
            </a:r>
          </a:p>
          <a:p>
            <a:pPr>
              <a:buNone/>
            </a:pPr>
            <a:r>
              <a:rPr lang="en-US" sz="2000" dirty="0"/>
              <a:t>                    temp = head; </a:t>
            </a:r>
          </a:p>
          <a:p>
            <a:pPr>
              <a:buNone/>
            </a:pPr>
            <a:r>
              <a:rPr lang="en-US" sz="2000" b="1" dirty="0"/>
              <a:t>                    while</a:t>
            </a:r>
            <a:r>
              <a:rPr lang="en-US" sz="2000" dirty="0"/>
              <a:t>(temp-&gt;next!=NULL) {</a:t>
            </a:r>
          </a:p>
          <a:p>
            <a:pPr>
              <a:buNone/>
            </a:pPr>
            <a:r>
              <a:rPr lang="en-US" sz="2000" dirty="0"/>
              <a:t>                                    temp1 = temp;</a:t>
            </a:r>
          </a:p>
          <a:p>
            <a:pPr>
              <a:buNone/>
            </a:pPr>
            <a:r>
              <a:rPr lang="en-US" sz="2000" dirty="0"/>
              <a:t>                                    temp = temp-&gt;next; </a:t>
            </a:r>
          </a:p>
          <a:p>
            <a:pPr>
              <a:buNone/>
            </a:pPr>
            <a:r>
              <a:rPr lang="en-US" sz="2000" dirty="0"/>
              <a:t>                      } </a:t>
            </a:r>
          </a:p>
          <a:p>
            <a:pPr>
              <a:buNone/>
            </a:pPr>
            <a:r>
              <a:rPr lang="en-US" sz="2000" dirty="0"/>
              <a:t>                      temp1-&gt;next = NULL; </a:t>
            </a:r>
          </a:p>
          <a:p>
            <a:pPr>
              <a:buNone/>
            </a:pPr>
            <a:r>
              <a:rPr lang="en-US" sz="2000" dirty="0"/>
              <a:t>                      delete(temp);</a:t>
            </a:r>
          </a:p>
          <a:p>
            <a:pPr>
              <a:buNone/>
            </a:pPr>
            <a:r>
              <a:rPr lang="en-US" sz="2000" dirty="0"/>
              <a:t>         }</a:t>
            </a:r>
          </a:p>
          <a:p>
            <a:pPr>
              <a:buNone/>
            </a:pPr>
            <a:r>
              <a:rPr lang="en-US" sz="2000" dirty="0"/>
              <a:t>}</a:t>
            </a:r>
          </a:p>
          <a:p>
            <a:pPr>
              <a:buNone/>
            </a:pPr>
            <a:endParaRPr lang="en-US" sz="2000" dirty="0"/>
          </a:p>
          <a:p>
            <a:pPr>
              <a:buNone/>
            </a:pPr>
            <a:endParaRPr lang="en-US" sz="2000" dirty="0"/>
          </a:p>
        </p:txBody>
      </p:sp>
      <p:sp>
        <p:nvSpPr>
          <p:cNvPr id="4" name="Title 1"/>
          <p:cNvSpPr>
            <a:spLocks noGrp="1"/>
          </p:cNvSpPr>
          <p:nvPr>
            <p:ph type="title"/>
          </p:nvPr>
        </p:nvSpPr>
        <p:spPr>
          <a:xfrm>
            <a:off x="533400" y="76200"/>
            <a:ext cx="8229600" cy="838200"/>
          </a:xfrm>
        </p:spPr>
        <p:txBody>
          <a:bodyPr>
            <a:normAutofit/>
          </a:bodyPr>
          <a:lstStyle/>
          <a:p>
            <a:pPr algn="ctr"/>
            <a:r>
              <a:rPr lang="en-US" sz="4000" dirty="0"/>
              <a:t>Deleting the Last Node</a:t>
            </a:r>
          </a:p>
        </p:txBody>
      </p:sp>
      <p:sp>
        <p:nvSpPr>
          <p:cNvPr id="5" name="Slide Number Placeholder 4"/>
          <p:cNvSpPr>
            <a:spLocks noGrp="1"/>
          </p:cNvSpPr>
          <p:nvPr>
            <p:ph type="sldNum" sz="quarter" idx="12"/>
          </p:nvPr>
        </p:nvSpPr>
        <p:spPr/>
        <p:txBody>
          <a:bodyPr/>
          <a:lstStyle/>
          <a:p>
            <a:fld id="{B6F15528-21DE-4FAA-801E-634DDDAF4B2B}" type="slidenum">
              <a:rPr lang="en-US" smtClean="0"/>
              <a:pPr/>
              <a:t>27</a:t>
            </a:fld>
            <a:endParaRPr lang="en-US"/>
          </a:p>
        </p:txBody>
      </p:sp>
      <p:sp>
        <p:nvSpPr>
          <p:cNvPr id="6" name="Date Placeholder 5"/>
          <p:cNvSpPr>
            <a:spLocks noGrp="1"/>
          </p:cNvSpPr>
          <p:nvPr>
            <p:ph type="dt" sz="half" idx="10"/>
          </p:nvPr>
        </p:nvSpPr>
        <p:spPr/>
        <p:txBody>
          <a:bodyPr/>
          <a:lstStyle/>
          <a:p>
            <a:fld id="{BDFBA03B-5F2D-4B3F-839F-9C1A02BA7120}" type="datetime1">
              <a:rPr lang="en-US" smtClean="0"/>
              <a:t>6/24/2021</a:t>
            </a:fld>
            <a:endParaRPr lang="en-US"/>
          </a:p>
        </p:txBody>
      </p:sp>
      <p:sp>
        <p:nvSpPr>
          <p:cNvPr id="8" name="Footer Placeholder 7"/>
          <p:cNvSpPr>
            <a:spLocks noGrp="1"/>
          </p:cNvSpPr>
          <p:nvPr>
            <p:ph type="ftr" sz="quarter" idx="11"/>
          </p:nvPr>
        </p:nvSpPr>
        <p:spPr/>
        <p:txBody>
          <a:bodyPr/>
          <a:lstStyle/>
          <a:p>
            <a:r>
              <a:rPr lang="en-US"/>
              <a:t>Maheen Islam</a:t>
            </a: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152400"/>
            <a:ext cx="8229600" cy="819912"/>
          </a:xfrm>
        </p:spPr>
        <p:txBody>
          <a:bodyPr>
            <a:normAutofit/>
          </a:bodyPr>
          <a:lstStyle/>
          <a:p>
            <a:pPr algn="ctr"/>
            <a:r>
              <a:rPr lang="en-US" sz="4000" dirty="0"/>
              <a:t>Deleting a Particular Node</a:t>
            </a:r>
          </a:p>
        </p:txBody>
      </p:sp>
      <p:sp>
        <p:nvSpPr>
          <p:cNvPr id="3" name="Content Placeholder 2"/>
          <p:cNvSpPr>
            <a:spLocks noGrp="1"/>
          </p:cNvSpPr>
          <p:nvPr>
            <p:ph idx="1"/>
          </p:nvPr>
        </p:nvSpPr>
        <p:spPr>
          <a:xfrm>
            <a:off x="1066800" y="1295400"/>
            <a:ext cx="7696200" cy="2057400"/>
          </a:xfrm>
        </p:spPr>
        <p:txBody>
          <a:bodyPr>
            <a:normAutofit/>
          </a:bodyPr>
          <a:lstStyle/>
          <a:p>
            <a:pPr algn="just">
              <a:buNone/>
            </a:pPr>
            <a:r>
              <a:rPr lang="en-US" sz="2400" dirty="0"/>
              <a:t>   Here we make the next pointer of the node previous to the node being deleted ,point to the successor node of the node to be deleted and then delete the node using delete keyword</a:t>
            </a:r>
          </a:p>
          <a:p>
            <a:pPr algn="just">
              <a:buNone/>
            </a:pPr>
            <a:endParaRPr lang="en-US" sz="2400" dirty="0"/>
          </a:p>
          <a:p>
            <a:pPr algn="just">
              <a:buNone/>
            </a:pPr>
            <a:endParaRPr lang="en-US" sz="2400" dirty="0"/>
          </a:p>
        </p:txBody>
      </p:sp>
      <p:sp>
        <p:nvSpPr>
          <p:cNvPr id="22" name="Rectangle 4"/>
          <p:cNvSpPr>
            <a:spLocks noChangeArrowheads="1"/>
          </p:cNvSpPr>
          <p:nvPr/>
        </p:nvSpPr>
        <p:spPr bwMode="auto">
          <a:xfrm>
            <a:off x="2133600" y="3657600"/>
            <a:ext cx="1295400" cy="685800"/>
          </a:xfrm>
          <a:prstGeom prst="rect">
            <a:avLst/>
          </a:prstGeom>
          <a:solidFill>
            <a:srgbClr val="CCFFFF">
              <a:alpha val="50195"/>
            </a:srgbClr>
          </a:solidFill>
          <a:ln w="31750">
            <a:solidFill>
              <a:srgbClr val="FF3300"/>
            </a:solidFill>
            <a:prstDash val="sysDot"/>
            <a:miter lim="800000"/>
            <a:headEnd/>
            <a:tailEnd/>
          </a:ln>
        </p:spPr>
        <p:txBody>
          <a:bodyPr wrap="none" anchor="ctr"/>
          <a:lstStyle/>
          <a:p>
            <a:pPr algn="ctr" eaLnBrk="1" hangingPunct="1"/>
            <a:r>
              <a:rPr lang="en-US" sz="2400">
                <a:solidFill>
                  <a:schemeClr val="tx1"/>
                </a:solidFill>
                <a:latin typeface="Times New Roman" pitchFamily="18" charset="0"/>
              </a:rPr>
              <a:t>node1    </a:t>
            </a:r>
          </a:p>
        </p:txBody>
      </p:sp>
      <p:sp>
        <p:nvSpPr>
          <p:cNvPr id="23" name="Rectangle 5"/>
          <p:cNvSpPr>
            <a:spLocks noChangeArrowheads="1"/>
          </p:cNvSpPr>
          <p:nvPr/>
        </p:nvSpPr>
        <p:spPr bwMode="auto">
          <a:xfrm>
            <a:off x="4038600" y="3657600"/>
            <a:ext cx="1295400" cy="685800"/>
          </a:xfrm>
          <a:prstGeom prst="rect">
            <a:avLst/>
          </a:prstGeom>
          <a:solidFill>
            <a:srgbClr val="CCFFFF">
              <a:alpha val="50195"/>
            </a:srgbClr>
          </a:solidFill>
          <a:ln w="31750">
            <a:solidFill>
              <a:srgbClr val="FF3300"/>
            </a:solidFill>
            <a:prstDash val="sysDot"/>
            <a:miter lim="800000"/>
            <a:headEnd/>
            <a:tailEnd/>
          </a:ln>
        </p:spPr>
        <p:txBody>
          <a:bodyPr wrap="none" anchor="ctr"/>
          <a:lstStyle/>
          <a:p>
            <a:pPr algn="ctr" eaLnBrk="1" hangingPunct="1"/>
            <a:r>
              <a:rPr lang="en-US" sz="2400">
                <a:solidFill>
                  <a:schemeClr val="tx1"/>
                </a:solidFill>
                <a:latin typeface="Times New Roman" pitchFamily="18" charset="0"/>
              </a:rPr>
              <a:t>node2    </a:t>
            </a:r>
          </a:p>
        </p:txBody>
      </p:sp>
      <p:sp>
        <p:nvSpPr>
          <p:cNvPr id="24" name="Line 6"/>
          <p:cNvSpPr>
            <a:spLocks noChangeShapeType="1"/>
          </p:cNvSpPr>
          <p:nvPr/>
        </p:nvSpPr>
        <p:spPr bwMode="auto">
          <a:xfrm>
            <a:off x="5029200" y="4038600"/>
            <a:ext cx="914400" cy="0"/>
          </a:xfrm>
          <a:prstGeom prst="line">
            <a:avLst/>
          </a:prstGeom>
          <a:noFill/>
          <a:ln w="28575">
            <a:solidFill>
              <a:schemeClr val="tx1"/>
            </a:solidFill>
            <a:round/>
            <a:headEnd type="oval" w="med" len="med"/>
            <a:tailEnd type="triangle" w="med" len="med"/>
          </a:ln>
        </p:spPr>
        <p:txBody>
          <a:bodyPr/>
          <a:lstStyle/>
          <a:p>
            <a:endParaRPr lang="en-US"/>
          </a:p>
        </p:txBody>
      </p:sp>
      <p:sp>
        <p:nvSpPr>
          <p:cNvPr id="25" name="Rectangle 7"/>
          <p:cNvSpPr>
            <a:spLocks noChangeArrowheads="1"/>
          </p:cNvSpPr>
          <p:nvPr/>
        </p:nvSpPr>
        <p:spPr bwMode="auto">
          <a:xfrm>
            <a:off x="5943600" y="3657600"/>
            <a:ext cx="1295400" cy="685800"/>
          </a:xfrm>
          <a:prstGeom prst="rect">
            <a:avLst/>
          </a:prstGeom>
          <a:solidFill>
            <a:srgbClr val="CCFFFF">
              <a:alpha val="50195"/>
            </a:srgbClr>
          </a:solidFill>
          <a:ln w="31750">
            <a:solidFill>
              <a:srgbClr val="FF3300"/>
            </a:solidFill>
            <a:prstDash val="sysDot"/>
            <a:miter lim="800000"/>
            <a:headEnd/>
            <a:tailEnd/>
          </a:ln>
        </p:spPr>
        <p:txBody>
          <a:bodyPr wrap="none" anchor="ctr"/>
          <a:lstStyle/>
          <a:p>
            <a:pPr algn="ctr" eaLnBrk="1" hangingPunct="1"/>
            <a:r>
              <a:rPr lang="en-US" sz="2400">
                <a:solidFill>
                  <a:schemeClr val="tx1"/>
                </a:solidFill>
                <a:latin typeface="Times New Roman" pitchFamily="18" charset="0"/>
              </a:rPr>
              <a:t>node3    </a:t>
            </a:r>
          </a:p>
        </p:txBody>
      </p:sp>
      <p:sp>
        <p:nvSpPr>
          <p:cNvPr id="26" name="Line 8"/>
          <p:cNvSpPr>
            <a:spLocks noChangeShapeType="1"/>
          </p:cNvSpPr>
          <p:nvPr/>
        </p:nvSpPr>
        <p:spPr bwMode="auto">
          <a:xfrm flipH="1">
            <a:off x="6934200" y="4038600"/>
            <a:ext cx="0" cy="0"/>
          </a:xfrm>
          <a:prstGeom prst="line">
            <a:avLst/>
          </a:prstGeom>
          <a:noFill/>
          <a:ln w="28575">
            <a:solidFill>
              <a:schemeClr val="tx1"/>
            </a:solidFill>
            <a:round/>
            <a:headEnd type="oval" w="med" len="med"/>
            <a:tailEnd type="oval" w="med" len="med"/>
          </a:ln>
        </p:spPr>
        <p:txBody>
          <a:bodyPr/>
          <a:lstStyle/>
          <a:p>
            <a:endParaRPr lang="en-US"/>
          </a:p>
        </p:txBody>
      </p:sp>
      <p:sp>
        <p:nvSpPr>
          <p:cNvPr id="31" name="Freeform 13"/>
          <p:cNvSpPr>
            <a:spLocks/>
          </p:cNvSpPr>
          <p:nvPr/>
        </p:nvSpPr>
        <p:spPr bwMode="auto">
          <a:xfrm>
            <a:off x="3124200" y="3429000"/>
            <a:ext cx="2819400" cy="533400"/>
          </a:xfrm>
          <a:custGeom>
            <a:avLst/>
            <a:gdLst>
              <a:gd name="T0" fmla="*/ 0 w 1776"/>
              <a:gd name="T1" fmla="*/ 466725 h 384"/>
              <a:gd name="T2" fmla="*/ 533400 w 1776"/>
              <a:gd name="T3" fmla="*/ 400050 h 384"/>
              <a:gd name="T4" fmla="*/ 762000 w 1776"/>
              <a:gd name="T5" fmla="*/ 66675 h 384"/>
              <a:gd name="T6" fmla="*/ 2286000 w 1776"/>
              <a:gd name="T7" fmla="*/ 66675 h 384"/>
              <a:gd name="T8" fmla="*/ 2667000 w 1776"/>
              <a:gd name="T9" fmla="*/ 466725 h 384"/>
              <a:gd name="T10" fmla="*/ 2819400 w 1776"/>
              <a:gd name="T11" fmla="*/ 466725 h 384"/>
              <a:gd name="T12" fmla="*/ 0 60000 65536"/>
              <a:gd name="T13" fmla="*/ 0 60000 65536"/>
              <a:gd name="T14" fmla="*/ 0 60000 65536"/>
              <a:gd name="T15" fmla="*/ 0 60000 65536"/>
              <a:gd name="T16" fmla="*/ 0 60000 65536"/>
              <a:gd name="T17" fmla="*/ 0 60000 65536"/>
              <a:gd name="T18" fmla="*/ 0 w 1776"/>
              <a:gd name="T19" fmla="*/ 0 h 384"/>
              <a:gd name="T20" fmla="*/ 1776 w 1776"/>
              <a:gd name="T21" fmla="*/ 384 h 384"/>
            </a:gdLst>
            <a:ahLst/>
            <a:cxnLst>
              <a:cxn ang="T12">
                <a:pos x="T0" y="T1"/>
              </a:cxn>
              <a:cxn ang="T13">
                <a:pos x="T2" y="T3"/>
              </a:cxn>
              <a:cxn ang="T14">
                <a:pos x="T4" y="T5"/>
              </a:cxn>
              <a:cxn ang="T15">
                <a:pos x="T6" y="T7"/>
              </a:cxn>
              <a:cxn ang="T16">
                <a:pos x="T8" y="T9"/>
              </a:cxn>
              <a:cxn ang="T17">
                <a:pos x="T10" y="T11"/>
              </a:cxn>
            </a:cxnLst>
            <a:rect l="T18" t="T19" r="T20" b="T21"/>
            <a:pathLst>
              <a:path w="1776" h="384">
                <a:moveTo>
                  <a:pt x="0" y="336"/>
                </a:moveTo>
                <a:cubicBezTo>
                  <a:pt x="128" y="336"/>
                  <a:pt x="256" y="336"/>
                  <a:pt x="336" y="288"/>
                </a:cubicBezTo>
                <a:cubicBezTo>
                  <a:pt x="416" y="240"/>
                  <a:pt x="296" y="88"/>
                  <a:pt x="480" y="48"/>
                </a:cubicBezTo>
                <a:cubicBezTo>
                  <a:pt x="664" y="8"/>
                  <a:pt x="1240" y="0"/>
                  <a:pt x="1440" y="48"/>
                </a:cubicBezTo>
                <a:cubicBezTo>
                  <a:pt x="1640" y="96"/>
                  <a:pt x="1624" y="288"/>
                  <a:pt x="1680" y="336"/>
                </a:cubicBezTo>
                <a:cubicBezTo>
                  <a:pt x="1736" y="384"/>
                  <a:pt x="1756" y="360"/>
                  <a:pt x="1776" y="336"/>
                </a:cubicBezTo>
              </a:path>
            </a:pathLst>
          </a:custGeom>
          <a:noFill/>
          <a:ln w="28575">
            <a:solidFill>
              <a:schemeClr val="tx1"/>
            </a:solidFill>
            <a:round/>
            <a:headEnd type="oval" w="med" len="med"/>
            <a:tailEnd type="triangle" w="med" len="med"/>
          </a:ln>
        </p:spPr>
        <p:txBody>
          <a:bodyPr/>
          <a:lstStyle/>
          <a:p>
            <a:endParaRPr lang="en-US"/>
          </a:p>
        </p:txBody>
      </p:sp>
      <p:sp>
        <p:nvSpPr>
          <p:cNvPr id="32" name="Line 14"/>
          <p:cNvSpPr>
            <a:spLocks noChangeShapeType="1"/>
          </p:cNvSpPr>
          <p:nvPr/>
        </p:nvSpPr>
        <p:spPr bwMode="auto">
          <a:xfrm>
            <a:off x="4267200" y="4495800"/>
            <a:ext cx="0" cy="609600"/>
          </a:xfrm>
          <a:prstGeom prst="line">
            <a:avLst/>
          </a:prstGeom>
          <a:noFill/>
          <a:ln w="28575">
            <a:solidFill>
              <a:srgbClr val="FF0000"/>
            </a:solidFill>
            <a:round/>
            <a:headEnd type="triangle" w="med" len="med"/>
            <a:tailEnd/>
          </a:ln>
        </p:spPr>
        <p:txBody>
          <a:bodyPr/>
          <a:lstStyle/>
          <a:p>
            <a:endParaRPr lang="en-US"/>
          </a:p>
        </p:txBody>
      </p:sp>
      <p:sp>
        <p:nvSpPr>
          <p:cNvPr id="33" name="Text Box 15"/>
          <p:cNvSpPr txBox="1">
            <a:spLocks noChangeArrowheads="1"/>
          </p:cNvSpPr>
          <p:nvPr/>
        </p:nvSpPr>
        <p:spPr bwMode="auto">
          <a:xfrm>
            <a:off x="3657600" y="5029200"/>
            <a:ext cx="2133600" cy="457200"/>
          </a:xfrm>
          <a:prstGeom prst="rect">
            <a:avLst/>
          </a:prstGeom>
          <a:noFill/>
          <a:ln w="9525">
            <a:noFill/>
            <a:miter lim="800000"/>
            <a:headEnd/>
            <a:tailEnd/>
          </a:ln>
        </p:spPr>
        <p:txBody>
          <a:bodyPr>
            <a:spAutoFit/>
          </a:bodyPr>
          <a:lstStyle/>
          <a:p>
            <a:pPr eaLnBrk="1" hangingPunct="1">
              <a:spcBef>
                <a:spcPct val="50000"/>
              </a:spcBef>
            </a:pPr>
            <a:r>
              <a:rPr lang="en-US" sz="2400">
                <a:solidFill>
                  <a:srgbClr val="FF0000"/>
                </a:solidFill>
                <a:latin typeface="Times New Roman" pitchFamily="18" charset="0"/>
              </a:rPr>
              <a:t>To be deleted</a:t>
            </a:r>
          </a:p>
        </p:txBody>
      </p:sp>
      <p:sp>
        <p:nvSpPr>
          <p:cNvPr id="39" name="Line 6"/>
          <p:cNvSpPr>
            <a:spLocks noChangeShapeType="1"/>
          </p:cNvSpPr>
          <p:nvPr/>
        </p:nvSpPr>
        <p:spPr bwMode="auto">
          <a:xfrm>
            <a:off x="1219200" y="4038600"/>
            <a:ext cx="914400" cy="0"/>
          </a:xfrm>
          <a:prstGeom prst="line">
            <a:avLst/>
          </a:prstGeom>
          <a:noFill/>
          <a:ln w="28575">
            <a:solidFill>
              <a:schemeClr val="tx1"/>
            </a:solidFill>
            <a:round/>
            <a:headEnd type="oval" w="med" len="med"/>
            <a:tailEnd type="triangle" w="med" len="med"/>
          </a:ln>
        </p:spPr>
        <p:txBody>
          <a:bodyPr/>
          <a:lstStyle/>
          <a:p>
            <a:endParaRPr lang="en-US"/>
          </a:p>
        </p:txBody>
      </p:sp>
      <p:sp>
        <p:nvSpPr>
          <p:cNvPr id="13" name="Slide Number Placeholder 12"/>
          <p:cNvSpPr>
            <a:spLocks noGrp="1"/>
          </p:cNvSpPr>
          <p:nvPr>
            <p:ph type="sldNum" sz="quarter" idx="12"/>
          </p:nvPr>
        </p:nvSpPr>
        <p:spPr/>
        <p:txBody>
          <a:bodyPr/>
          <a:lstStyle/>
          <a:p>
            <a:fld id="{B6F15528-21DE-4FAA-801E-634DDDAF4B2B}" type="slidenum">
              <a:rPr lang="en-US" smtClean="0"/>
              <a:pPr/>
              <a:t>28</a:t>
            </a:fld>
            <a:endParaRPr lang="en-US"/>
          </a:p>
        </p:txBody>
      </p:sp>
      <p:sp>
        <p:nvSpPr>
          <p:cNvPr id="14" name="Date Placeholder 13"/>
          <p:cNvSpPr>
            <a:spLocks noGrp="1"/>
          </p:cNvSpPr>
          <p:nvPr>
            <p:ph type="dt" sz="half" idx="10"/>
          </p:nvPr>
        </p:nvSpPr>
        <p:spPr>
          <a:xfrm>
            <a:off x="3581400" y="6305550"/>
            <a:ext cx="2133600" cy="476250"/>
          </a:xfrm>
        </p:spPr>
        <p:txBody>
          <a:bodyPr/>
          <a:lstStyle/>
          <a:p>
            <a:fld id="{FA46DC3E-1718-4F7B-97CB-59B1213FFB3D}" type="datetime1">
              <a:rPr lang="en-US" smtClean="0"/>
              <a:t>6/24/2021</a:t>
            </a:fld>
            <a:endParaRPr lang="en-US" dirty="0"/>
          </a:p>
        </p:txBody>
      </p:sp>
      <p:sp>
        <p:nvSpPr>
          <p:cNvPr id="16" name="Footer Placeholder 15"/>
          <p:cNvSpPr>
            <a:spLocks noGrp="1"/>
          </p:cNvSpPr>
          <p:nvPr>
            <p:ph type="ftr" sz="quarter" idx="11"/>
          </p:nvPr>
        </p:nvSpPr>
        <p:spPr>
          <a:xfrm>
            <a:off x="5715000" y="6305550"/>
            <a:ext cx="2895600" cy="476250"/>
          </a:xfrm>
        </p:spPr>
        <p:txBody>
          <a:bodyPr/>
          <a:lstStyle/>
          <a:p>
            <a:r>
              <a:rPr lang="en-US"/>
              <a:t>Maheen Islam</a:t>
            </a: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990600" y="1371600"/>
            <a:ext cx="7772400" cy="5257800"/>
          </a:xfrm>
        </p:spPr>
        <p:txBody>
          <a:bodyPr>
            <a:noAutofit/>
          </a:bodyPr>
          <a:lstStyle/>
          <a:p>
            <a:pPr>
              <a:spcBef>
                <a:spcPts val="0"/>
              </a:spcBef>
              <a:buNone/>
            </a:pPr>
            <a:r>
              <a:rPr lang="en-US" sz="2000" b="1" dirty="0"/>
              <a:t>void</a:t>
            </a:r>
            <a:r>
              <a:rPr lang="en-US" sz="2000" dirty="0"/>
              <a:t>  </a:t>
            </a:r>
            <a:r>
              <a:rPr lang="en-US" sz="2000" dirty="0" err="1"/>
              <a:t>delete_any</a:t>
            </a:r>
            <a:r>
              <a:rPr lang="en-US" sz="2000" dirty="0"/>
              <a:t>() </a:t>
            </a:r>
          </a:p>
          <a:p>
            <a:pPr>
              <a:spcBef>
                <a:spcPts val="0"/>
              </a:spcBef>
              <a:buNone/>
            </a:pPr>
            <a:r>
              <a:rPr lang="en-US" sz="2000" dirty="0"/>
              <a:t>{ </a:t>
            </a:r>
          </a:p>
          <a:p>
            <a:pPr>
              <a:spcBef>
                <a:spcPts val="0"/>
              </a:spcBef>
              <a:buNone/>
            </a:pPr>
            <a:r>
              <a:rPr lang="en-US" sz="2000" b="1" dirty="0"/>
              <a:t>        </a:t>
            </a:r>
            <a:r>
              <a:rPr lang="en-US" sz="2000" b="1" dirty="0" err="1"/>
              <a:t>struct</a:t>
            </a:r>
            <a:r>
              <a:rPr lang="en-US" sz="2000" dirty="0"/>
              <a:t> node *temp,*temp1; </a:t>
            </a:r>
          </a:p>
          <a:p>
            <a:pPr>
              <a:spcBef>
                <a:spcPts val="0"/>
              </a:spcBef>
              <a:buNone/>
            </a:pPr>
            <a:r>
              <a:rPr lang="en-US" sz="2000" dirty="0"/>
              <a:t>        </a:t>
            </a:r>
            <a:r>
              <a:rPr lang="en-US" sz="2000" dirty="0" err="1"/>
              <a:t>int</a:t>
            </a:r>
            <a:r>
              <a:rPr lang="en-US" sz="2000" dirty="0"/>
              <a:t> key = data to be deleted;</a:t>
            </a:r>
          </a:p>
          <a:p>
            <a:pPr>
              <a:spcBef>
                <a:spcPts val="0"/>
              </a:spcBef>
              <a:buNone/>
            </a:pPr>
            <a:r>
              <a:rPr lang="en-US" sz="2000" b="1" dirty="0"/>
              <a:t>        if</a:t>
            </a:r>
            <a:r>
              <a:rPr lang="en-US" sz="2000" dirty="0"/>
              <a:t>(head!=NULL) {</a:t>
            </a:r>
          </a:p>
          <a:p>
            <a:pPr>
              <a:spcBef>
                <a:spcPts val="0"/>
              </a:spcBef>
              <a:buNone/>
            </a:pPr>
            <a:r>
              <a:rPr lang="en-US" sz="2000" dirty="0"/>
              <a:t>                    temp = head; </a:t>
            </a:r>
          </a:p>
          <a:p>
            <a:pPr>
              <a:spcBef>
                <a:spcPts val="0"/>
              </a:spcBef>
              <a:buNone/>
            </a:pPr>
            <a:r>
              <a:rPr lang="en-US" sz="2000" b="1" dirty="0"/>
              <a:t>                    while</a:t>
            </a:r>
            <a:r>
              <a:rPr lang="en-US" sz="2000" dirty="0"/>
              <a:t>(temp-&gt;next!=NULL and temp-&gt;data != key) {</a:t>
            </a:r>
          </a:p>
          <a:p>
            <a:pPr>
              <a:spcBef>
                <a:spcPts val="0"/>
              </a:spcBef>
              <a:buNone/>
            </a:pPr>
            <a:r>
              <a:rPr lang="en-US" sz="2000" dirty="0"/>
              <a:t>                                    temp1 = temp;</a:t>
            </a:r>
          </a:p>
          <a:p>
            <a:pPr>
              <a:spcBef>
                <a:spcPts val="0"/>
              </a:spcBef>
              <a:buNone/>
            </a:pPr>
            <a:r>
              <a:rPr lang="en-US" sz="2000" dirty="0"/>
              <a:t>                                    temp = temp-&gt;next; </a:t>
            </a:r>
          </a:p>
          <a:p>
            <a:pPr>
              <a:spcBef>
                <a:spcPts val="0"/>
              </a:spcBef>
              <a:buNone/>
            </a:pPr>
            <a:r>
              <a:rPr lang="en-US" sz="2000" dirty="0"/>
              <a:t>                      } </a:t>
            </a:r>
          </a:p>
          <a:p>
            <a:pPr>
              <a:spcBef>
                <a:spcPts val="0"/>
              </a:spcBef>
              <a:buNone/>
            </a:pPr>
            <a:r>
              <a:rPr lang="en-US" sz="2000" dirty="0"/>
              <a:t>                     if (temp-&gt;data == key){</a:t>
            </a:r>
          </a:p>
          <a:p>
            <a:pPr>
              <a:spcBef>
                <a:spcPts val="0"/>
              </a:spcBef>
              <a:buNone/>
            </a:pPr>
            <a:r>
              <a:rPr lang="en-US" sz="2000" dirty="0"/>
              <a:t>                      temp1-&gt;next = temp-&gt;next; </a:t>
            </a:r>
          </a:p>
          <a:p>
            <a:pPr>
              <a:spcBef>
                <a:spcPts val="0"/>
              </a:spcBef>
              <a:buNone/>
            </a:pPr>
            <a:r>
              <a:rPr lang="en-US" sz="2000" dirty="0"/>
              <a:t>                      delete(temp);</a:t>
            </a:r>
          </a:p>
          <a:p>
            <a:pPr>
              <a:spcBef>
                <a:spcPts val="0"/>
              </a:spcBef>
              <a:buNone/>
            </a:pPr>
            <a:r>
              <a:rPr lang="en-US" sz="2000" dirty="0"/>
              <a:t>                       }</a:t>
            </a:r>
          </a:p>
          <a:p>
            <a:pPr>
              <a:spcBef>
                <a:spcPts val="0"/>
              </a:spcBef>
              <a:buNone/>
            </a:pPr>
            <a:r>
              <a:rPr lang="en-US" sz="2000"/>
              <a:t>                      else “ITEM NOT FOUND”</a:t>
            </a:r>
            <a:endParaRPr lang="en-US" sz="2000" dirty="0"/>
          </a:p>
          <a:p>
            <a:pPr>
              <a:spcBef>
                <a:spcPts val="0"/>
              </a:spcBef>
              <a:buNone/>
            </a:pPr>
            <a:r>
              <a:rPr lang="en-US" sz="2000" dirty="0"/>
              <a:t>         }</a:t>
            </a:r>
          </a:p>
          <a:p>
            <a:pPr>
              <a:spcBef>
                <a:spcPts val="0"/>
              </a:spcBef>
              <a:buNone/>
            </a:pPr>
            <a:r>
              <a:rPr lang="en-US" sz="2000" dirty="0"/>
              <a:t>}</a:t>
            </a:r>
          </a:p>
          <a:p>
            <a:pPr>
              <a:spcBef>
                <a:spcPts val="0"/>
              </a:spcBef>
              <a:buNone/>
            </a:pPr>
            <a:endParaRPr lang="en-US" sz="2000" dirty="0"/>
          </a:p>
          <a:p>
            <a:pPr>
              <a:spcBef>
                <a:spcPts val="0"/>
              </a:spcBef>
              <a:buNone/>
            </a:pPr>
            <a:r>
              <a:rPr lang="en-US" sz="2000" dirty="0"/>
              <a:t> </a:t>
            </a:r>
          </a:p>
        </p:txBody>
      </p:sp>
      <p:sp>
        <p:nvSpPr>
          <p:cNvPr id="5" name="Title 1"/>
          <p:cNvSpPr>
            <a:spLocks noGrp="1"/>
          </p:cNvSpPr>
          <p:nvPr>
            <p:ph type="title"/>
          </p:nvPr>
        </p:nvSpPr>
        <p:spPr>
          <a:xfrm>
            <a:off x="457200" y="228600"/>
            <a:ext cx="8229600" cy="819912"/>
          </a:xfrm>
        </p:spPr>
        <p:txBody>
          <a:bodyPr>
            <a:normAutofit/>
          </a:bodyPr>
          <a:lstStyle/>
          <a:p>
            <a:pPr algn="ctr"/>
            <a:r>
              <a:rPr lang="en-US" sz="4000" dirty="0"/>
              <a:t>Deleting a Particular Node</a:t>
            </a:r>
          </a:p>
        </p:txBody>
      </p:sp>
      <p:sp>
        <p:nvSpPr>
          <p:cNvPr id="4" name="Slide Number Placeholder 3"/>
          <p:cNvSpPr>
            <a:spLocks noGrp="1"/>
          </p:cNvSpPr>
          <p:nvPr>
            <p:ph type="sldNum" sz="quarter" idx="12"/>
          </p:nvPr>
        </p:nvSpPr>
        <p:spPr/>
        <p:txBody>
          <a:bodyPr/>
          <a:lstStyle/>
          <a:p>
            <a:fld id="{B6F15528-21DE-4FAA-801E-634DDDAF4B2B}" type="slidenum">
              <a:rPr lang="en-US" smtClean="0"/>
              <a:pPr/>
              <a:t>29</a:t>
            </a:fld>
            <a:endParaRPr lang="en-US"/>
          </a:p>
        </p:txBody>
      </p:sp>
      <p:sp>
        <p:nvSpPr>
          <p:cNvPr id="6" name="Date Placeholder 5"/>
          <p:cNvSpPr>
            <a:spLocks noGrp="1"/>
          </p:cNvSpPr>
          <p:nvPr>
            <p:ph type="dt" sz="half" idx="10"/>
          </p:nvPr>
        </p:nvSpPr>
        <p:spPr/>
        <p:txBody>
          <a:bodyPr/>
          <a:lstStyle/>
          <a:p>
            <a:fld id="{71BE68D3-0AAB-40DE-8808-B20282631879}" type="datetime1">
              <a:rPr lang="en-US" smtClean="0"/>
              <a:t>6/24/2021</a:t>
            </a:fld>
            <a:endParaRPr lang="en-US"/>
          </a:p>
        </p:txBody>
      </p:sp>
      <p:sp>
        <p:nvSpPr>
          <p:cNvPr id="8" name="Footer Placeholder 7"/>
          <p:cNvSpPr>
            <a:spLocks noGrp="1"/>
          </p:cNvSpPr>
          <p:nvPr>
            <p:ph type="ftr" sz="quarter" idx="11"/>
          </p:nvPr>
        </p:nvSpPr>
        <p:spPr/>
        <p:txBody>
          <a:bodyPr/>
          <a:lstStyle/>
          <a:p>
            <a:r>
              <a:rPr lang="en-US"/>
              <a:t>Maheen Islam</a:t>
            </a: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33400" y="228600"/>
            <a:ext cx="8229600" cy="914400"/>
          </a:xfrm>
        </p:spPr>
        <p:txBody>
          <a:bodyPr>
            <a:normAutofit/>
          </a:bodyPr>
          <a:lstStyle/>
          <a:p>
            <a:pPr algn="ctr"/>
            <a:r>
              <a:rPr lang="en-US" sz="4000" dirty="0"/>
              <a:t>Searching a SLL</a:t>
            </a:r>
          </a:p>
        </p:txBody>
      </p:sp>
      <p:sp>
        <p:nvSpPr>
          <p:cNvPr id="3" name="Content Placeholder 2"/>
          <p:cNvSpPr>
            <a:spLocks noGrp="1"/>
          </p:cNvSpPr>
          <p:nvPr>
            <p:ph idx="1"/>
          </p:nvPr>
        </p:nvSpPr>
        <p:spPr>
          <a:xfrm>
            <a:off x="1066800" y="1295400"/>
            <a:ext cx="7696200" cy="5257800"/>
          </a:xfrm>
        </p:spPr>
        <p:txBody>
          <a:bodyPr>
            <a:normAutofit/>
          </a:bodyPr>
          <a:lstStyle/>
          <a:p>
            <a:r>
              <a:rPr lang="en-US" sz="2800" dirty="0"/>
              <a:t>Searching involves finding the required element in the list</a:t>
            </a:r>
          </a:p>
          <a:p>
            <a:r>
              <a:rPr lang="en-US" sz="2800" dirty="0"/>
              <a:t>We can use various techniques of searching like linear search or binary search where binary search is more efficient in case of Arrays</a:t>
            </a:r>
          </a:p>
          <a:p>
            <a:r>
              <a:rPr lang="en-US" sz="2800" dirty="0"/>
              <a:t>But in case of linked list since random access is not available it would become complex to do binary search in it</a:t>
            </a:r>
          </a:p>
          <a:p>
            <a:r>
              <a:rPr lang="en-US" sz="2800" dirty="0"/>
              <a:t>We can perform simple linear search traversal </a:t>
            </a:r>
          </a:p>
          <a:p>
            <a:endParaRPr lang="en-US" sz="2800" dirty="0"/>
          </a:p>
          <a:p>
            <a:endParaRPr lang="en-US" sz="2800" dirty="0"/>
          </a:p>
        </p:txBody>
      </p:sp>
      <p:sp>
        <p:nvSpPr>
          <p:cNvPr id="4" name="Slide Number Placeholder 3"/>
          <p:cNvSpPr>
            <a:spLocks noGrp="1"/>
          </p:cNvSpPr>
          <p:nvPr>
            <p:ph type="sldNum" sz="quarter" idx="12"/>
          </p:nvPr>
        </p:nvSpPr>
        <p:spPr/>
        <p:txBody>
          <a:bodyPr/>
          <a:lstStyle/>
          <a:p>
            <a:fld id="{B6F15528-21DE-4FAA-801E-634DDDAF4B2B}" type="slidenum">
              <a:rPr lang="en-US" smtClean="0"/>
              <a:pPr/>
              <a:t>30</a:t>
            </a:fld>
            <a:endParaRPr lang="en-US"/>
          </a:p>
        </p:txBody>
      </p:sp>
      <p:sp>
        <p:nvSpPr>
          <p:cNvPr id="5" name="Date Placeholder 4"/>
          <p:cNvSpPr>
            <a:spLocks noGrp="1"/>
          </p:cNvSpPr>
          <p:nvPr>
            <p:ph type="dt" sz="half" idx="10"/>
          </p:nvPr>
        </p:nvSpPr>
        <p:spPr/>
        <p:txBody>
          <a:bodyPr/>
          <a:lstStyle/>
          <a:p>
            <a:fld id="{1093EE6F-00A6-4309-B56C-F17DE84022C9}" type="datetime1">
              <a:rPr lang="en-US" smtClean="0"/>
              <a:t>6/24/2021</a:t>
            </a:fld>
            <a:endParaRPr lang="en-US"/>
          </a:p>
        </p:txBody>
      </p:sp>
      <p:sp>
        <p:nvSpPr>
          <p:cNvPr id="7" name="Footer Placeholder 6"/>
          <p:cNvSpPr>
            <a:spLocks noGrp="1"/>
          </p:cNvSpPr>
          <p:nvPr>
            <p:ph type="ftr" sz="quarter" idx="11"/>
          </p:nvPr>
        </p:nvSpPr>
        <p:spPr/>
        <p:txBody>
          <a:bodyPr/>
          <a:lstStyle/>
          <a:p>
            <a:r>
              <a:rPr lang="en-US"/>
              <a:t>Maheen Islam</a:t>
            </a: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143000" y="1447800"/>
            <a:ext cx="5257800" cy="5410200"/>
          </a:xfrm>
        </p:spPr>
        <p:txBody>
          <a:bodyPr>
            <a:normAutofit/>
          </a:bodyPr>
          <a:lstStyle/>
          <a:p>
            <a:pPr>
              <a:buNone/>
            </a:pPr>
            <a:r>
              <a:rPr lang="en-US" sz="2000" dirty="0"/>
              <a:t> void search(</a:t>
            </a:r>
            <a:r>
              <a:rPr lang="en-US" sz="2000" dirty="0" err="1"/>
              <a:t>int</a:t>
            </a:r>
            <a:r>
              <a:rPr lang="en-US" sz="2000" dirty="0"/>
              <a:t> x)</a:t>
            </a:r>
          </a:p>
          <a:p>
            <a:pPr>
              <a:buNone/>
            </a:pPr>
            <a:r>
              <a:rPr lang="en-US" sz="2000" dirty="0"/>
              <a:t>{</a:t>
            </a:r>
          </a:p>
          <a:p>
            <a:pPr>
              <a:buNone/>
            </a:pPr>
            <a:r>
              <a:rPr lang="en-US" sz="2000" dirty="0"/>
              <a:t>   struct node *temp=head;</a:t>
            </a:r>
          </a:p>
          <a:p>
            <a:pPr>
              <a:buNone/>
            </a:pPr>
            <a:r>
              <a:rPr lang="en-US" sz="2000" dirty="0"/>
              <a:t>      while(temp!=NULL)</a:t>
            </a:r>
          </a:p>
          <a:p>
            <a:pPr>
              <a:buNone/>
            </a:pPr>
            <a:r>
              <a:rPr lang="en-US" sz="2000" dirty="0"/>
              <a:t>         {</a:t>
            </a:r>
          </a:p>
          <a:p>
            <a:pPr>
              <a:buNone/>
            </a:pPr>
            <a:r>
              <a:rPr lang="en-US" sz="2000" dirty="0"/>
              <a:t>             if(temp-&gt;data==x)</a:t>
            </a:r>
          </a:p>
          <a:p>
            <a:pPr>
              <a:buNone/>
            </a:pPr>
            <a:r>
              <a:rPr lang="en-US" sz="2000" dirty="0"/>
              <a:t>              {</a:t>
            </a:r>
          </a:p>
          <a:p>
            <a:pPr>
              <a:buNone/>
            </a:pPr>
            <a:r>
              <a:rPr lang="en-US" sz="2000" dirty="0"/>
              <a:t>                </a:t>
            </a:r>
            <a:r>
              <a:rPr lang="en-US" sz="2000" dirty="0" err="1"/>
              <a:t>cout</a:t>
            </a:r>
            <a:r>
              <a:rPr lang="en-US" sz="2000" dirty="0"/>
              <a:t>&lt;&lt;“FOUND ”&lt;&lt;temp-&gt;data;</a:t>
            </a:r>
          </a:p>
          <a:p>
            <a:pPr>
              <a:buNone/>
            </a:pPr>
            <a:r>
              <a:rPr lang="en-US" sz="2000" dirty="0"/>
              <a:t>                break;</a:t>
            </a:r>
          </a:p>
          <a:p>
            <a:pPr>
              <a:buNone/>
            </a:pPr>
            <a:r>
              <a:rPr lang="en-US" sz="2000" dirty="0"/>
              <a:t>              }</a:t>
            </a:r>
          </a:p>
          <a:p>
            <a:pPr>
              <a:buNone/>
            </a:pPr>
            <a:r>
              <a:rPr lang="en-US" sz="2000" dirty="0"/>
              <a:t>           temp=temp-&gt;next;</a:t>
            </a:r>
          </a:p>
          <a:p>
            <a:pPr>
              <a:buNone/>
            </a:pPr>
            <a:r>
              <a:rPr lang="en-US" sz="2000" dirty="0"/>
              <a:t>         }</a:t>
            </a:r>
          </a:p>
          <a:p>
            <a:pPr>
              <a:buNone/>
            </a:pPr>
            <a:r>
              <a:rPr lang="en-US" sz="2000" dirty="0"/>
              <a:t>}</a:t>
            </a:r>
          </a:p>
        </p:txBody>
      </p:sp>
      <p:sp>
        <p:nvSpPr>
          <p:cNvPr id="4" name="Title 1"/>
          <p:cNvSpPr>
            <a:spLocks noGrp="1"/>
          </p:cNvSpPr>
          <p:nvPr>
            <p:ph type="title"/>
          </p:nvPr>
        </p:nvSpPr>
        <p:spPr>
          <a:xfrm>
            <a:off x="533400" y="228600"/>
            <a:ext cx="8229600" cy="914400"/>
          </a:xfrm>
        </p:spPr>
        <p:txBody>
          <a:bodyPr>
            <a:normAutofit/>
          </a:bodyPr>
          <a:lstStyle/>
          <a:p>
            <a:pPr algn="ctr"/>
            <a:r>
              <a:rPr lang="en-US" sz="4000" dirty="0"/>
              <a:t>Searching a SLL</a:t>
            </a:r>
          </a:p>
        </p:txBody>
      </p:sp>
      <p:sp>
        <p:nvSpPr>
          <p:cNvPr id="5" name="Slide Number Placeholder 4"/>
          <p:cNvSpPr>
            <a:spLocks noGrp="1"/>
          </p:cNvSpPr>
          <p:nvPr>
            <p:ph type="sldNum" sz="quarter" idx="12"/>
          </p:nvPr>
        </p:nvSpPr>
        <p:spPr/>
        <p:txBody>
          <a:bodyPr/>
          <a:lstStyle/>
          <a:p>
            <a:fld id="{B6F15528-21DE-4FAA-801E-634DDDAF4B2B}" type="slidenum">
              <a:rPr lang="en-US" smtClean="0"/>
              <a:pPr/>
              <a:t>31</a:t>
            </a:fld>
            <a:endParaRPr lang="en-US"/>
          </a:p>
        </p:txBody>
      </p:sp>
      <p:sp>
        <p:nvSpPr>
          <p:cNvPr id="6" name="Date Placeholder 5"/>
          <p:cNvSpPr>
            <a:spLocks noGrp="1"/>
          </p:cNvSpPr>
          <p:nvPr>
            <p:ph type="dt" sz="half" idx="10"/>
          </p:nvPr>
        </p:nvSpPr>
        <p:spPr/>
        <p:txBody>
          <a:bodyPr/>
          <a:lstStyle/>
          <a:p>
            <a:fld id="{84834D64-FFE6-4CE6-A5FC-C906DC55C220}" type="datetime1">
              <a:rPr lang="en-US" smtClean="0"/>
              <a:t>6/24/2021</a:t>
            </a:fld>
            <a:endParaRPr lang="en-US"/>
          </a:p>
        </p:txBody>
      </p:sp>
      <p:sp>
        <p:nvSpPr>
          <p:cNvPr id="8" name="Footer Placeholder 7"/>
          <p:cNvSpPr>
            <a:spLocks noGrp="1"/>
          </p:cNvSpPr>
          <p:nvPr>
            <p:ph type="ftr" sz="quarter" idx="11"/>
          </p:nvPr>
        </p:nvSpPr>
        <p:spPr/>
        <p:txBody>
          <a:bodyPr/>
          <a:lstStyle/>
          <a:p>
            <a:r>
              <a:rPr lang="en-US"/>
              <a:t>Maheen Islam</a:t>
            </a: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76200"/>
            <a:ext cx="8229600" cy="896112"/>
          </a:xfrm>
        </p:spPr>
        <p:txBody>
          <a:bodyPr>
            <a:normAutofit/>
          </a:bodyPr>
          <a:lstStyle/>
          <a:p>
            <a:pPr algn="ctr"/>
            <a:r>
              <a:rPr lang="en-US" sz="4000" dirty="0"/>
              <a:t>Reversing a Linked List</a:t>
            </a:r>
          </a:p>
        </p:txBody>
      </p:sp>
      <p:sp>
        <p:nvSpPr>
          <p:cNvPr id="3" name="Content Placeholder 2"/>
          <p:cNvSpPr>
            <a:spLocks noGrp="1"/>
          </p:cNvSpPr>
          <p:nvPr>
            <p:ph idx="1"/>
          </p:nvPr>
        </p:nvSpPr>
        <p:spPr>
          <a:xfrm>
            <a:off x="762000" y="1600200"/>
            <a:ext cx="8305800" cy="1143000"/>
          </a:xfrm>
        </p:spPr>
        <p:txBody>
          <a:bodyPr>
            <a:normAutofit/>
          </a:bodyPr>
          <a:lstStyle/>
          <a:p>
            <a:pPr>
              <a:buFont typeface="Arial" pitchFamily="34" charset="0"/>
              <a:buChar char="•"/>
            </a:pPr>
            <a:r>
              <a:rPr lang="en-US" sz="2400" dirty="0"/>
              <a:t>We can reverse a linked list by reversing the direction of the links between 2 nodes</a:t>
            </a:r>
          </a:p>
        </p:txBody>
      </p:sp>
      <p:pic>
        <p:nvPicPr>
          <p:cNvPr id="4" name="Picture 3" descr="Reverse_Linked_List_Interview_Question.jpg"/>
          <p:cNvPicPr>
            <a:picLocks noChangeAspect="1"/>
          </p:cNvPicPr>
          <p:nvPr/>
        </p:nvPicPr>
        <p:blipFill>
          <a:blip r:embed="rId2" cstate="print"/>
          <a:stretch>
            <a:fillRect/>
          </a:stretch>
        </p:blipFill>
        <p:spPr>
          <a:xfrm>
            <a:off x="381000" y="2819400"/>
            <a:ext cx="8763000" cy="3505200"/>
          </a:xfrm>
          <a:prstGeom prst="rect">
            <a:avLst/>
          </a:prstGeom>
        </p:spPr>
      </p:pic>
      <p:sp>
        <p:nvSpPr>
          <p:cNvPr id="5" name="Slide Number Placeholder 4"/>
          <p:cNvSpPr>
            <a:spLocks noGrp="1"/>
          </p:cNvSpPr>
          <p:nvPr>
            <p:ph type="sldNum" sz="quarter" idx="12"/>
          </p:nvPr>
        </p:nvSpPr>
        <p:spPr/>
        <p:txBody>
          <a:bodyPr/>
          <a:lstStyle/>
          <a:p>
            <a:fld id="{B6F15528-21DE-4FAA-801E-634DDDAF4B2B}" type="slidenum">
              <a:rPr lang="en-US" smtClean="0"/>
              <a:pPr/>
              <a:t>32</a:t>
            </a:fld>
            <a:endParaRPr lang="en-US"/>
          </a:p>
        </p:txBody>
      </p:sp>
      <p:sp>
        <p:nvSpPr>
          <p:cNvPr id="6" name="Date Placeholder 5"/>
          <p:cNvSpPr>
            <a:spLocks noGrp="1"/>
          </p:cNvSpPr>
          <p:nvPr>
            <p:ph type="dt" sz="half" idx="10"/>
          </p:nvPr>
        </p:nvSpPr>
        <p:spPr/>
        <p:txBody>
          <a:bodyPr/>
          <a:lstStyle/>
          <a:p>
            <a:fld id="{DB366C09-A2ED-482B-B72B-E7F56442FD78}" type="datetime1">
              <a:rPr lang="en-US" smtClean="0"/>
              <a:t>6/24/2021</a:t>
            </a:fld>
            <a:endParaRPr lang="en-US"/>
          </a:p>
        </p:txBody>
      </p:sp>
      <p:sp>
        <p:nvSpPr>
          <p:cNvPr id="8" name="Footer Placeholder 7"/>
          <p:cNvSpPr>
            <a:spLocks noGrp="1"/>
          </p:cNvSpPr>
          <p:nvPr>
            <p:ph type="ftr" sz="quarter" idx="11"/>
          </p:nvPr>
        </p:nvSpPr>
        <p:spPr/>
        <p:txBody>
          <a:bodyPr/>
          <a:lstStyle/>
          <a:p>
            <a:r>
              <a:rPr lang="en-US"/>
              <a:t>Maheen Islam</a:t>
            </a: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524000" y="76200"/>
            <a:ext cx="6781800" cy="685800"/>
          </a:xfrm>
        </p:spPr>
        <p:txBody>
          <a:bodyPr>
            <a:noAutofit/>
          </a:bodyPr>
          <a:lstStyle/>
          <a:p>
            <a:pPr algn="ctr"/>
            <a:r>
              <a:rPr lang="en-US" sz="4000" dirty="0"/>
              <a:t>Doubly  Linked  List</a:t>
            </a:r>
          </a:p>
        </p:txBody>
      </p:sp>
      <p:sp>
        <p:nvSpPr>
          <p:cNvPr id="7" name="Content Placeholder 2"/>
          <p:cNvSpPr>
            <a:spLocks noGrp="1"/>
          </p:cNvSpPr>
          <p:nvPr>
            <p:ph idx="1"/>
          </p:nvPr>
        </p:nvSpPr>
        <p:spPr>
          <a:xfrm>
            <a:off x="990600" y="990600"/>
            <a:ext cx="7924800" cy="5638800"/>
          </a:xfrm>
        </p:spPr>
        <p:txBody>
          <a:bodyPr>
            <a:noAutofit/>
          </a:bodyPr>
          <a:lstStyle/>
          <a:p>
            <a:pPr marL="1051560" indent="-914400">
              <a:buNone/>
            </a:pPr>
            <a:endParaRPr lang="en-US" sz="2000" dirty="0"/>
          </a:p>
          <a:p>
            <a:pPr marL="1051560" indent="-914400">
              <a:buNone/>
            </a:pPr>
            <a:r>
              <a:rPr lang="en-US" sz="2000" b="1" dirty="0"/>
              <a:t>1.    Doubly linked list</a:t>
            </a:r>
            <a:r>
              <a:rPr lang="en-US" sz="2000" dirty="0"/>
              <a:t> is a linked data structure that consists of a set of sequentially linked records called nodes.</a:t>
            </a:r>
          </a:p>
          <a:p>
            <a:pPr marL="1051560" indent="-914400">
              <a:buNone/>
            </a:pPr>
            <a:endParaRPr lang="en-US" sz="2000" dirty="0"/>
          </a:p>
          <a:p>
            <a:pPr marL="651510" indent="-514350">
              <a:buNone/>
            </a:pPr>
            <a:r>
              <a:rPr lang="en-US" sz="2000" dirty="0"/>
              <a:t>2 .        Each node contains  three fields ::</a:t>
            </a:r>
          </a:p>
          <a:p>
            <a:pPr marL="651510" indent="-514350">
              <a:buNone/>
            </a:pPr>
            <a:r>
              <a:rPr lang="en-US" sz="2000" dirty="0"/>
              <a:t>              -: one is data part which contain  data  only.             </a:t>
            </a:r>
          </a:p>
          <a:p>
            <a:pPr marL="651510" indent="-514350">
              <a:buNone/>
            </a:pPr>
            <a:r>
              <a:rPr lang="en-US" sz="2000" dirty="0"/>
              <a:t>              -:two other field is links part  that are  point </a:t>
            </a:r>
          </a:p>
          <a:p>
            <a:pPr marL="651510" indent="-514350">
              <a:buNone/>
            </a:pPr>
            <a:r>
              <a:rPr lang="en-US" sz="2000" dirty="0"/>
              <a:t>                 or references to the previous or to the next </a:t>
            </a:r>
          </a:p>
          <a:p>
            <a:pPr marL="651510" indent="-514350">
              <a:buNone/>
            </a:pPr>
            <a:r>
              <a:rPr lang="en-US" sz="2000" dirty="0"/>
              <a:t>                 node in the sequence of nodes.  </a:t>
            </a:r>
          </a:p>
          <a:p>
            <a:pPr marL="651510" indent="-514350">
              <a:buNone/>
            </a:pPr>
            <a:endParaRPr lang="en-US" sz="2000" dirty="0"/>
          </a:p>
          <a:p>
            <a:pPr marL="651510" indent="-514350">
              <a:buNone/>
            </a:pPr>
            <a:r>
              <a:rPr lang="en-US" sz="2000" dirty="0"/>
              <a:t>3.         The beginning and ending nodes' </a:t>
            </a:r>
            <a:r>
              <a:rPr lang="en-US" sz="2000" b="1" dirty="0"/>
              <a:t>previous</a:t>
            </a:r>
            <a:r>
              <a:rPr lang="en-US" sz="2000" dirty="0"/>
              <a:t> and  </a:t>
            </a:r>
            <a:r>
              <a:rPr lang="en-US" sz="2000" b="1" dirty="0"/>
              <a:t>next</a:t>
            </a:r>
            <a:endParaRPr lang="en-US" sz="2000" dirty="0"/>
          </a:p>
          <a:p>
            <a:pPr marL="651510" indent="-514350">
              <a:buNone/>
            </a:pPr>
            <a:r>
              <a:rPr lang="en-US" sz="2000" dirty="0"/>
              <a:t>             links, respectively, point to some kind of terminator,</a:t>
            </a:r>
          </a:p>
          <a:p>
            <a:pPr marL="651510" indent="-514350">
              <a:buNone/>
            </a:pPr>
            <a:r>
              <a:rPr lang="en-US" sz="2000" dirty="0"/>
              <a:t>             typically a sentinel node or null to facilitate traversal </a:t>
            </a:r>
          </a:p>
          <a:p>
            <a:pPr marL="651510" indent="-514350">
              <a:buNone/>
            </a:pPr>
            <a:r>
              <a:rPr lang="en-US" sz="2000" dirty="0"/>
              <a:t>              of the list.  </a:t>
            </a:r>
          </a:p>
          <a:p>
            <a:pPr marL="651510" indent="-514350">
              <a:buNone/>
            </a:pPr>
            <a:r>
              <a:rPr lang="en-US" sz="2400" dirty="0"/>
              <a:t>                 </a:t>
            </a:r>
          </a:p>
        </p:txBody>
      </p:sp>
      <p:sp>
        <p:nvSpPr>
          <p:cNvPr id="4" name="Date Placeholder 3"/>
          <p:cNvSpPr>
            <a:spLocks noGrp="1"/>
          </p:cNvSpPr>
          <p:nvPr>
            <p:ph type="dt" sz="half" idx="10"/>
          </p:nvPr>
        </p:nvSpPr>
        <p:spPr/>
        <p:txBody>
          <a:bodyPr/>
          <a:lstStyle/>
          <a:p>
            <a:fld id="{721A2F2D-D2FA-4E6B-88A1-5B373B78E9F1}" type="datetime1">
              <a:rPr lang="en-US" smtClean="0"/>
              <a:t>6/24/2021</a:t>
            </a:fld>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33</a:t>
            </a:fld>
            <a:endParaRPr lang="en-US"/>
          </a:p>
        </p:txBody>
      </p:sp>
      <p:sp>
        <p:nvSpPr>
          <p:cNvPr id="8" name="Footer Placeholder 7"/>
          <p:cNvSpPr>
            <a:spLocks noGrp="1"/>
          </p:cNvSpPr>
          <p:nvPr>
            <p:ph type="ftr" sz="quarter" idx="11"/>
          </p:nvPr>
        </p:nvSpPr>
        <p:spPr/>
        <p:txBody>
          <a:bodyPr/>
          <a:lstStyle/>
          <a:p>
            <a:r>
              <a:rPr lang="en-US"/>
              <a:t>Maheen Islam</a:t>
            </a: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0" y="0"/>
            <a:ext cx="9144000" cy="6858000"/>
          </a:xfrm>
        </p:spPr>
        <p:txBody>
          <a:bodyPr>
            <a:normAutofit fontScale="92500" lnSpcReduction="10000"/>
          </a:bodyPr>
          <a:lstStyle/>
          <a:p>
            <a:endParaRPr lang="en-US" dirty="0"/>
          </a:p>
          <a:p>
            <a:pPr>
              <a:buNone/>
            </a:pPr>
            <a:r>
              <a:rPr lang="en-US" dirty="0"/>
              <a:t>                                      </a:t>
            </a:r>
            <a:r>
              <a:rPr lang="en-US" sz="4300" dirty="0">
                <a:solidFill>
                  <a:schemeClr val="tx2">
                    <a:satMod val="130000"/>
                  </a:schemeClr>
                </a:solidFill>
                <a:effectLst>
                  <a:outerShdw blurRad="50000" dist="30000" dir="5400000" algn="tl" rotWithShape="0">
                    <a:srgbClr val="000000">
                      <a:alpha val="30000"/>
                    </a:srgbClr>
                  </a:outerShdw>
                </a:effectLst>
                <a:latin typeface="+mj-lt"/>
                <a:ea typeface="+mj-ea"/>
                <a:cs typeface="+mj-cs"/>
              </a:rPr>
              <a:t>NODE</a:t>
            </a:r>
          </a:p>
          <a:p>
            <a:pPr>
              <a:buNone/>
            </a:pPr>
            <a:endParaRPr lang="en-US" dirty="0"/>
          </a:p>
          <a:p>
            <a:pPr>
              <a:buNone/>
            </a:pPr>
            <a:r>
              <a:rPr lang="en-US" dirty="0"/>
              <a:t>                                                                            </a:t>
            </a:r>
            <a:br>
              <a:rPr lang="en-US" dirty="0"/>
            </a:br>
            <a:endParaRPr lang="en-US" dirty="0"/>
          </a:p>
          <a:p>
            <a:pPr>
              <a:buNone/>
            </a:pPr>
            <a:r>
              <a:rPr lang="en-US" dirty="0"/>
              <a:t>            A                               B                                          C</a:t>
            </a:r>
          </a:p>
          <a:p>
            <a:pPr>
              <a:buNone/>
            </a:pPr>
            <a:r>
              <a:rPr lang="en-US" dirty="0"/>
              <a:t>   </a:t>
            </a:r>
          </a:p>
          <a:p>
            <a:pPr>
              <a:buNone/>
            </a:pPr>
            <a:endParaRPr lang="en-US" dirty="0"/>
          </a:p>
          <a:p>
            <a:pPr>
              <a:buNone/>
            </a:pPr>
            <a:endParaRPr lang="en-US" dirty="0"/>
          </a:p>
          <a:p>
            <a:pPr>
              <a:buNone/>
            </a:pPr>
            <a:endParaRPr lang="en-US" dirty="0"/>
          </a:p>
          <a:p>
            <a:pPr>
              <a:buNone/>
            </a:pPr>
            <a:r>
              <a:rPr lang="en-US" dirty="0">
                <a:solidFill>
                  <a:schemeClr val="accent1">
                    <a:lumMod val="75000"/>
                  </a:schemeClr>
                </a:solidFill>
              </a:rPr>
              <a:t>   </a:t>
            </a:r>
            <a:r>
              <a:rPr lang="en-US" sz="3000" dirty="0"/>
              <a:t>A doubly linked list contain three fields: an integer value, the link to the next node, and the link to the previous node.</a:t>
            </a:r>
          </a:p>
        </p:txBody>
      </p:sp>
      <p:graphicFrame>
        <p:nvGraphicFramePr>
          <p:cNvPr id="5" name="Table 4"/>
          <p:cNvGraphicFramePr>
            <a:graphicFrameLocks noGrp="1"/>
          </p:cNvGraphicFramePr>
          <p:nvPr/>
        </p:nvGraphicFramePr>
        <p:xfrm>
          <a:off x="2590800" y="1752600"/>
          <a:ext cx="4495800" cy="370840"/>
        </p:xfrm>
        <a:graphic>
          <a:graphicData uri="http://schemas.openxmlformats.org/drawingml/2006/table">
            <a:tbl>
              <a:tblPr firstRow="1" bandRow="1">
                <a:tableStyleId>{5C22544A-7EE6-4342-B048-85BDC9FD1C3A}</a:tableStyleId>
              </a:tblPr>
              <a:tblGrid>
                <a:gridCol w="1498600">
                  <a:extLst>
                    <a:ext uri="{9D8B030D-6E8A-4147-A177-3AD203B41FA5}">
                      <a16:colId xmlns:a16="http://schemas.microsoft.com/office/drawing/2014/main" val="20000"/>
                    </a:ext>
                  </a:extLst>
                </a:gridCol>
                <a:gridCol w="1498600">
                  <a:extLst>
                    <a:ext uri="{9D8B030D-6E8A-4147-A177-3AD203B41FA5}">
                      <a16:colId xmlns:a16="http://schemas.microsoft.com/office/drawing/2014/main" val="20001"/>
                    </a:ext>
                  </a:extLst>
                </a:gridCol>
                <a:gridCol w="1498600">
                  <a:extLst>
                    <a:ext uri="{9D8B030D-6E8A-4147-A177-3AD203B41FA5}">
                      <a16:colId xmlns:a16="http://schemas.microsoft.com/office/drawing/2014/main" val="20002"/>
                    </a:ext>
                  </a:extLst>
                </a:gridCol>
              </a:tblGrid>
              <a:tr h="370840">
                <a:tc>
                  <a:txBody>
                    <a:bodyPr/>
                    <a:lstStyle/>
                    <a:p>
                      <a:r>
                        <a:rPr lang="en-US" dirty="0"/>
                        <a:t>   previous</a:t>
                      </a:r>
                    </a:p>
                  </a:txBody>
                  <a:tcPr/>
                </a:tc>
                <a:tc>
                  <a:txBody>
                    <a:bodyPr/>
                    <a:lstStyle/>
                    <a:p>
                      <a:r>
                        <a:rPr lang="en-US" dirty="0"/>
                        <a:t>  data</a:t>
                      </a:r>
                    </a:p>
                  </a:txBody>
                  <a:tcPr/>
                </a:tc>
                <a:tc>
                  <a:txBody>
                    <a:bodyPr/>
                    <a:lstStyle/>
                    <a:p>
                      <a:r>
                        <a:rPr lang="en-US" dirty="0"/>
                        <a:t>     next</a:t>
                      </a:r>
                    </a:p>
                  </a:txBody>
                  <a:tcPr/>
                </a:tc>
                <a:extLst>
                  <a:ext uri="{0D108BD9-81ED-4DB2-BD59-A6C34878D82A}">
                    <a16:rowId xmlns:a16="http://schemas.microsoft.com/office/drawing/2014/main" val="10000"/>
                  </a:ext>
                </a:extLst>
              </a:tr>
            </a:tbl>
          </a:graphicData>
        </a:graphic>
      </p:graphicFrame>
      <p:graphicFrame>
        <p:nvGraphicFramePr>
          <p:cNvPr id="6" name="Table 5"/>
          <p:cNvGraphicFramePr>
            <a:graphicFrameLocks noGrp="1"/>
          </p:cNvGraphicFramePr>
          <p:nvPr/>
        </p:nvGraphicFramePr>
        <p:xfrm>
          <a:off x="0" y="2895600"/>
          <a:ext cx="2743200" cy="365760"/>
        </p:xfrm>
        <a:graphic>
          <a:graphicData uri="http://schemas.openxmlformats.org/drawingml/2006/table">
            <a:tbl>
              <a:tblPr firstRow="1" bandRow="1">
                <a:tableStyleId>{5C22544A-7EE6-4342-B048-85BDC9FD1C3A}</a:tableStyleId>
              </a:tblPr>
              <a:tblGrid>
                <a:gridCol w="914400">
                  <a:extLst>
                    <a:ext uri="{9D8B030D-6E8A-4147-A177-3AD203B41FA5}">
                      <a16:colId xmlns:a16="http://schemas.microsoft.com/office/drawing/2014/main" val="20000"/>
                    </a:ext>
                  </a:extLst>
                </a:gridCol>
                <a:gridCol w="914400">
                  <a:extLst>
                    <a:ext uri="{9D8B030D-6E8A-4147-A177-3AD203B41FA5}">
                      <a16:colId xmlns:a16="http://schemas.microsoft.com/office/drawing/2014/main" val="20001"/>
                    </a:ext>
                  </a:extLst>
                </a:gridCol>
                <a:gridCol w="914400">
                  <a:extLst>
                    <a:ext uri="{9D8B030D-6E8A-4147-A177-3AD203B41FA5}">
                      <a16:colId xmlns:a16="http://schemas.microsoft.com/office/drawing/2014/main" val="20002"/>
                    </a:ext>
                  </a:extLst>
                </a:gridCol>
              </a:tblGrid>
              <a:tr h="142240">
                <a:tc>
                  <a:txBody>
                    <a:bodyPr/>
                    <a:lstStyle/>
                    <a:p>
                      <a:r>
                        <a:rPr lang="en-US" dirty="0"/>
                        <a:t> NULL</a:t>
                      </a:r>
                    </a:p>
                  </a:txBody>
                  <a:tcPr/>
                </a:tc>
                <a:tc>
                  <a:txBody>
                    <a:bodyPr/>
                    <a:lstStyle/>
                    <a:p>
                      <a:r>
                        <a:rPr lang="en-US" dirty="0"/>
                        <a:t>   11</a:t>
                      </a:r>
                    </a:p>
                  </a:txBody>
                  <a:tcPr/>
                </a:tc>
                <a:tc>
                  <a:txBody>
                    <a:bodyPr/>
                    <a:lstStyle/>
                    <a:p>
                      <a:r>
                        <a:rPr lang="en-US" dirty="0"/>
                        <a:t>  786</a:t>
                      </a:r>
                    </a:p>
                  </a:txBody>
                  <a:tcPr/>
                </a:tc>
                <a:extLst>
                  <a:ext uri="{0D108BD9-81ED-4DB2-BD59-A6C34878D82A}">
                    <a16:rowId xmlns:a16="http://schemas.microsoft.com/office/drawing/2014/main" val="10000"/>
                  </a:ext>
                </a:extLst>
              </a:tr>
            </a:tbl>
          </a:graphicData>
        </a:graphic>
      </p:graphicFrame>
      <p:cxnSp>
        <p:nvCxnSpPr>
          <p:cNvPr id="8" name="Elbow Connector 7"/>
          <p:cNvCxnSpPr/>
          <p:nvPr/>
        </p:nvCxnSpPr>
        <p:spPr>
          <a:xfrm>
            <a:off x="5562600" y="3200400"/>
            <a:ext cx="762000" cy="533400"/>
          </a:xfrm>
          <a:prstGeom prst="bentConnector3">
            <a:avLst>
              <a:gd name="adj1" fmla="val 50000"/>
            </a:avLst>
          </a:prstGeom>
          <a:ln>
            <a:tailEnd type="arrow"/>
          </a:ln>
        </p:spPr>
        <p:style>
          <a:lnRef idx="1">
            <a:schemeClr val="accent1"/>
          </a:lnRef>
          <a:fillRef idx="0">
            <a:schemeClr val="accent1"/>
          </a:fillRef>
          <a:effectRef idx="0">
            <a:schemeClr val="accent1"/>
          </a:effectRef>
          <a:fontRef idx="minor">
            <a:schemeClr val="tx1"/>
          </a:fontRef>
        </p:style>
      </p:cxnSp>
      <p:sp>
        <p:nvSpPr>
          <p:cNvPr id="17" name="Oval 16"/>
          <p:cNvSpPr/>
          <p:nvPr/>
        </p:nvSpPr>
        <p:spPr>
          <a:xfrm>
            <a:off x="3124200" y="3505200"/>
            <a:ext cx="914400" cy="6858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786</a:t>
            </a:r>
          </a:p>
        </p:txBody>
      </p:sp>
      <p:sp>
        <p:nvSpPr>
          <p:cNvPr id="19" name="Oval 18"/>
          <p:cNvSpPr/>
          <p:nvPr/>
        </p:nvSpPr>
        <p:spPr>
          <a:xfrm>
            <a:off x="0" y="3429000"/>
            <a:ext cx="914400" cy="6858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200</a:t>
            </a:r>
          </a:p>
        </p:txBody>
      </p:sp>
      <p:sp>
        <p:nvSpPr>
          <p:cNvPr id="21" name="Oval 20"/>
          <p:cNvSpPr/>
          <p:nvPr/>
        </p:nvSpPr>
        <p:spPr>
          <a:xfrm>
            <a:off x="6324600" y="3505200"/>
            <a:ext cx="914400" cy="6858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400</a:t>
            </a:r>
          </a:p>
        </p:txBody>
      </p:sp>
      <p:graphicFrame>
        <p:nvGraphicFramePr>
          <p:cNvPr id="22" name="Table 21"/>
          <p:cNvGraphicFramePr>
            <a:graphicFrameLocks noGrp="1"/>
          </p:cNvGraphicFramePr>
          <p:nvPr/>
        </p:nvGraphicFramePr>
        <p:xfrm>
          <a:off x="3200400" y="2971800"/>
          <a:ext cx="2438400" cy="365760"/>
        </p:xfrm>
        <a:graphic>
          <a:graphicData uri="http://schemas.openxmlformats.org/drawingml/2006/table">
            <a:tbl>
              <a:tblPr firstRow="1" bandRow="1">
                <a:tableStyleId>{5C22544A-7EE6-4342-B048-85BDC9FD1C3A}</a:tableStyleId>
              </a:tblPr>
              <a:tblGrid>
                <a:gridCol w="812800">
                  <a:extLst>
                    <a:ext uri="{9D8B030D-6E8A-4147-A177-3AD203B41FA5}">
                      <a16:colId xmlns:a16="http://schemas.microsoft.com/office/drawing/2014/main" val="20000"/>
                    </a:ext>
                  </a:extLst>
                </a:gridCol>
                <a:gridCol w="812800">
                  <a:extLst>
                    <a:ext uri="{9D8B030D-6E8A-4147-A177-3AD203B41FA5}">
                      <a16:colId xmlns:a16="http://schemas.microsoft.com/office/drawing/2014/main" val="20001"/>
                    </a:ext>
                  </a:extLst>
                </a:gridCol>
                <a:gridCol w="812800">
                  <a:extLst>
                    <a:ext uri="{9D8B030D-6E8A-4147-A177-3AD203B41FA5}">
                      <a16:colId xmlns:a16="http://schemas.microsoft.com/office/drawing/2014/main" val="20002"/>
                    </a:ext>
                  </a:extLst>
                </a:gridCol>
              </a:tblGrid>
              <a:tr h="228600">
                <a:tc>
                  <a:txBody>
                    <a:bodyPr/>
                    <a:lstStyle/>
                    <a:p>
                      <a:r>
                        <a:rPr lang="en-US" dirty="0"/>
                        <a:t>  200</a:t>
                      </a:r>
                    </a:p>
                  </a:txBody>
                  <a:tcPr/>
                </a:tc>
                <a:tc>
                  <a:txBody>
                    <a:bodyPr/>
                    <a:lstStyle/>
                    <a:p>
                      <a:r>
                        <a:rPr lang="en-US" dirty="0"/>
                        <a:t>656</a:t>
                      </a:r>
                    </a:p>
                  </a:txBody>
                  <a:tcPr/>
                </a:tc>
                <a:tc>
                  <a:txBody>
                    <a:bodyPr/>
                    <a:lstStyle/>
                    <a:p>
                      <a:r>
                        <a:rPr lang="en-US" dirty="0"/>
                        <a:t>  400</a:t>
                      </a:r>
                    </a:p>
                  </a:txBody>
                  <a:tcPr/>
                </a:tc>
                <a:extLst>
                  <a:ext uri="{0D108BD9-81ED-4DB2-BD59-A6C34878D82A}">
                    <a16:rowId xmlns:a16="http://schemas.microsoft.com/office/drawing/2014/main" val="10000"/>
                  </a:ext>
                </a:extLst>
              </a:tr>
            </a:tbl>
          </a:graphicData>
        </a:graphic>
      </p:graphicFrame>
      <p:graphicFrame>
        <p:nvGraphicFramePr>
          <p:cNvPr id="23" name="Table 22"/>
          <p:cNvGraphicFramePr>
            <a:graphicFrameLocks noGrp="1"/>
          </p:cNvGraphicFramePr>
          <p:nvPr/>
        </p:nvGraphicFramePr>
        <p:xfrm>
          <a:off x="6400800" y="2971800"/>
          <a:ext cx="2743200" cy="365760"/>
        </p:xfrm>
        <a:graphic>
          <a:graphicData uri="http://schemas.openxmlformats.org/drawingml/2006/table">
            <a:tbl>
              <a:tblPr firstRow="1" bandRow="1">
                <a:tableStyleId>{5C22544A-7EE6-4342-B048-85BDC9FD1C3A}</a:tableStyleId>
              </a:tblPr>
              <a:tblGrid>
                <a:gridCol w="762000">
                  <a:extLst>
                    <a:ext uri="{9D8B030D-6E8A-4147-A177-3AD203B41FA5}">
                      <a16:colId xmlns:a16="http://schemas.microsoft.com/office/drawing/2014/main" val="20000"/>
                    </a:ext>
                  </a:extLst>
                </a:gridCol>
                <a:gridCol w="990600">
                  <a:extLst>
                    <a:ext uri="{9D8B030D-6E8A-4147-A177-3AD203B41FA5}">
                      <a16:colId xmlns:a16="http://schemas.microsoft.com/office/drawing/2014/main" val="20001"/>
                    </a:ext>
                  </a:extLst>
                </a:gridCol>
                <a:gridCol w="990600">
                  <a:extLst>
                    <a:ext uri="{9D8B030D-6E8A-4147-A177-3AD203B41FA5}">
                      <a16:colId xmlns:a16="http://schemas.microsoft.com/office/drawing/2014/main" val="20002"/>
                    </a:ext>
                  </a:extLst>
                </a:gridCol>
              </a:tblGrid>
              <a:tr h="304800">
                <a:tc>
                  <a:txBody>
                    <a:bodyPr/>
                    <a:lstStyle/>
                    <a:p>
                      <a:r>
                        <a:rPr lang="en-US" dirty="0"/>
                        <a:t>  786</a:t>
                      </a:r>
                    </a:p>
                  </a:txBody>
                  <a:tcPr/>
                </a:tc>
                <a:tc>
                  <a:txBody>
                    <a:bodyPr/>
                    <a:lstStyle/>
                    <a:p>
                      <a:r>
                        <a:rPr lang="en-US" dirty="0"/>
                        <a:t>   777</a:t>
                      </a:r>
                    </a:p>
                  </a:txBody>
                  <a:tcPr/>
                </a:tc>
                <a:tc>
                  <a:txBody>
                    <a:bodyPr/>
                    <a:lstStyle/>
                    <a:p>
                      <a:r>
                        <a:rPr lang="en-US" dirty="0"/>
                        <a:t>  NULL</a:t>
                      </a:r>
                    </a:p>
                  </a:txBody>
                  <a:tcPr/>
                </a:tc>
                <a:extLst>
                  <a:ext uri="{0D108BD9-81ED-4DB2-BD59-A6C34878D82A}">
                    <a16:rowId xmlns:a16="http://schemas.microsoft.com/office/drawing/2014/main" val="10000"/>
                  </a:ext>
                </a:extLst>
              </a:tr>
            </a:tbl>
          </a:graphicData>
        </a:graphic>
      </p:graphicFrame>
      <p:cxnSp>
        <p:nvCxnSpPr>
          <p:cNvPr id="24" name="Elbow Connector 23"/>
          <p:cNvCxnSpPr/>
          <p:nvPr/>
        </p:nvCxnSpPr>
        <p:spPr>
          <a:xfrm rot="16200000" flipH="1">
            <a:off x="2705100" y="3162300"/>
            <a:ext cx="533400" cy="457200"/>
          </a:xfrm>
          <a:prstGeom prst="bentConnector3">
            <a:avLst>
              <a:gd name="adj1" fmla="val 50000"/>
            </a:avLst>
          </a:prstGeom>
          <a:ln>
            <a:tailEnd type="arrow"/>
          </a:ln>
        </p:spPr>
        <p:style>
          <a:lnRef idx="1">
            <a:schemeClr val="accent1"/>
          </a:lnRef>
          <a:fillRef idx="0">
            <a:schemeClr val="accent1"/>
          </a:fillRef>
          <a:effectRef idx="0">
            <a:schemeClr val="accent1"/>
          </a:effectRef>
          <a:fontRef idx="minor">
            <a:schemeClr val="tx1"/>
          </a:fontRef>
        </p:style>
      </p:cxnSp>
      <p:sp>
        <p:nvSpPr>
          <p:cNvPr id="12" name="Date Placeholder 11"/>
          <p:cNvSpPr>
            <a:spLocks noGrp="1"/>
          </p:cNvSpPr>
          <p:nvPr>
            <p:ph type="dt" sz="half" idx="10"/>
          </p:nvPr>
        </p:nvSpPr>
        <p:spPr/>
        <p:txBody>
          <a:bodyPr/>
          <a:lstStyle/>
          <a:p>
            <a:fld id="{E34F60D7-C04A-4835-A0CD-A57D89605C35}" type="datetime1">
              <a:rPr lang="en-US" smtClean="0"/>
              <a:t>6/24/2021</a:t>
            </a:fld>
            <a:endParaRPr lang="en-US"/>
          </a:p>
        </p:txBody>
      </p:sp>
      <p:sp>
        <p:nvSpPr>
          <p:cNvPr id="13" name="Slide Number Placeholder 12"/>
          <p:cNvSpPr>
            <a:spLocks noGrp="1"/>
          </p:cNvSpPr>
          <p:nvPr>
            <p:ph type="sldNum" sz="quarter" idx="12"/>
          </p:nvPr>
        </p:nvSpPr>
        <p:spPr/>
        <p:txBody>
          <a:bodyPr/>
          <a:lstStyle/>
          <a:p>
            <a:fld id="{B6F15528-21DE-4FAA-801E-634DDDAF4B2B}" type="slidenum">
              <a:rPr lang="en-US" smtClean="0"/>
              <a:pPr/>
              <a:t>34</a:t>
            </a:fld>
            <a:endParaRPr lang="en-US"/>
          </a:p>
        </p:txBody>
      </p:sp>
      <p:sp>
        <p:nvSpPr>
          <p:cNvPr id="15" name="Footer Placeholder 14"/>
          <p:cNvSpPr>
            <a:spLocks noGrp="1"/>
          </p:cNvSpPr>
          <p:nvPr>
            <p:ph type="ftr" sz="quarter" idx="11"/>
          </p:nvPr>
        </p:nvSpPr>
        <p:spPr/>
        <p:txBody>
          <a:bodyPr/>
          <a:lstStyle/>
          <a:p>
            <a:r>
              <a:rPr lang="en-US"/>
              <a:t>Maheen Islam</a:t>
            </a: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381000"/>
            <a:ext cx="8229600" cy="685800"/>
          </a:xfrm>
        </p:spPr>
        <p:txBody>
          <a:bodyPr>
            <a:normAutofit fontScale="90000"/>
          </a:bodyPr>
          <a:lstStyle/>
          <a:p>
            <a:pPr algn="ctr"/>
            <a:r>
              <a:rPr lang="en-US" dirty="0"/>
              <a:t>DLL’s compared to SLL’s</a:t>
            </a:r>
          </a:p>
        </p:txBody>
      </p:sp>
      <p:sp>
        <p:nvSpPr>
          <p:cNvPr id="5" name="Rectangle 3"/>
          <p:cNvSpPr txBox="1">
            <a:spLocks noChangeArrowheads="1"/>
          </p:cNvSpPr>
          <p:nvPr/>
        </p:nvSpPr>
        <p:spPr>
          <a:xfrm>
            <a:off x="749300" y="1371600"/>
            <a:ext cx="4203700" cy="5218113"/>
          </a:xfrm>
          <a:prstGeom prst="rect">
            <a:avLst/>
          </a:prstGeom>
        </p:spPr>
        <p:txBody>
          <a:bodyPr vert="horz">
            <a:normAutofit/>
          </a:bodyPr>
          <a:lstStyle/>
          <a:p>
            <a:pPr marL="274320" marR="0" lvl="0" indent="-274320" algn="l" defTabSz="914400" rtl="0" eaLnBrk="1" fontAlgn="auto" latinLnBrk="0" hangingPunct="1">
              <a:lnSpc>
                <a:spcPct val="100000"/>
              </a:lnSpc>
              <a:spcBef>
                <a:spcPct val="20000"/>
              </a:spcBef>
              <a:spcAft>
                <a:spcPts val="0"/>
              </a:spcAft>
              <a:buClr>
                <a:schemeClr val="accent3"/>
              </a:buClr>
              <a:buSzPct val="95000"/>
              <a:buFont typeface="Wingdings 2"/>
              <a:buChar char=""/>
              <a:tabLst/>
              <a:defRPr/>
            </a:pPr>
            <a:r>
              <a:rPr kumimoji="0" lang="en-US" sz="2600" b="0" i="0" u="none" strike="noStrike" kern="1200" cap="none" spc="0" normalizeH="0" baseline="0" noProof="0" dirty="0">
                <a:ln>
                  <a:noFill/>
                </a:ln>
                <a:solidFill>
                  <a:schemeClr val="accent5">
                    <a:lumMod val="75000"/>
                  </a:schemeClr>
                </a:solidFill>
                <a:effectLst/>
                <a:uLnTx/>
                <a:uFillTx/>
                <a:latin typeface="+mn-lt"/>
                <a:ea typeface="+mn-ea"/>
                <a:cs typeface="+mn-cs"/>
              </a:rPr>
              <a:t>Advantages:</a:t>
            </a:r>
          </a:p>
          <a:p>
            <a:pPr marL="640080" lvl="1" indent="-246888">
              <a:spcBef>
                <a:spcPct val="20000"/>
              </a:spcBef>
              <a:buClr>
                <a:schemeClr val="accent1"/>
              </a:buClr>
              <a:buSzPct val="85000"/>
              <a:buFont typeface="Wingdings 2"/>
              <a:buChar char=""/>
              <a:defRPr/>
            </a:pPr>
            <a:r>
              <a:rPr lang="en-US" sz="2400" dirty="0">
                <a:solidFill>
                  <a:schemeClr val="accent1">
                    <a:lumMod val="75000"/>
                  </a:schemeClr>
                </a:solidFill>
              </a:rPr>
              <a:t>We can traverse in both directions i.e. from heading to end and as well as from end to heading.</a:t>
            </a:r>
          </a:p>
          <a:p>
            <a:pPr marL="640080" lvl="1" indent="-246888">
              <a:spcBef>
                <a:spcPct val="20000"/>
              </a:spcBef>
              <a:buClr>
                <a:schemeClr val="accent1"/>
              </a:buClr>
              <a:buSzPct val="85000"/>
              <a:buFont typeface="Wingdings 2"/>
              <a:buChar char=""/>
              <a:defRPr/>
            </a:pPr>
            <a:r>
              <a:rPr lang="en-US" sz="2400" dirty="0">
                <a:solidFill>
                  <a:schemeClr val="accent1">
                    <a:lumMod val="75000"/>
                  </a:schemeClr>
                </a:solidFill>
              </a:rPr>
              <a:t>It is easy to reverse the linked list.</a:t>
            </a:r>
          </a:p>
          <a:p>
            <a:pPr marL="640080" lvl="1" indent="-246888">
              <a:spcBef>
                <a:spcPct val="20000"/>
              </a:spcBef>
              <a:buClr>
                <a:schemeClr val="accent1"/>
              </a:buClr>
              <a:buSzPct val="85000"/>
              <a:buFont typeface="Wingdings 2"/>
              <a:buChar char=""/>
              <a:defRPr/>
            </a:pPr>
            <a:r>
              <a:rPr lang="en-US" sz="2400" dirty="0">
                <a:solidFill>
                  <a:schemeClr val="accent1">
                    <a:lumMod val="75000"/>
                  </a:schemeClr>
                </a:solidFill>
              </a:rPr>
              <a:t>If we are at a node, then we can go to any node. But in linear linked list, it is not possible to reach the previous node. </a:t>
            </a:r>
            <a:endParaRPr kumimoji="0" lang="en-US" sz="2400" b="0" i="0" u="none" strike="noStrike" kern="1200" cap="none" spc="0" normalizeH="0" baseline="0" noProof="0" dirty="0">
              <a:ln>
                <a:noFill/>
              </a:ln>
              <a:solidFill>
                <a:schemeClr val="tx1"/>
              </a:solidFill>
              <a:effectLst/>
              <a:uLnTx/>
              <a:uFillTx/>
              <a:latin typeface="+mn-lt"/>
              <a:ea typeface="+mn-ea"/>
              <a:cs typeface="+mn-cs"/>
            </a:endParaRPr>
          </a:p>
        </p:txBody>
      </p:sp>
      <p:sp>
        <p:nvSpPr>
          <p:cNvPr id="6" name="Rectangle 4"/>
          <p:cNvSpPr txBox="1">
            <a:spLocks noChangeArrowheads="1"/>
          </p:cNvSpPr>
          <p:nvPr/>
        </p:nvSpPr>
        <p:spPr>
          <a:xfrm>
            <a:off x="5092700" y="1828800"/>
            <a:ext cx="3746500" cy="4760913"/>
          </a:xfrm>
          <a:prstGeom prst="rect">
            <a:avLst/>
          </a:prstGeom>
        </p:spPr>
        <p:txBody>
          <a:bodyPr/>
          <a:lstStyle/>
          <a:p>
            <a:pPr marL="274320" marR="0" lvl="0" indent="-274320" algn="l" defTabSz="914400" rtl="0" eaLnBrk="1" fontAlgn="auto" latinLnBrk="0" hangingPunct="1">
              <a:lnSpc>
                <a:spcPct val="100000"/>
              </a:lnSpc>
              <a:spcBef>
                <a:spcPct val="20000"/>
              </a:spcBef>
              <a:spcAft>
                <a:spcPts val="0"/>
              </a:spcAft>
              <a:buClr>
                <a:schemeClr val="accent3"/>
              </a:buClr>
              <a:buSzPct val="95000"/>
              <a:buFont typeface="Wingdings 2"/>
              <a:buChar char=""/>
              <a:tabLst/>
              <a:defRPr/>
            </a:pPr>
            <a:r>
              <a:rPr kumimoji="0" lang="en-US" sz="2600" b="0" i="0" u="none" strike="noStrike" kern="1200" cap="none" spc="0" normalizeH="0" baseline="0" noProof="0" dirty="0">
                <a:ln>
                  <a:noFill/>
                </a:ln>
                <a:solidFill>
                  <a:srgbClr val="FF0000"/>
                </a:solidFill>
                <a:effectLst/>
                <a:uLnTx/>
                <a:uFillTx/>
                <a:latin typeface="+mn-lt"/>
                <a:ea typeface="+mn-ea"/>
                <a:cs typeface="+mn-cs"/>
              </a:rPr>
              <a:t>Disadvantages:</a:t>
            </a:r>
          </a:p>
          <a:p>
            <a:pPr marL="640080" marR="0" lvl="1" indent="-246888" algn="l" defTabSz="914400" rtl="0" eaLnBrk="1" fontAlgn="auto" latinLnBrk="0" hangingPunct="1">
              <a:lnSpc>
                <a:spcPct val="100000"/>
              </a:lnSpc>
              <a:spcBef>
                <a:spcPct val="20000"/>
              </a:spcBef>
              <a:spcAft>
                <a:spcPts val="0"/>
              </a:spcAft>
              <a:buClr>
                <a:schemeClr val="accent1"/>
              </a:buClr>
              <a:buSzPct val="85000"/>
              <a:buFont typeface="Wingdings 2"/>
              <a:buChar char=""/>
              <a:tabLst/>
              <a:defRPr/>
            </a:pPr>
            <a:r>
              <a:rPr kumimoji="0" lang="en-US" sz="2400" b="0" i="0" u="none" strike="noStrike" kern="1200" cap="none" spc="0" normalizeH="0" baseline="0" noProof="0" dirty="0">
                <a:ln>
                  <a:noFill/>
                </a:ln>
                <a:solidFill>
                  <a:schemeClr val="accent1">
                    <a:lumMod val="75000"/>
                  </a:schemeClr>
                </a:solidFill>
                <a:effectLst/>
                <a:uLnTx/>
                <a:uFillTx/>
                <a:latin typeface="+mn-lt"/>
                <a:ea typeface="+mn-ea"/>
                <a:cs typeface="+mn-cs"/>
              </a:rPr>
              <a:t>Requires more space</a:t>
            </a:r>
          </a:p>
          <a:p>
            <a:pPr marL="640080" marR="0" lvl="1" indent="-246888" algn="l" defTabSz="914400" rtl="0" eaLnBrk="1" fontAlgn="auto" latinLnBrk="0" hangingPunct="1">
              <a:lnSpc>
                <a:spcPct val="100000"/>
              </a:lnSpc>
              <a:spcBef>
                <a:spcPct val="20000"/>
              </a:spcBef>
              <a:spcAft>
                <a:spcPts val="0"/>
              </a:spcAft>
              <a:buClr>
                <a:schemeClr val="accent1"/>
              </a:buClr>
              <a:buSzPct val="85000"/>
              <a:buFont typeface="Wingdings 2"/>
              <a:buChar char=""/>
              <a:tabLst/>
              <a:defRPr/>
            </a:pPr>
            <a:r>
              <a:rPr kumimoji="0" lang="en-US" sz="2400" b="0" i="0" u="none" strike="noStrike" kern="1200" cap="none" spc="0" normalizeH="0" baseline="0" noProof="0" dirty="0">
                <a:ln>
                  <a:noFill/>
                </a:ln>
                <a:solidFill>
                  <a:schemeClr val="accent1">
                    <a:lumMod val="75000"/>
                  </a:schemeClr>
                </a:solidFill>
                <a:effectLst/>
                <a:uLnTx/>
                <a:uFillTx/>
                <a:latin typeface="+mn-lt"/>
                <a:ea typeface="+mn-ea"/>
                <a:cs typeface="+mn-cs"/>
              </a:rPr>
              <a:t>List manipulations are slower (because more links must be changed)</a:t>
            </a:r>
          </a:p>
          <a:p>
            <a:pPr marL="640080" marR="0" lvl="1" indent="-246888" algn="l" defTabSz="914400" rtl="0" eaLnBrk="1" fontAlgn="auto" latinLnBrk="0" hangingPunct="1">
              <a:lnSpc>
                <a:spcPct val="100000"/>
              </a:lnSpc>
              <a:spcBef>
                <a:spcPct val="20000"/>
              </a:spcBef>
              <a:spcAft>
                <a:spcPts val="0"/>
              </a:spcAft>
              <a:buClr>
                <a:schemeClr val="accent1"/>
              </a:buClr>
              <a:buSzPct val="85000"/>
              <a:buFont typeface="Wingdings 2"/>
              <a:buChar char=""/>
              <a:tabLst/>
              <a:defRPr/>
            </a:pPr>
            <a:r>
              <a:rPr kumimoji="0" lang="en-US" sz="2400" b="0" i="0" u="none" strike="noStrike" kern="1200" cap="none" spc="0" normalizeH="0" baseline="0" noProof="0" dirty="0">
                <a:ln>
                  <a:noFill/>
                </a:ln>
                <a:solidFill>
                  <a:schemeClr val="accent1">
                    <a:lumMod val="75000"/>
                  </a:schemeClr>
                </a:solidFill>
                <a:effectLst/>
                <a:uLnTx/>
                <a:uFillTx/>
                <a:latin typeface="+mn-lt"/>
                <a:ea typeface="+mn-ea"/>
                <a:cs typeface="+mn-cs"/>
              </a:rPr>
              <a:t>Greater chance of having bugs (because more links must be manipulated)</a:t>
            </a:r>
          </a:p>
        </p:txBody>
      </p:sp>
      <p:sp>
        <p:nvSpPr>
          <p:cNvPr id="7" name="Date Placeholder 6"/>
          <p:cNvSpPr>
            <a:spLocks noGrp="1"/>
          </p:cNvSpPr>
          <p:nvPr>
            <p:ph type="dt" sz="half" idx="10"/>
          </p:nvPr>
        </p:nvSpPr>
        <p:spPr/>
        <p:txBody>
          <a:bodyPr/>
          <a:lstStyle/>
          <a:p>
            <a:fld id="{3525BEB5-0EED-4C25-8C11-AE6944B5AEB2}" type="datetime1">
              <a:rPr lang="en-US" smtClean="0"/>
              <a:t>6/24/2021</a:t>
            </a:fld>
            <a:endParaRPr lang="en-US"/>
          </a:p>
        </p:txBody>
      </p:sp>
      <p:sp>
        <p:nvSpPr>
          <p:cNvPr id="8" name="Slide Number Placeholder 7"/>
          <p:cNvSpPr>
            <a:spLocks noGrp="1"/>
          </p:cNvSpPr>
          <p:nvPr>
            <p:ph type="sldNum" sz="quarter" idx="12"/>
          </p:nvPr>
        </p:nvSpPr>
        <p:spPr/>
        <p:txBody>
          <a:bodyPr/>
          <a:lstStyle/>
          <a:p>
            <a:fld id="{B6F15528-21DE-4FAA-801E-634DDDAF4B2B}" type="slidenum">
              <a:rPr lang="en-US" smtClean="0"/>
              <a:pPr/>
              <a:t>35</a:t>
            </a:fld>
            <a:endParaRPr lang="en-US"/>
          </a:p>
        </p:txBody>
      </p:sp>
      <p:sp>
        <p:nvSpPr>
          <p:cNvPr id="10" name="Footer Placeholder 9"/>
          <p:cNvSpPr>
            <a:spLocks noGrp="1"/>
          </p:cNvSpPr>
          <p:nvPr>
            <p:ph type="ftr" sz="quarter" idx="11"/>
          </p:nvPr>
        </p:nvSpPr>
        <p:spPr/>
        <p:txBody>
          <a:bodyPr/>
          <a:lstStyle/>
          <a:p>
            <a:r>
              <a:rPr lang="en-US"/>
              <a:t>Maheen Islam</a:t>
            </a: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152400"/>
            <a:ext cx="8229600" cy="896112"/>
          </a:xfrm>
        </p:spPr>
        <p:txBody>
          <a:bodyPr>
            <a:normAutofit/>
          </a:bodyPr>
          <a:lstStyle/>
          <a:p>
            <a:pPr algn="ctr"/>
            <a:r>
              <a:rPr lang="en-US" sz="4000" dirty="0"/>
              <a:t>Structure of DLL</a:t>
            </a:r>
          </a:p>
        </p:txBody>
      </p:sp>
      <p:sp>
        <p:nvSpPr>
          <p:cNvPr id="3" name="Content Placeholder 2"/>
          <p:cNvSpPr>
            <a:spLocks noGrp="1"/>
          </p:cNvSpPr>
          <p:nvPr>
            <p:ph idx="1"/>
          </p:nvPr>
        </p:nvSpPr>
        <p:spPr>
          <a:xfrm>
            <a:off x="1371600" y="1905000"/>
            <a:ext cx="7162800" cy="2590800"/>
          </a:xfrm>
        </p:spPr>
        <p:txBody>
          <a:bodyPr>
            <a:normAutofit fontScale="70000" lnSpcReduction="20000"/>
          </a:bodyPr>
          <a:lstStyle/>
          <a:p>
            <a:pPr>
              <a:buNone/>
            </a:pPr>
            <a:r>
              <a:rPr lang="en-US" dirty="0"/>
              <a:t>  </a:t>
            </a:r>
            <a:r>
              <a:rPr lang="en-US" dirty="0" err="1"/>
              <a:t>struct</a:t>
            </a:r>
            <a:r>
              <a:rPr lang="en-US" dirty="0"/>
              <a:t> node</a:t>
            </a:r>
          </a:p>
          <a:p>
            <a:pPr>
              <a:buNone/>
            </a:pPr>
            <a:r>
              <a:rPr lang="en-US" dirty="0"/>
              <a:t>  {</a:t>
            </a:r>
          </a:p>
          <a:p>
            <a:pPr>
              <a:buNone/>
            </a:pPr>
            <a:r>
              <a:rPr lang="en-US" dirty="0"/>
              <a:t>     </a:t>
            </a:r>
            <a:r>
              <a:rPr lang="en-US" dirty="0" err="1"/>
              <a:t>int</a:t>
            </a:r>
            <a:r>
              <a:rPr lang="en-US" dirty="0"/>
              <a:t> data;</a:t>
            </a:r>
          </a:p>
          <a:p>
            <a:pPr>
              <a:buNone/>
            </a:pPr>
            <a:r>
              <a:rPr lang="en-US" dirty="0"/>
              <a:t>     node*next;</a:t>
            </a:r>
          </a:p>
          <a:p>
            <a:pPr>
              <a:buNone/>
            </a:pPr>
            <a:r>
              <a:rPr lang="en-US" dirty="0"/>
              <a:t>     node*previous;   //holds the address of previous node   </a:t>
            </a:r>
          </a:p>
          <a:p>
            <a:pPr>
              <a:buNone/>
            </a:pPr>
            <a:r>
              <a:rPr lang="en-US" dirty="0"/>
              <a:t>  };</a:t>
            </a:r>
          </a:p>
          <a:p>
            <a:pPr>
              <a:buNone/>
            </a:pPr>
            <a:endParaRPr lang="en-US" dirty="0">
              <a:solidFill>
                <a:schemeClr val="accent1">
                  <a:lumMod val="75000"/>
                </a:schemeClr>
              </a:solidFill>
            </a:endParaRPr>
          </a:p>
        </p:txBody>
      </p:sp>
      <p:sp>
        <p:nvSpPr>
          <p:cNvPr id="4" name="Rectangle 4"/>
          <p:cNvSpPr>
            <a:spLocks noChangeArrowheads="1"/>
          </p:cNvSpPr>
          <p:nvPr/>
        </p:nvSpPr>
        <p:spPr bwMode="auto">
          <a:xfrm>
            <a:off x="2057400" y="5562600"/>
            <a:ext cx="3962400" cy="838200"/>
          </a:xfrm>
          <a:prstGeom prst="rect">
            <a:avLst/>
          </a:prstGeom>
          <a:solidFill>
            <a:srgbClr val="FFFF66"/>
          </a:solidFill>
          <a:ln w="38100">
            <a:solidFill>
              <a:schemeClr val="tx1"/>
            </a:solidFill>
            <a:miter lim="800000"/>
            <a:headEnd/>
            <a:tailEnd/>
          </a:ln>
          <a:effectLst/>
        </p:spPr>
        <p:txBody>
          <a:bodyPr wrap="none" anchor="ctr"/>
          <a:lstStyle/>
          <a:p>
            <a:endParaRPr lang="en-US"/>
          </a:p>
        </p:txBody>
      </p:sp>
      <p:sp>
        <p:nvSpPr>
          <p:cNvPr id="5" name="Line 5"/>
          <p:cNvSpPr>
            <a:spLocks noChangeShapeType="1"/>
          </p:cNvSpPr>
          <p:nvPr/>
        </p:nvSpPr>
        <p:spPr bwMode="auto">
          <a:xfrm>
            <a:off x="2971800" y="5562600"/>
            <a:ext cx="0" cy="838200"/>
          </a:xfrm>
          <a:prstGeom prst="line">
            <a:avLst/>
          </a:prstGeom>
          <a:noFill/>
          <a:ln w="38100">
            <a:solidFill>
              <a:schemeClr val="tx1"/>
            </a:solidFill>
            <a:round/>
            <a:headEnd/>
            <a:tailEnd/>
          </a:ln>
          <a:effectLst/>
        </p:spPr>
        <p:txBody>
          <a:bodyPr/>
          <a:lstStyle/>
          <a:p>
            <a:endParaRPr lang="en-US"/>
          </a:p>
        </p:txBody>
      </p:sp>
      <p:sp>
        <p:nvSpPr>
          <p:cNvPr id="6" name="Line 5"/>
          <p:cNvSpPr>
            <a:spLocks noChangeShapeType="1"/>
          </p:cNvSpPr>
          <p:nvPr/>
        </p:nvSpPr>
        <p:spPr bwMode="auto">
          <a:xfrm>
            <a:off x="5029200" y="5562600"/>
            <a:ext cx="0" cy="838200"/>
          </a:xfrm>
          <a:prstGeom prst="line">
            <a:avLst/>
          </a:prstGeom>
          <a:noFill/>
          <a:ln w="38100">
            <a:solidFill>
              <a:schemeClr val="tx1"/>
            </a:solidFill>
            <a:round/>
            <a:headEnd/>
            <a:tailEnd/>
          </a:ln>
          <a:effectLst/>
        </p:spPr>
        <p:txBody>
          <a:bodyPr/>
          <a:lstStyle/>
          <a:p>
            <a:endParaRPr lang="en-US"/>
          </a:p>
        </p:txBody>
      </p:sp>
      <p:sp>
        <p:nvSpPr>
          <p:cNvPr id="7" name="Text Box 9"/>
          <p:cNvSpPr txBox="1">
            <a:spLocks noChangeArrowheads="1"/>
          </p:cNvSpPr>
          <p:nvPr/>
        </p:nvSpPr>
        <p:spPr bwMode="auto">
          <a:xfrm>
            <a:off x="3352800" y="4876800"/>
            <a:ext cx="1143000" cy="457200"/>
          </a:xfrm>
          <a:prstGeom prst="rect">
            <a:avLst/>
          </a:prstGeom>
          <a:noFill/>
          <a:ln w="9525">
            <a:noFill/>
            <a:miter lim="800000"/>
            <a:headEnd/>
            <a:tailEnd/>
          </a:ln>
          <a:effectLst/>
        </p:spPr>
        <p:txBody>
          <a:bodyPr>
            <a:spAutoFit/>
          </a:bodyPr>
          <a:lstStyle/>
          <a:p>
            <a:pPr>
              <a:spcBef>
                <a:spcPct val="50000"/>
              </a:spcBef>
            </a:pPr>
            <a:r>
              <a:rPr lang="en-US" sz="2400" dirty="0">
                <a:solidFill>
                  <a:schemeClr val="bg1"/>
                </a:solidFill>
              </a:rPr>
              <a:t>.</a:t>
            </a:r>
            <a:r>
              <a:rPr lang="en-US" sz="2400" dirty="0">
                <a:solidFill>
                  <a:schemeClr val="accent1">
                    <a:lumMod val="75000"/>
                  </a:schemeClr>
                </a:solidFill>
              </a:rPr>
              <a:t>Data</a:t>
            </a:r>
          </a:p>
        </p:txBody>
      </p:sp>
      <p:sp>
        <p:nvSpPr>
          <p:cNvPr id="8" name="Text Box 9"/>
          <p:cNvSpPr txBox="1">
            <a:spLocks noChangeArrowheads="1"/>
          </p:cNvSpPr>
          <p:nvPr/>
        </p:nvSpPr>
        <p:spPr bwMode="auto">
          <a:xfrm>
            <a:off x="5105400" y="4876800"/>
            <a:ext cx="990600" cy="461665"/>
          </a:xfrm>
          <a:prstGeom prst="rect">
            <a:avLst/>
          </a:prstGeom>
          <a:noFill/>
          <a:ln w="9525">
            <a:noFill/>
            <a:miter lim="800000"/>
            <a:headEnd/>
            <a:tailEnd/>
          </a:ln>
          <a:effectLst/>
        </p:spPr>
        <p:txBody>
          <a:bodyPr wrap="square">
            <a:spAutoFit/>
          </a:bodyPr>
          <a:lstStyle/>
          <a:p>
            <a:pPr>
              <a:spcBef>
                <a:spcPct val="50000"/>
              </a:spcBef>
            </a:pPr>
            <a:r>
              <a:rPr lang="en-US" sz="2400" dirty="0">
                <a:solidFill>
                  <a:schemeClr val="bg1"/>
                </a:solidFill>
              </a:rPr>
              <a:t>.</a:t>
            </a:r>
            <a:r>
              <a:rPr lang="en-US" sz="2400" dirty="0">
                <a:solidFill>
                  <a:schemeClr val="accent1">
                    <a:lumMod val="75000"/>
                  </a:schemeClr>
                </a:solidFill>
              </a:rPr>
              <a:t>next</a:t>
            </a:r>
            <a:endParaRPr lang="en-US" sz="2400" dirty="0">
              <a:solidFill>
                <a:schemeClr val="bg1"/>
              </a:solidFill>
            </a:endParaRPr>
          </a:p>
        </p:txBody>
      </p:sp>
      <p:sp>
        <p:nvSpPr>
          <p:cNvPr id="9" name="Text Box 9"/>
          <p:cNvSpPr txBox="1">
            <a:spLocks noChangeArrowheads="1"/>
          </p:cNvSpPr>
          <p:nvPr/>
        </p:nvSpPr>
        <p:spPr bwMode="auto">
          <a:xfrm>
            <a:off x="1600200" y="4953000"/>
            <a:ext cx="1447800" cy="830997"/>
          </a:xfrm>
          <a:prstGeom prst="rect">
            <a:avLst/>
          </a:prstGeom>
          <a:noFill/>
          <a:ln w="9525">
            <a:noFill/>
            <a:miter lim="800000"/>
            <a:headEnd/>
            <a:tailEnd/>
          </a:ln>
          <a:effectLst/>
        </p:spPr>
        <p:txBody>
          <a:bodyPr wrap="square">
            <a:spAutoFit/>
          </a:bodyPr>
          <a:lstStyle/>
          <a:p>
            <a:pPr>
              <a:spcBef>
                <a:spcPct val="50000"/>
              </a:spcBef>
            </a:pPr>
            <a:r>
              <a:rPr lang="en-US" sz="2400" dirty="0">
                <a:solidFill>
                  <a:schemeClr val="accent1">
                    <a:lumMod val="75000"/>
                  </a:schemeClr>
                </a:solidFill>
              </a:rPr>
              <a:t>previous</a:t>
            </a:r>
            <a:r>
              <a:rPr lang="en-US" sz="2400" dirty="0">
                <a:solidFill>
                  <a:schemeClr val="bg1"/>
                </a:solidFill>
              </a:rPr>
              <a:t>.inf</a:t>
            </a:r>
          </a:p>
        </p:txBody>
      </p:sp>
      <p:sp>
        <p:nvSpPr>
          <p:cNvPr id="10" name="Line 10"/>
          <p:cNvSpPr>
            <a:spLocks noChangeShapeType="1"/>
          </p:cNvSpPr>
          <p:nvPr/>
        </p:nvSpPr>
        <p:spPr bwMode="auto">
          <a:xfrm flipH="1">
            <a:off x="1295400" y="5943600"/>
            <a:ext cx="1066800" cy="0"/>
          </a:xfrm>
          <a:prstGeom prst="line">
            <a:avLst/>
          </a:prstGeom>
          <a:noFill/>
          <a:ln w="76200">
            <a:solidFill>
              <a:srgbClr val="FF0000"/>
            </a:solidFill>
            <a:round/>
            <a:headEnd/>
            <a:tailEnd type="triangle" w="med" len="med"/>
          </a:ln>
          <a:effectLst/>
        </p:spPr>
        <p:txBody>
          <a:bodyPr/>
          <a:lstStyle/>
          <a:p>
            <a:endParaRPr lang="en-US"/>
          </a:p>
        </p:txBody>
      </p:sp>
      <p:sp>
        <p:nvSpPr>
          <p:cNvPr id="11" name="Line 11"/>
          <p:cNvSpPr>
            <a:spLocks noChangeShapeType="1"/>
          </p:cNvSpPr>
          <p:nvPr/>
        </p:nvSpPr>
        <p:spPr bwMode="auto">
          <a:xfrm>
            <a:off x="5715000" y="5943600"/>
            <a:ext cx="1143000" cy="0"/>
          </a:xfrm>
          <a:prstGeom prst="line">
            <a:avLst/>
          </a:prstGeom>
          <a:noFill/>
          <a:ln w="76200">
            <a:solidFill>
              <a:srgbClr val="FF0000"/>
            </a:solidFill>
            <a:round/>
            <a:headEnd/>
            <a:tailEnd type="triangle" w="med" len="med"/>
          </a:ln>
          <a:effectLst/>
        </p:spPr>
        <p:txBody>
          <a:bodyPr/>
          <a:lstStyle/>
          <a:p>
            <a:endParaRPr lang="en-US"/>
          </a:p>
        </p:txBody>
      </p:sp>
      <p:sp>
        <p:nvSpPr>
          <p:cNvPr id="12" name="Date Placeholder 11"/>
          <p:cNvSpPr>
            <a:spLocks noGrp="1"/>
          </p:cNvSpPr>
          <p:nvPr>
            <p:ph type="dt" sz="half" idx="10"/>
          </p:nvPr>
        </p:nvSpPr>
        <p:spPr/>
        <p:txBody>
          <a:bodyPr/>
          <a:lstStyle/>
          <a:p>
            <a:fld id="{2C98E1B6-7606-40EF-93CB-A9F24390F088}" type="datetime1">
              <a:rPr lang="en-US" smtClean="0"/>
              <a:t>6/24/2021</a:t>
            </a:fld>
            <a:endParaRPr lang="en-US"/>
          </a:p>
        </p:txBody>
      </p:sp>
      <p:sp>
        <p:nvSpPr>
          <p:cNvPr id="13" name="Slide Number Placeholder 12"/>
          <p:cNvSpPr>
            <a:spLocks noGrp="1"/>
          </p:cNvSpPr>
          <p:nvPr>
            <p:ph type="sldNum" sz="quarter" idx="12"/>
          </p:nvPr>
        </p:nvSpPr>
        <p:spPr/>
        <p:txBody>
          <a:bodyPr/>
          <a:lstStyle/>
          <a:p>
            <a:fld id="{B6F15528-21DE-4FAA-801E-634DDDAF4B2B}" type="slidenum">
              <a:rPr lang="en-US" smtClean="0"/>
              <a:pPr/>
              <a:t>36</a:t>
            </a:fld>
            <a:endParaRPr lang="en-US"/>
          </a:p>
        </p:txBody>
      </p:sp>
      <p:sp>
        <p:nvSpPr>
          <p:cNvPr id="15" name="Footer Placeholder 14"/>
          <p:cNvSpPr>
            <a:spLocks noGrp="1"/>
          </p:cNvSpPr>
          <p:nvPr>
            <p:ph type="ftr" sz="quarter" idx="11"/>
          </p:nvPr>
        </p:nvSpPr>
        <p:spPr/>
        <p:txBody>
          <a:bodyPr/>
          <a:lstStyle/>
          <a:p>
            <a:r>
              <a:rPr lang="en-US"/>
              <a:t>Maheen Islam</a:t>
            </a: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9"/>
          <p:cNvPicPr>
            <a:picLocks noChangeAspect="1" noChangeArrowheads="1"/>
          </p:cNvPicPr>
          <p:nvPr/>
        </p:nvPicPr>
        <p:blipFill>
          <a:blip r:embed="rId2" cstate="print"/>
          <a:srcRect/>
          <a:stretch>
            <a:fillRect/>
          </a:stretch>
        </p:blipFill>
        <p:spPr bwMode="auto">
          <a:xfrm>
            <a:off x="990600" y="1752600"/>
            <a:ext cx="6400800" cy="1457325"/>
          </a:xfrm>
          <a:prstGeom prst="rect">
            <a:avLst/>
          </a:prstGeom>
          <a:noFill/>
          <a:ln w="9525">
            <a:noFill/>
            <a:miter lim="800000"/>
            <a:headEnd/>
            <a:tailEnd/>
          </a:ln>
        </p:spPr>
      </p:pic>
      <p:pic>
        <p:nvPicPr>
          <p:cNvPr id="5" name="Picture 10"/>
          <p:cNvPicPr>
            <a:picLocks noChangeAspect="1" noChangeArrowheads="1"/>
          </p:cNvPicPr>
          <p:nvPr/>
        </p:nvPicPr>
        <p:blipFill>
          <a:blip r:embed="rId3" cstate="print"/>
          <a:srcRect/>
          <a:stretch>
            <a:fillRect/>
          </a:stretch>
        </p:blipFill>
        <p:spPr bwMode="auto">
          <a:xfrm>
            <a:off x="1143000" y="4343400"/>
            <a:ext cx="6781800" cy="1574800"/>
          </a:xfrm>
          <a:prstGeom prst="rect">
            <a:avLst/>
          </a:prstGeom>
          <a:noFill/>
          <a:ln w="9525">
            <a:noFill/>
            <a:miter lim="800000"/>
            <a:headEnd/>
            <a:tailEnd/>
          </a:ln>
        </p:spPr>
      </p:pic>
      <p:sp>
        <p:nvSpPr>
          <p:cNvPr id="6" name="Title 1"/>
          <p:cNvSpPr>
            <a:spLocks noGrp="1"/>
          </p:cNvSpPr>
          <p:nvPr>
            <p:ph type="title"/>
          </p:nvPr>
        </p:nvSpPr>
        <p:spPr>
          <a:xfrm>
            <a:off x="381000" y="152400"/>
            <a:ext cx="8229600" cy="819912"/>
          </a:xfrm>
        </p:spPr>
        <p:txBody>
          <a:bodyPr>
            <a:normAutofit/>
          </a:bodyPr>
          <a:lstStyle/>
          <a:p>
            <a:pPr algn="ctr"/>
            <a:r>
              <a:rPr lang="en-US" sz="4000" dirty="0"/>
              <a:t>Inserting at Beginning</a:t>
            </a:r>
          </a:p>
        </p:txBody>
      </p:sp>
      <p:sp>
        <p:nvSpPr>
          <p:cNvPr id="7" name="Date Placeholder 6"/>
          <p:cNvSpPr>
            <a:spLocks noGrp="1"/>
          </p:cNvSpPr>
          <p:nvPr>
            <p:ph type="dt" sz="half" idx="10"/>
          </p:nvPr>
        </p:nvSpPr>
        <p:spPr/>
        <p:txBody>
          <a:bodyPr/>
          <a:lstStyle/>
          <a:p>
            <a:fld id="{B9BE1C47-D91B-40EC-9F2D-B40294D60788}" type="datetime1">
              <a:rPr lang="en-US" smtClean="0"/>
              <a:t>6/24/2021</a:t>
            </a:fld>
            <a:endParaRPr lang="en-US"/>
          </a:p>
        </p:txBody>
      </p:sp>
      <p:sp>
        <p:nvSpPr>
          <p:cNvPr id="8" name="Slide Number Placeholder 7"/>
          <p:cNvSpPr>
            <a:spLocks noGrp="1"/>
          </p:cNvSpPr>
          <p:nvPr>
            <p:ph type="sldNum" sz="quarter" idx="12"/>
          </p:nvPr>
        </p:nvSpPr>
        <p:spPr/>
        <p:txBody>
          <a:bodyPr/>
          <a:lstStyle/>
          <a:p>
            <a:fld id="{B6F15528-21DE-4FAA-801E-634DDDAF4B2B}" type="slidenum">
              <a:rPr lang="en-US" smtClean="0"/>
              <a:pPr/>
              <a:t>37</a:t>
            </a:fld>
            <a:endParaRPr lang="en-US"/>
          </a:p>
        </p:txBody>
      </p:sp>
      <p:sp>
        <p:nvSpPr>
          <p:cNvPr id="10" name="Footer Placeholder 9"/>
          <p:cNvSpPr>
            <a:spLocks noGrp="1"/>
          </p:cNvSpPr>
          <p:nvPr>
            <p:ph type="ftr" sz="quarter" idx="11"/>
          </p:nvPr>
        </p:nvSpPr>
        <p:spPr/>
        <p:txBody>
          <a:bodyPr/>
          <a:lstStyle/>
          <a:p>
            <a:r>
              <a:rPr lang="en-US"/>
              <a:t>Maheen Islam</a:t>
            </a:r>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914400" y="1143000"/>
            <a:ext cx="8229600" cy="5715000"/>
          </a:xfrm>
        </p:spPr>
        <p:txBody>
          <a:bodyPr>
            <a:normAutofit fontScale="62500" lnSpcReduction="20000"/>
          </a:bodyPr>
          <a:lstStyle/>
          <a:p>
            <a:pPr>
              <a:buNone/>
            </a:pPr>
            <a:r>
              <a:rPr lang="en-US" dirty="0"/>
              <a:t>void </a:t>
            </a:r>
            <a:r>
              <a:rPr lang="en-US" dirty="0" err="1"/>
              <a:t>insert_beg</a:t>
            </a:r>
            <a:r>
              <a:rPr lang="en-US" dirty="0"/>
              <a:t>(node *p)</a:t>
            </a:r>
          </a:p>
          <a:p>
            <a:pPr>
              <a:buNone/>
            </a:pPr>
            <a:r>
              <a:rPr lang="en-US" dirty="0"/>
              <a:t>{</a:t>
            </a:r>
          </a:p>
          <a:p>
            <a:pPr>
              <a:buNone/>
            </a:pPr>
            <a:r>
              <a:rPr lang="en-US" dirty="0"/>
              <a:t>   if(head==NULL)</a:t>
            </a:r>
          </a:p>
          <a:p>
            <a:pPr>
              <a:buNone/>
            </a:pPr>
            <a:r>
              <a:rPr lang="en-US" dirty="0"/>
              <a:t>   {</a:t>
            </a:r>
          </a:p>
          <a:p>
            <a:pPr>
              <a:buNone/>
            </a:pPr>
            <a:r>
              <a:rPr lang="en-US" dirty="0"/>
              <a:t>     head=p;</a:t>
            </a:r>
          </a:p>
          <a:p>
            <a:pPr>
              <a:buNone/>
            </a:pPr>
            <a:r>
              <a:rPr lang="en-US" dirty="0"/>
              <a:t>     </a:t>
            </a:r>
          </a:p>
          <a:p>
            <a:pPr>
              <a:buNone/>
            </a:pPr>
            <a:r>
              <a:rPr lang="en-US" dirty="0"/>
              <a:t>   }</a:t>
            </a:r>
          </a:p>
          <a:p>
            <a:pPr>
              <a:buNone/>
            </a:pPr>
            <a:r>
              <a:rPr lang="en-US" dirty="0"/>
              <a:t>   else</a:t>
            </a:r>
          </a:p>
          <a:p>
            <a:pPr>
              <a:buNone/>
            </a:pPr>
            <a:r>
              <a:rPr lang="en-US" dirty="0"/>
              <a:t>   {</a:t>
            </a:r>
          </a:p>
          <a:p>
            <a:pPr>
              <a:buNone/>
            </a:pPr>
            <a:r>
              <a:rPr lang="en-US" dirty="0"/>
              <a:t>   node* temp=head;</a:t>
            </a:r>
          </a:p>
          <a:p>
            <a:pPr>
              <a:buNone/>
            </a:pPr>
            <a:r>
              <a:rPr lang="en-US" dirty="0"/>
              <a:t>   head=p;</a:t>
            </a:r>
          </a:p>
          <a:p>
            <a:pPr>
              <a:buNone/>
            </a:pPr>
            <a:r>
              <a:rPr lang="en-US" dirty="0"/>
              <a:t>   temp-&gt;previous=p;    //making 1</a:t>
            </a:r>
            <a:r>
              <a:rPr lang="en-US" baseline="30000" dirty="0"/>
              <a:t>st</a:t>
            </a:r>
            <a:r>
              <a:rPr lang="en-US" dirty="0"/>
              <a:t> node’s previous point to the new node</a:t>
            </a:r>
          </a:p>
          <a:p>
            <a:pPr>
              <a:buNone/>
            </a:pPr>
            <a:r>
              <a:rPr lang="en-US" dirty="0"/>
              <a:t>   p-&gt;next=temp;          //making next of the new node point to the 1st node</a:t>
            </a:r>
          </a:p>
          <a:p>
            <a:pPr>
              <a:buNone/>
            </a:pPr>
            <a:r>
              <a:rPr lang="en-US" dirty="0"/>
              <a:t>   </a:t>
            </a:r>
          </a:p>
          <a:p>
            <a:pPr>
              <a:buNone/>
            </a:pPr>
            <a:r>
              <a:rPr lang="en-US" dirty="0"/>
              <a:t>   }</a:t>
            </a:r>
          </a:p>
          <a:p>
            <a:endParaRPr lang="en-US" dirty="0"/>
          </a:p>
        </p:txBody>
      </p:sp>
      <p:sp>
        <p:nvSpPr>
          <p:cNvPr id="4" name="Title 1"/>
          <p:cNvSpPr>
            <a:spLocks noGrp="1"/>
          </p:cNvSpPr>
          <p:nvPr>
            <p:ph type="title"/>
          </p:nvPr>
        </p:nvSpPr>
        <p:spPr>
          <a:xfrm>
            <a:off x="381000" y="152400"/>
            <a:ext cx="8229600" cy="819912"/>
          </a:xfrm>
        </p:spPr>
        <p:txBody>
          <a:bodyPr>
            <a:normAutofit/>
          </a:bodyPr>
          <a:lstStyle/>
          <a:p>
            <a:pPr algn="ctr"/>
            <a:r>
              <a:rPr lang="en-US" sz="4000" dirty="0"/>
              <a:t>Inserting at Beginning</a:t>
            </a:r>
          </a:p>
        </p:txBody>
      </p:sp>
      <p:sp>
        <p:nvSpPr>
          <p:cNvPr id="5" name="Date Placeholder 4"/>
          <p:cNvSpPr>
            <a:spLocks noGrp="1"/>
          </p:cNvSpPr>
          <p:nvPr>
            <p:ph type="dt" sz="half" idx="10"/>
          </p:nvPr>
        </p:nvSpPr>
        <p:spPr/>
        <p:txBody>
          <a:bodyPr/>
          <a:lstStyle/>
          <a:p>
            <a:fld id="{6E9C2E53-E285-46D0-B693-615A0508A36F}" type="datetime1">
              <a:rPr lang="en-US" smtClean="0"/>
              <a:t>6/24/2021</a:t>
            </a:fld>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38</a:t>
            </a:fld>
            <a:endParaRPr lang="en-US"/>
          </a:p>
        </p:txBody>
      </p:sp>
      <p:sp>
        <p:nvSpPr>
          <p:cNvPr id="8" name="Footer Placeholder 7"/>
          <p:cNvSpPr>
            <a:spLocks noGrp="1"/>
          </p:cNvSpPr>
          <p:nvPr>
            <p:ph type="ftr" sz="quarter" idx="11"/>
          </p:nvPr>
        </p:nvSpPr>
        <p:spPr/>
        <p:txBody>
          <a:bodyPr/>
          <a:lstStyle/>
          <a:p>
            <a:r>
              <a:rPr lang="en-US"/>
              <a:t>Maheen Islam</a:t>
            </a:r>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20"/>
          <p:cNvPicPr>
            <a:picLocks noChangeAspect="1" noChangeArrowheads="1"/>
          </p:cNvPicPr>
          <p:nvPr/>
        </p:nvPicPr>
        <p:blipFill>
          <a:blip r:embed="rId2" cstate="print"/>
          <a:srcRect/>
          <a:stretch>
            <a:fillRect/>
          </a:stretch>
        </p:blipFill>
        <p:spPr bwMode="auto">
          <a:xfrm>
            <a:off x="533400" y="1981200"/>
            <a:ext cx="7848600" cy="1828800"/>
          </a:xfrm>
          <a:prstGeom prst="rect">
            <a:avLst/>
          </a:prstGeom>
          <a:noFill/>
          <a:ln w="9525">
            <a:noFill/>
            <a:miter lim="800000"/>
            <a:headEnd/>
            <a:tailEnd/>
          </a:ln>
        </p:spPr>
      </p:pic>
      <p:grpSp>
        <p:nvGrpSpPr>
          <p:cNvPr id="2" name="Group 22"/>
          <p:cNvGrpSpPr>
            <a:grpSpLocks/>
          </p:cNvGrpSpPr>
          <p:nvPr/>
        </p:nvGrpSpPr>
        <p:grpSpPr bwMode="auto">
          <a:xfrm>
            <a:off x="838200" y="4648200"/>
            <a:ext cx="7391400" cy="1751013"/>
            <a:chOff x="2200" y="2931"/>
            <a:chExt cx="3084" cy="1103"/>
          </a:xfrm>
        </p:grpSpPr>
        <p:pic>
          <p:nvPicPr>
            <p:cNvPr id="6" name="Picture 18"/>
            <p:cNvPicPr>
              <a:picLocks noChangeAspect="1" noChangeArrowheads="1"/>
            </p:cNvPicPr>
            <p:nvPr/>
          </p:nvPicPr>
          <p:blipFill>
            <a:blip r:embed="rId3" cstate="print"/>
            <a:srcRect/>
            <a:stretch>
              <a:fillRect/>
            </a:stretch>
          </p:blipFill>
          <p:spPr bwMode="auto">
            <a:xfrm>
              <a:off x="2200" y="2931"/>
              <a:ext cx="3084" cy="1103"/>
            </a:xfrm>
            <a:prstGeom prst="rect">
              <a:avLst/>
            </a:prstGeom>
            <a:noFill/>
            <a:ln w="9525">
              <a:noFill/>
              <a:miter lim="800000"/>
              <a:headEnd/>
              <a:tailEnd/>
            </a:ln>
          </p:spPr>
        </p:pic>
        <p:pic>
          <p:nvPicPr>
            <p:cNvPr id="7" name="Picture 21"/>
            <p:cNvPicPr>
              <a:picLocks noChangeAspect="1" noChangeArrowheads="1"/>
            </p:cNvPicPr>
            <p:nvPr/>
          </p:nvPicPr>
          <p:blipFill>
            <a:blip r:embed="rId4" cstate="print"/>
            <a:srcRect/>
            <a:stretch>
              <a:fillRect/>
            </a:stretch>
          </p:blipFill>
          <p:spPr bwMode="auto">
            <a:xfrm>
              <a:off x="4740" y="2976"/>
              <a:ext cx="204" cy="168"/>
            </a:xfrm>
            <a:prstGeom prst="rect">
              <a:avLst/>
            </a:prstGeom>
            <a:noFill/>
            <a:ln w="9525">
              <a:noFill/>
              <a:miter lim="800000"/>
              <a:headEnd/>
              <a:tailEnd/>
            </a:ln>
          </p:spPr>
        </p:pic>
      </p:grpSp>
      <p:sp>
        <p:nvSpPr>
          <p:cNvPr id="8" name="Title 1"/>
          <p:cNvSpPr>
            <a:spLocks noGrp="1"/>
          </p:cNvSpPr>
          <p:nvPr>
            <p:ph type="title"/>
          </p:nvPr>
        </p:nvSpPr>
        <p:spPr>
          <a:xfrm>
            <a:off x="304800" y="152400"/>
            <a:ext cx="8229600" cy="743712"/>
          </a:xfrm>
        </p:spPr>
        <p:txBody>
          <a:bodyPr>
            <a:normAutofit fontScale="90000"/>
          </a:bodyPr>
          <a:lstStyle/>
          <a:p>
            <a:pPr algn="ctr"/>
            <a:r>
              <a:rPr lang="en-US" dirty="0"/>
              <a:t>Inserting at the End</a:t>
            </a:r>
          </a:p>
        </p:txBody>
      </p:sp>
      <p:sp>
        <p:nvSpPr>
          <p:cNvPr id="9" name="Date Placeholder 8"/>
          <p:cNvSpPr>
            <a:spLocks noGrp="1"/>
          </p:cNvSpPr>
          <p:nvPr>
            <p:ph type="dt" sz="half" idx="10"/>
          </p:nvPr>
        </p:nvSpPr>
        <p:spPr/>
        <p:txBody>
          <a:bodyPr/>
          <a:lstStyle/>
          <a:p>
            <a:fld id="{3F8023A3-3425-45D5-AD17-EE0EDBC2EB07}" type="datetime1">
              <a:rPr lang="en-US" smtClean="0"/>
              <a:t>6/24/2021</a:t>
            </a:fld>
            <a:endParaRPr lang="en-US"/>
          </a:p>
        </p:txBody>
      </p:sp>
      <p:sp>
        <p:nvSpPr>
          <p:cNvPr id="10" name="Slide Number Placeholder 9"/>
          <p:cNvSpPr>
            <a:spLocks noGrp="1"/>
          </p:cNvSpPr>
          <p:nvPr>
            <p:ph type="sldNum" sz="quarter" idx="12"/>
          </p:nvPr>
        </p:nvSpPr>
        <p:spPr/>
        <p:txBody>
          <a:bodyPr/>
          <a:lstStyle/>
          <a:p>
            <a:fld id="{B6F15528-21DE-4FAA-801E-634DDDAF4B2B}" type="slidenum">
              <a:rPr lang="en-US" smtClean="0"/>
              <a:pPr/>
              <a:t>39</a:t>
            </a:fld>
            <a:endParaRPr lang="en-US"/>
          </a:p>
        </p:txBody>
      </p:sp>
      <p:sp>
        <p:nvSpPr>
          <p:cNvPr id="12" name="Footer Placeholder 11"/>
          <p:cNvSpPr>
            <a:spLocks noGrp="1"/>
          </p:cNvSpPr>
          <p:nvPr>
            <p:ph type="ftr" sz="quarter" idx="11"/>
          </p:nvPr>
        </p:nvSpPr>
        <p:spPr/>
        <p:txBody>
          <a:bodyPr/>
          <a:lstStyle/>
          <a:p>
            <a:r>
              <a:rPr lang="en-US"/>
              <a:t>Maheen Islam</a:t>
            </a:r>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143000" y="990600"/>
            <a:ext cx="7543800" cy="5715000"/>
          </a:xfrm>
        </p:spPr>
        <p:txBody>
          <a:bodyPr>
            <a:normAutofit fontScale="55000" lnSpcReduction="20000"/>
          </a:bodyPr>
          <a:lstStyle/>
          <a:p>
            <a:pPr>
              <a:buNone/>
            </a:pPr>
            <a:r>
              <a:rPr lang="en-US" dirty="0"/>
              <a:t>void </a:t>
            </a:r>
            <a:r>
              <a:rPr lang="en-US" dirty="0" err="1"/>
              <a:t>insert_end</a:t>
            </a:r>
            <a:r>
              <a:rPr lang="en-US" dirty="0"/>
              <a:t>(node* p)</a:t>
            </a:r>
          </a:p>
          <a:p>
            <a:pPr>
              <a:buNone/>
            </a:pPr>
            <a:r>
              <a:rPr lang="en-US" dirty="0"/>
              <a:t>{</a:t>
            </a:r>
          </a:p>
          <a:p>
            <a:pPr>
              <a:buNone/>
            </a:pPr>
            <a:r>
              <a:rPr lang="en-US" dirty="0"/>
              <a:t>     if(head==NULL)</a:t>
            </a:r>
          </a:p>
          <a:p>
            <a:pPr>
              <a:buNone/>
            </a:pPr>
            <a:r>
              <a:rPr lang="en-US" dirty="0"/>
              <a:t>     {</a:t>
            </a:r>
          </a:p>
          <a:p>
            <a:pPr>
              <a:buNone/>
            </a:pPr>
            <a:r>
              <a:rPr lang="en-US" dirty="0"/>
              <a:t>     head=p;</a:t>
            </a:r>
          </a:p>
          <a:p>
            <a:pPr>
              <a:buNone/>
            </a:pPr>
            <a:r>
              <a:rPr lang="en-US" dirty="0"/>
              <a:t>     </a:t>
            </a:r>
          </a:p>
          <a:p>
            <a:pPr>
              <a:buNone/>
            </a:pPr>
            <a:r>
              <a:rPr lang="en-US" dirty="0"/>
              <a:t>     }</a:t>
            </a:r>
          </a:p>
          <a:p>
            <a:pPr>
              <a:buNone/>
            </a:pPr>
            <a:r>
              <a:rPr lang="en-US" dirty="0"/>
              <a:t>     else</a:t>
            </a:r>
          </a:p>
          <a:p>
            <a:pPr>
              <a:buNone/>
            </a:pPr>
            <a:r>
              <a:rPr lang="en-US" dirty="0"/>
              <a:t>     {</a:t>
            </a:r>
          </a:p>
          <a:p>
            <a:pPr>
              <a:buNone/>
            </a:pPr>
            <a:r>
              <a:rPr lang="en-US" dirty="0"/>
              <a:t>      node* temp=head;</a:t>
            </a:r>
          </a:p>
          <a:p>
            <a:pPr>
              <a:buNone/>
            </a:pPr>
            <a:r>
              <a:rPr lang="en-US" dirty="0"/>
              <a:t>	   while(temp-&gt;next!=NULL)</a:t>
            </a:r>
          </a:p>
          <a:p>
            <a:pPr>
              <a:buNone/>
            </a:pPr>
            <a:r>
              <a:rPr lang="en-US" dirty="0"/>
              <a:t>	   {</a:t>
            </a:r>
          </a:p>
          <a:p>
            <a:pPr>
              <a:buNone/>
            </a:pPr>
            <a:r>
              <a:rPr lang="en-US" dirty="0"/>
              <a:t>	   temp=temp-&gt;next;</a:t>
            </a:r>
          </a:p>
          <a:p>
            <a:pPr>
              <a:buNone/>
            </a:pPr>
            <a:r>
              <a:rPr lang="en-US" dirty="0"/>
              <a:t>	   }</a:t>
            </a:r>
          </a:p>
          <a:p>
            <a:pPr>
              <a:buNone/>
            </a:pPr>
            <a:r>
              <a:rPr lang="en-US" dirty="0"/>
              <a:t>      temp-&gt;next=p;</a:t>
            </a:r>
          </a:p>
          <a:p>
            <a:pPr>
              <a:buNone/>
            </a:pPr>
            <a:r>
              <a:rPr lang="en-US" dirty="0"/>
              <a:t>      p-&gt;previous=temp;</a:t>
            </a:r>
          </a:p>
          <a:p>
            <a:pPr>
              <a:buNone/>
            </a:pPr>
            <a:r>
              <a:rPr lang="en-US" dirty="0"/>
              <a:t>      </a:t>
            </a:r>
          </a:p>
          <a:p>
            <a:pPr>
              <a:buNone/>
            </a:pPr>
            <a:r>
              <a:rPr lang="en-US" dirty="0"/>
              <a:t>     }</a:t>
            </a:r>
          </a:p>
          <a:p>
            <a:pPr>
              <a:buNone/>
            </a:pPr>
            <a:r>
              <a:rPr lang="en-US" dirty="0"/>
              <a:t>}</a:t>
            </a:r>
          </a:p>
          <a:p>
            <a:endParaRPr lang="en-US" dirty="0"/>
          </a:p>
        </p:txBody>
      </p:sp>
      <p:sp>
        <p:nvSpPr>
          <p:cNvPr id="4" name="Title 1"/>
          <p:cNvSpPr>
            <a:spLocks noGrp="1"/>
          </p:cNvSpPr>
          <p:nvPr>
            <p:ph type="title"/>
          </p:nvPr>
        </p:nvSpPr>
        <p:spPr>
          <a:xfrm>
            <a:off x="304800" y="0"/>
            <a:ext cx="8229600" cy="743712"/>
          </a:xfrm>
        </p:spPr>
        <p:txBody>
          <a:bodyPr>
            <a:normAutofit fontScale="90000"/>
          </a:bodyPr>
          <a:lstStyle/>
          <a:p>
            <a:pPr algn="ctr"/>
            <a:r>
              <a:rPr lang="en-US" dirty="0"/>
              <a:t>Inserting at the End</a:t>
            </a:r>
          </a:p>
        </p:txBody>
      </p:sp>
      <p:sp>
        <p:nvSpPr>
          <p:cNvPr id="5" name="Date Placeholder 4"/>
          <p:cNvSpPr>
            <a:spLocks noGrp="1"/>
          </p:cNvSpPr>
          <p:nvPr>
            <p:ph type="dt" sz="half" idx="10"/>
          </p:nvPr>
        </p:nvSpPr>
        <p:spPr/>
        <p:txBody>
          <a:bodyPr/>
          <a:lstStyle/>
          <a:p>
            <a:fld id="{BC4E1E8E-C448-4A64-8F73-1C71E0D8B8F3}" type="datetime1">
              <a:rPr lang="en-US" smtClean="0"/>
              <a:t>6/24/2021</a:t>
            </a:fld>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40</a:t>
            </a:fld>
            <a:endParaRPr lang="en-US"/>
          </a:p>
        </p:txBody>
      </p:sp>
      <p:sp>
        <p:nvSpPr>
          <p:cNvPr id="8" name="Footer Placeholder 7"/>
          <p:cNvSpPr>
            <a:spLocks noGrp="1"/>
          </p:cNvSpPr>
          <p:nvPr>
            <p:ph type="ftr" sz="quarter" idx="11"/>
          </p:nvPr>
        </p:nvSpPr>
        <p:spPr/>
        <p:txBody>
          <a:bodyPr/>
          <a:lstStyle/>
          <a:p>
            <a:r>
              <a:rPr lang="en-US"/>
              <a:t>Maheen Islam</a:t>
            </a:r>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descr="dl3.png"/>
          <p:cNvPicPr>
            <a:picLocks noChangeAspect="1"/>
          </p:cNvPicPr>
          <p:nvPr/>
        </p:nvPicPr>
        <p:blipFill>
          <a:blip r:embed="rId2" cstate="print"/>
          <a:stretch>
            <a:fillRect/>
          </a:stretch>
        </p:blipFill>
        <p:spPr>
          <a:xfrm>
            <a:off x="685800" y="1371600"/>
            <a:ext cx="6906589" cy="1428950"/>
          </a:xfrm>
          <a:prstGeom prst="rect">
            <a:avLst/>
          </a:prstGeom>
        </p:spPr>
      </p:pic>
      <p:sp>
        <p:nvSpPr>
          <p:cNvPr id="7" name="TextBox 6"/>
          <p:cNvSpPr txBox="1"/>
          <p:nvPr/>
        </p:nvSpPr>
        <p:spPr>
          <a:xfrm>
            <a:off x="1371600" y="2971800"/>
            <a:ext cx="6172200" cy="707886"/>
          </a:xfrm>
          <a:prstGeom prst="rect">
            <a:avLst/>
          </a:prstGeom>
          <a:noFill/>
        </p:spPr>
        <p:txBody>
          <a:bodyPr wrap="square" rtlCol="0">
            <a:spAutoFit/>
          </a:bodyPr>
          <a:lstStyle/>
          <a:p>
            <a:r>
              <a:rPr lang="en-US" sz="2000" dirty="0">
                <a:solidFill>
                  <a:srgbClr val="FF0000"/>
                </a:solidFill>
              </a:rPr>
              <a:t>Making next and previous pointer of the node to be inserted point accordingly</a:t>
            </a:r>
          </a:p>
        </p:txBody>
      </p:sp>
      <p:pic>
        <p:nvPicPr>
          <p:cNvPr id="8" name="Picture 8"/>
          <p:cNvPicPr>
            <a:picLocks noChangeAspect="1" noChangeArrowheads="1"/>
          </p:cNvPicPr>
          <p:nvPr/>
        </p:nvPicPr>
        <p:blipFill>
          <a:blip r:embed="rId3" cstate="print"/>
          <a:srcRect/>
          <a:stretch>
            <a:fillRect/>
          </a:stretch>
        </p:blipFill>
        <p:spPr bwMode="auto">
          <a:xfrm>
            <a:off x="1219200" y="3886200"/>
            <a:ext cx="6781800" cy="1479550"/>
          </a:xfrm>
          <a:prstGeom prst="rect">
            <a:avLst/>
          </a:prstGeom>
          <a:noFill/>
          <a:ln w="9525">
            <a:noFill/>
            <a:miter lim="800000"/>
            <a:headEnd/>
            <a:tailEnd/>
          </a:ln>
        </p:spPr>
      </p:pic>
      <p:sp>
        <p:nvSpPr>
          <p:cNvPr id="9" name="TextBox 8"/>
          <p:cNvSpPr txBox="1"/>
          <p:nvPr/>
        </p:nvSpPr>
        <p:spPr>
          <a:xfrm>
            <a:off x="1371600" y="5791200"/>
            <a:ext cx="6553200" cy="646331"/>
          </a:xfrm>
          <a:prstGeom prst="rect">
            <a:avLst/>
          </a:prstGeom>
          <a:noFill/>
        </p:spPr>
        <p:txBody>
          <a:bodyPr wrap="square" rtlCol="0">
            <a:spAutoFit/>
          </a:bodyPr>
          <a:lstStyle/>
          <a:p>
            <a:r>
              <a:rPr lang="en-US" dirty="0">
                <a:solidFill>
                  <a:srgbClr val="FF0000"/>
                </a:solidFill>
              </a:rPr>
              <a:t>Adjusting the next and previous pointers of the nodes b/w which the new node accordingly</a:t>
            </a:r>
          </a:p>
        </p:txBody>
      </p:sp>
      <p:sp>
        <p:nvSpPr>
          <p:cNvPr id="10" name="Title 1"/>
          <p:cNvSpPr>
            <a:spLocks noGrp="1"/>
          </p:cNvSpPr>
          <p:nvPr>
            <p:ph type="title"/>
          </p:nvPr>
        </p:nvSpPr>
        <p:spPr>
          <a:xfrm>
            <a:off x="304800" y="76200"/>
            <a:ext cx="8229600" cy="762000"/>
          </a:xfrm>
        </p:spPr>
        <p:txBody>
          <a:bodyPr>
            <a:normAutofit/>
          </a:bodyPr>
          <a:lstStyle/>
          <a:p>
            <a:pPr algn="ctr"/>
            <a:r>
              <a:rPr lang="en-US" sz="4000" dirty="0"/>
              <a:t>Inserting After a Node</a:t>
            </a:r>
          </a:p>
        </p:txBody>
      </p:sp>
      <p:sp>
        <p:nvSpPr>
          <p:cNvPr id="11" name="Date Placeholder 10"/>
          <p:cNvSpPr>
            <a:spLocks noGrp="1"/>
          </p:cNvSpPr>
          <p:nvPr>
            <p:ph type="dt" sz="half" idx="10"/>
          </p:nvPr>
        </p:nvSpPr>
        <p:spPr/>
        <p:txBody>
          <a:bodyPr/>
          <a:lstStyle/>
          <a:p>
            <a:fld id="{C3C8FB09-4848-48F1-8A86-90681F094522}" type="datetime1">
              <a:rPr lang="en-US" smtClean="0"/>
              <a:t>6/24/2021</a:t>
            </a:fld>
            <a:endParaRPr lang="en-US"/>
          </a:p>
        </p:txBody>
      </p:sp>
      <p:sp>
        <p:nvSpPr>
          <p:cNvPr id="12" name="Slide Number Placeholder 11"/>
          <p:cNvSpPr>
            <a:spLocks noGrp="1"/>
          </p:cNvSpPr>
          <p:nvPr>
            <p:ph type="sldNum" sz="quarter" idx="12"/>
          </p:nvPr>
        </p:nvSpPr>
        <p:spPr/>
        <p:txBody>
          <a:bodyPr/>
          <a:lstStyle/>
          <a:p>
            <a:fld id="{B6F15528-21DE-4FAA-801E-634DDDAF4B2B}" type="slidenum">
              <a:rPr lang="en-US" smtClean="0"/>
              <a:pPr/>
              <a:t>41</a:t>
            </a:fld>
            <a:endParaRPr lang="en-US"/>
          </a:p>
        </p:txBody>
      </p:sp>
      <p:sp>
        <p:nvSpPr>
          <p:cNvPr id="14" name="Footer Placeholder 13"/>
          <p:cNvSpPr>
            <a:spLocks noGrp="1"/>
          </p:cNvSpPr>
          <p:nvPr>
            <p:ph type="ftr" sz="quarter" idx="11"/>
          </p:nvPr>
        </p:nvSpPr>
        <p:spPr/>
        <p:txBody>
          <a:bodyPr/>
          <a:lstStyle/>
          <a:p>
            <a:r>
              <a:rPr lang="en-US"/>
              <a:t>Maheen Islam</a:t>
            </a:r>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066800" y="1447800"/>
            <a:ext cx="7620000" cy="4800600"/>
          </a:xfrm>
        </p:spPr>
        <p:txBody>
          <a:bodyPr>
            <a:normAutofit fontScale="70000" lnSpcReduction="20000"/>
          </a:bodyPr>
          <a:lstStyle/>
          <a:p>
            <a:pPr>
              <a:buNone/>
            </a:pPr>
            <a:r>
              <a:rPr lang="en-US" dirty="0"/>
              <a:t>void </a:t>
            </a:r>
            <a:r>
              <a:rPr lang="en-US" dirty="0" err="1"/>
              <a:t>insert_after</a:t>
            </a:r>
            <a:r>
              <a:rPr lang="en-US" dirty="0"/>
              <a:t>(</a:t>
            </a:r>
            <a:r>
              <a:rPr lang="en-US" dirty="0" err="1"/>
              <a:t>int</a:t>
            </a:r>
            <a:r>
              <a:rPr lang="en-US" dirty="0"/>
              <a:t> </a:t>
            </a:r>
            <a:r>
              <a:rPr lang="en-US" dirty="0" err="1"/>
              <a:t>c,node</a:t>
            </a:r>
            <a:r>
              <a:rPr lang="en-US" dirty="0"/>
              <a:t>* p)</a:t>
            </a:r>
          </a:p>
          <a:p>
            <a:pPr>
              <a:buNone/>
            </a:pPr>
            <a:r>
              <a:rPr lang="en-US" dirty="0"/>
              <a:t>{</a:t>
            </a:r>
          </a:p>
          <a:p>
            <a:pPr>
              <a:buNone/>
            </a:pPr>
            <a:r>
              <a:rPr lang="en-US" dirty="0"/>
              <a:t>     temp=head;</a:t>
            </a:r>
          </a:p>
          <a:p>
            <a:pPr>
              <a:buNone/>
            </a:pPr>
            <a:r>
              <a:rPr lang="en-US" dirty="0"/>
              <a:t>     for(</a:t>
            </a:r>
            <a:r>
              <a:rPr lang="en-US" dirty="0" err="1"/>
              <a:t>int</a:t>
            </a:r>
            <a:r>
              <a:rPr lang="en-US" dirty="0"/>
              <a:t> </a:t>
            </a:r>
            <a:r>
              <a:rPr lang="en-US" dirty="0" err="1"/>
              <a:t>i</a:t>
            </a:r>
            <a:r>
              <a:rPr lang="en-US" dirty="0"/>
              <a:t>=1;i&lt;c-1;i++)</a:t>
            </a:r>
          </a:p>
          <a:p>
            <a:pPr>
              <a:buNone/>
            </a:pPr>
            <a:r>
              <a:rPr lang="en-US" dirty="0"/>
              <a:t>     {</a:t>
            </a:r>
          </a:p>
          <a:p>
            <a:pPr>
              <a:buNone/>
            </a:pPr>
            <a:r>
              <a:rPr lang="en-US" dirty="0"/>
              <a:t>    temp1 = temp;</a:t>
            </a:r>
          </a:p>
          <a:p>
            <a:pPr>
              <a:buNone/>
            </a:pPr>
            <a:r>
              <a:rPr lang="en-US" dirty="0"/>
              <a:t>     temp=temp-&gt;next;</a:t>
            </a:r>
          </a:p>
          <a:p>
            <a:pPr>
              <a:buNone/>
            </a:pPr>
            <a:r>
              <a:rPr lang="en-US" dirty="0"/>
              <a:t>     }</a:t>
            </a:r>
          </a:p>
          <a:p>
            <a:pPr>
              <a:buNone/>
            </a:pPr>
            <a:r>
              <a:rPr lang="en-US" dirty="0"/>
              <a:t>     p-&gt;next=temp;   </a:t>
            </a:r>
          </a:p>
          <a:p>
            <a:pPr>
              <a:buNone/>
            </a:pPr>
            <a:r>
              <a:rPr lang="en-US" dirty="0"/>
              <a:t>     temp-&gt;previous=p;</a:t>
            </a:r>
          </a:p>
          <a:p>
            <a:pPr>
              <a:buNone/>
            </a:pPr>
            <a:r>
              <a:rPr lang="en-US" dirty="0"/>
              <a:t>     temp1-&gt;next=p;</a:t>
            </a:r>
          </a:p>
          <a:p>
            <a:pPr>
              <a:buNone/>
            </a:pPr>
            <a:r>
              <a:rPr lang="en-US" dirty="0"/>
              <a:t>     p-&gt;previous=temp1;</a:t>
            </a:r>
          </a:p>
          <a:p>
            <a:pPr>
              <a:buNone/>
            </a:pPr>
            <a:r>
              <a:rPr lang="en-US" dirty="0"/>
              <a:t>}</a:t>
            </a:r>
          </a:p>
          <a:p>
            <a:endParaRPr lang="en-US" dirty="0"/>
          </a:p>
        </p:txBody>
      </p:sp>
      <p:sp>
        <p:nvSpPr>
          <p:cNvPr id="4" name="Title 1"/>
          <p:cNvSpPr>
            <a:spLocks noGrp="1"/>
          </p:cNvSpPr>
          <p:nvPr>
            <p:ph type="title"/>
          </p:nvPr>
        </p:nvSpPr>
        <p:spPr>
          <a:xfrm>
            <a:off x="304800" y="76200"/>
            <a:ext cx="8229600" cy="762000"/>
          </a:xfrm>
        </p:spPr>
        <p:txBody>
          <a:bodyPr>
            <a:normAutofit/>
          </a:bodyPr>
          <a:lstStyle/>
          <a:p>
            <a:pPr algn="ctr"/>
            <a:r>
              <a:rPr lang="en-US" sz="4000" dirty="0"/>
              <a:t>Inserting After a Node</a:t>
            </a:r>
          </a:p>
        </p:txBody>
      </p:sp>
      <p:sp>
        <p:nvSpPr>
          <p:cNvPr id="5" name="Date Placeholder 4"/>
          <p:cNvSpPr>
            <a:spLocks noGrp="1"/>
          </p:cNvSpPr>
          <p:nvPr>
            <p:ph type="dt" sz="half" idx="10"/>
          </p:nvPr>
        </p:nvSpPr>
        <p:spPr/>
        <p:txBody>
          <a:bodyPr/>
          <a:lstStyle/>
          <a:p>
            <a:fld id="{EC443055-5F0C-42C6-A509-DC4B7F780BE7}" type="datetime1">
              <a:rPr lang="en-US" smtClean="0"/>
              <a:t>6/24/2021</a:t>
            </a:fld>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42</a:t>
            </a:fld>
            <a:endParaRPr lang="en-US"/>
          </a:p>
        </p:txBody>
      </p:sp>
      <p:sp>
        <p:nvSpPr>
          <p:cNvPr id="8" name="Footer Placeholder 7"/>
          <p:cNvSpPr>
            <a:spLocks noGrp="1"/>
          </p:cNvSpPr>
          <p:nvPr>
            <p:ph type="ftr" sz="quarter" idx="11"/>
          </p:nvPr>
        </p:nvSpPr>
        <p:spPr/>
        <p:txBody>
          <a:bodyPr/>
          <a:lstStyle/>
          <a:p>
            <a:r>
              <a:rPr lang="en-US"/>
              <a:t>Maheen Islam</a:t>
            </a:r>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152400"/>
            <a:ext cx="8229600" cy="762000"/>
          </a:xfrm>
        </p:spPr>
        <p:txBody>
          <a:bodyPr>
            <a:normAutofit/>
          </a:bodyPr>
          <a:lstStyle/>
          <a:p>
            <a:pPr algn="ctr"/>
            <a:r>
              <a:rPr lang="en-US" sz="4000" dirty="0"/>
              <a:t>Deleting a Node</a:t>
            </a:r>
          </a:p>
        </p:txBody>
      </p:sp>
      <p:sp>
        <p:nvSpPr>
          <p:cNvPr id="4" name="Rectangle 3"/>
          <p:cNvSpPr>
            <a:spLocks noGrp="1" noChangeArrowheads="1"/>
          </p:cNvSpPr>
          <p:nvPr>
            <p:ph idx="1"/>
          </p:nvPr>
        </p:nvSpPr>
        <p:spPr>
          <a:xfrm>
            <a:off x="914400" y="1935480"/>
            <a:ext cx="7772400" cy="1036320"/>
          </a:xfrm>
        </p:spPr>
        <p:txBody>
          <a:bodyPr/>
          <a:lstStyle/>
          <a:p>
            <a:pPr eaLnBrk="1" hangingPunct="1">
              <a:buFont typeface="Arial" pitchFamily="34" charset="0"/>
              <a:buChar char="•"/>
            </a:pPr>
            <a:r>
              <a:rPr lang="en-US" sz="2400" dirty="0"/>
              <a:t>Node deletion from a DLL involves changing </a:t>
            </a:r>
            <a:r>
              <a:rPr lang="en-US" sz="2400" i="1" dirty="0"/>
              <a:t>two</a:t>
            </a:r>
            <a:r>
              <a:rPr lang="en-US" sz="2400" dirty="0"/>
              <a:t> links</a:t>
            </a:r>
          </a:p>
          <a:p>
            <a:pPr eaLnBrk="1" hangingPunct="1">
              <a:buFont typeface="Arial" pitchFamily="34" charset="0"/>
              <a:buChar char="•"/>
            </a:pPr>
            <a:r>
              <a:rPr lang="en-US" sz="2400" dirty="0"/>
              <a:t>In this example, we will delete node </a:t>
            </a:r>
            <a:r>
              <a:rPr lang="en-US" sz="2400" dirty="0">
                <a:latin typeface="Consolas" pitchFamily="49" charset="0"/>
              </a:rPr>
              <a:t>b</a:t>
            </a:r>
          </a:p>
        </p:txBody>
      </p:sp>
      <p:grpSp>
        <p:nvGrpSpPr>
          <p:cNvPr id="3" name="Group 54"/>
          <p:cNvGrpSpPr>
            <a:grpSpLocks/>
          </p:cNvGrpSpPr>
          <p:nvPr/>
        </p:nvGrpSpPr>
        <p:grpSpPr bwMode="auto">
          <a:xfrm>
            <a:off x="685800" y="2971800"/>
            <a:ext cx="7543800" cy="1600200"/>
            <a:chOff x="480" y="2208"/>
            <a:chExt cx="4752" cy="1152"/>
          </a:xfrm>
        </p:grpSpPr>
        <p:grpSp>
          <p:nvGrpSpPr>
            <p:cNvPr id="5" name="Group 6"/>
            <p:cNvGrpSpPr>
              <a:grpSpLocks/>
            </p:cNvGrpSpPr>
            <p:nvPr/>
          </p:nvGrpSpPr>
          <p:grpSpPr bwMode="auto">
            <a:xfrm>
              <a:off x="480" y="2208"/>
              <a:ext cx="816" cy="576"/>
              <a:chOff x="4224" y="960"/>
              <a:chExt cx="528" cy="576"/>
            </a:xfrm>
          </p:grpSpPr>
          <p:sp>
            <p:nvSpPr>
              <p:cNvPr id="42" name="Line 7"/>
              <p:cNvSpPr>
                <a:spLocks noChangeShapeType="1"/>
              </p:cNvSpPr>
              <p:nvPr/>
            </p:nvSpPr>
            <p:spPr bwMode="auto">
              <a:xfrm>
                <a:off x="4512" y="1248"/>
                <a:ext cx="192" cy="288"/>
              </a:xfrm>
              <a:prstGeom prst="line">
                <a:avLst/>
              </a:prstGeom>
              <a:noFill/>
              <a:ln w="28575">
                <a:solidFill>
                  <a:schemeClr val="tx1"/>
                </a:solidFill>
                <a:round/>
                <a:headEnd/>
                <a:tailEnd type="triangle" w="med" len="med"/>
              </a:ln>
            </p:spPr>
            <p:txBody>
              <a:bodyPr wrap="none" anchor="ctr"/>
              <a:lstStyle/>
              <a:p>
                <a:endParaRPr lang="en-US"/>
              </a:p>
            </p:txBody>
          </p:sp>
          <p:sp>
            <p:nvSpPr>
              <p:cNvPr id="43" name="Text Box 8"/>
              <p:cNvSpPr txBox="1">
                <a:spLocks noChangeArrowheads="1"/>
              </p:cNvSpPr>
              <p:nvPr/>
            </p:nvSpPr>
            <p:spPr bwMode="auto">
              <a:xfrm>
                <a:off x="4224" y="960"/>
                <a:ext cx="528" cy="291"/>
              </a:xfrm>
              <a:prstGeom prst="rect">
                <a:avLst/>
              </a:prstGeom>
              <a:noFill/>
              <a:ln w="12700">
                <a:noFill/>
                <a:miter lim="800000"/>
                <a:headEnd/>
                <a:tailEnd/>
              </a:ln>
            </p:spPr>
            <p:txBody>
              <a:bodyPr>
                <a:spAutoFit/>
              </a:bodyPr>
              <a:lstStyle/>
              <a:p>
                <a:pPr>
                  <a:spcBef>
                    <a:spcPct val="50000"/>
                  </a:spcBef>
                </a:pPr>
                <a:r>
                  <a:rPr lang="en-US">
                    <a:solidFill>
                      <a:schemeClr val="accent2"/>
                    </a:solidFill>
                    <a:latin typeface="Consolas" pitchFamily="49" charset="0"/>
                  </a:rPr>
                  <a:t>myDLL</a:t>
                </a:r>
              </a:p>
            </p:txBody>
          </p:sp>
        </p:grpSp>
        <p:sp>
          <p:nvSpPr>
            <p:cNvPr id="7" name="Rectangle 10"/>
            <p:cNvSpPr>
              <a:spLocks noChangeArrowheads="1"/>
            </p:cNvSpPr>
            <p:nvPr/>
          </p:nvSpPr>
          <p:spPr bwMode="auto">
            <a:xfrm>
              <a:off x="1248" y="2784"/>
              <a:ext cx="288" cy="288"/>
            </a:xfrm>
            <a:prstGeom prst="rect">
              <a:avLst/>
            </a:prstGeom>
            <a:noFill/>
            <a:ln w="19050">
              <a:solidFill>
                <a:schemeClr val="tx1"/>
              </a:solidFill>
              <a:miter lim="800000"/>
              <a:headEnd/>
              <a:tailEnd/>
            </a:ln>
          </p:spPr>
          <p:txBody>
            <a:bodyPr wrap="none" anchor="ctr"/>
            <a:lstStyle/>
            <a:p>
              <a:endParaRPr lang="en-US"/>
            </a:p>
          </p:txBody>
        </p:sp>
        <p:sp>
          <p:nvSpPr>
            <p:cNvPr id="8" name="Oval 11"/>
            <p:cNvSpPr>
              <a:spLocks noChangeArrowheads="1"/>
            </p:cNvSpPr>
            <p:nvPr/>
          </p:nvSpPr>
          <p:spPr bwMode="auto">
            <a:xfrm>
              <a:off x="1344" y="2832"/>
              <a:ext cx="96" cy="96"/>
            </a:xfrm>
            <a:prstGeom prst="ellipse">
              <a:avLst/>
            </a:prstGeom>
            <a:solidFill>
              <a:schemeClr val="tx1"/>
            </a:solidFill>
            <a:ln w="19050">
              <a:solidFill>
                <a:schemeClr val="tx1"/>
              </a:solidFill>
              <a:round/>
              <a:headEnd/>
              <a:tailEnd/>
            </a:ln>
          </p:spPr>
          <p:txBody>
            <a:bodyPr wrap="none" anchor="ctr"/>
            <a:lstStyle/>
            <a:p>
              <a:endParaRPr lang="en-US"/>
            </a:p>
          </p:txBody>
        </p:sp>
        <p:sp>
          <p:nvSpPr>
            <p:cNvPr id="9" name="Line 12"/>
            <p:cNvSpPr>
              <a:spLocks noChangeShapeType="1"/>
            </p:cNvSpPr>
            <p:nvPr/>
          </p:nvSpPr>
          <p:spPr bwMode="auto">
            <a:xfrm>
              <a:off x="1392" y="2880"/>
              <a:ext cx="432" cy="0"/>
            </a:xfrm>
            <a:prstGeom prst="line">
              <a:avLst/>
            </a:prstGeom>
            <a:noFill/>
            <a:ln w="19050">
              <a:solidFill>
                <a:schemeClr val="tx1"/>
              </a:solidFill>
              <a:round/>
              <a:headEnd/>
              <a:tailEnd type="triangle" w="lg" len="lg"/>
            </a:ln>
          </p:spPr>
          <p:txBody>
            <a:bodyPr wrap="none" anchor="ctr"/>
            <a:lstStyle/>
            <a:p>
              <a:endParaRPr lang="en-US"/>
            </a:p>
          </p:txBody>
        </p:sp>
        <p:sp>
          <p:nvSpPr>
            <p:cNvPr id="10" name="Rectangle 13"/>
            <p:cNvSpPr>
              <a:spLocks noChangeArrowheads="1"/>
            </p:cNvSpPr>
            <p:nvPr/>
          </p:nvSpPr>
          <p:spPr bwMode="auto">
            <a:xfrm>
              <a:off x="1248" y="3072"/>
              <a:ext cx="288" cy="288"/>
            </a:xfrm>
            <a:prstGeom prst="rect">
              <a:avLst/>
            </a:prstGeom>
            <a:noFill/>
            <a:ln w="19050">
              <a:solidFill>
                <a:schemeClr val="tx1"/>
              </a:solidFill>
              <a:miter lim="800000"/>
              <a:headEnd/>
              <a:tailEnd/>
            </a:ln>
          </p:spPr>
          <p:txBody>
            <a:bodyPr wrap="none" anchor="ctr"/>
            <a:lstStyle/>
            <a:p>
              <a:endParaRPr lang="en-US"/>
            </a:p>
          </p:txBody>
        </p:sp>
        <p:sp>
          <p:nvSpPr>
            <p:cNvPr id="11" name="Oval 14"/>
            <p:cNvSpPr>
              <a:spLocks noChangeArrowheads="1"/>
            </p:cNvSpPr>
            <p:nvPr/>
          </p:nvSpPr>
          <p:spPr bwMode="auto">
            <a:xfrm>
              <a:off x="1344" y="3168"/>
              <a:ext cx="96" cy="96"/>
            </a:xfrm>
            <a:prstGeom prst="ellipse">
              <a:avLst/>
            </a:prstGeom>
            <a:solidFill>
              <a:srgbClr val="3333FF"/>
            </a:solidFill>
            <a:ln w="19050">
              <a:solidFill>
                <a:schemeClr val="accent2"/>
              </a:solidFill>
              <a:round/>
              <a:headEnd/>
              <a:tailEnd/>
            </a:ln>
          </p:spPr>
          <p:txBody>
            <a:bodyPr wrap="none" anchor="ctr"/>
            <a:lstStyle/>
            <a:p>
              <a:endParaRPr lang="en-US"/>
            </a:p>
          </p:txBody>
        </p:sp>
        <p:sp>
          <p:nvSpPr>
            <p:cNvPr id="12" name="Line 15"/>
            <p:cNvSpPr>
              <a:spLocks noChangeShapeType="1"/>
            </p:cNvSpPr>
            <p:nvPr/>
          </p:nvSpPr>
          <p:spPr bwMode="auto">
            <a:xfrm>
              <a:off x="1392" y="3216"/>
              <a:ext cx="2016" cy="0"/>
            </a:xfrm>
            <a:prstGeom prst="line">
              <a:avLst/>
            </a:prstGeom>
            <a:noFill/>
            <a:ln w="19050">
              <a:solidFill>
                <a:schemeClr val="accent2"/>
              </a:solidFill>
              <a:round/>
              <a:headEnd/>
              <a:tailEnd type="none" w="lg" len="lg"/>
            </a:ln>
          </p:spPr>
          <p:txBody>
            <a:bodyPr wrap="none" anchor="ctr"/>
            <a:lstStyle/>
            <a:p>
              <a:endParaRPr lang="en-US"/>
            </a:p>
          </p:txBody>
        </p:sp>
        <p:grpSp>
          <p:nvGrpSpPr>
            <p:cNvPr id="6" name="Group 17"/>
            <p:cNvGrpSpPr>
              <a:grpSpLocks/>
            </p:cNvGrpSpPr>
            <p:nvPr/>
          </p:nvGrpSpPr>
          <p:grpSpPr bwMode="auto">
            <a:xfrm>
              <a:off x="1824" y="2784"/>
              <a:ext cx="864" cy="288"/>
              <a:chOff x="1824" y="3840"/>
              <a:chExt cx="864" cy="288"/>
            </a:xfrm>
          </p:grpSpPr>
          <p:sp>
            <p:nvSpPr>
              <p:cNvPr id="39" name="Rectangle 18"/>
              <p:cNvSpPr>
                <a:spLocks noChangeArrowheads="1"/>
              </p:cNvSpPr>
              <p:nvPr/>
            </p:nvSpPr>
            <p:spPr bwMode="auto">
              <a:xfrm>
                <a:off x="1824" y="3840"/>
                <a:ext cx="288" cy="288"/>
              </a:xfrm>
              <a:prstGeom prst="rect">
                <a:avLst/>
              </a:prstGeom>
              <a:noFill/>
              <a:ln w="19050">
                <a:solidFill>
                  <a:schemeClr val="tx1"/>
                </a:solidFill>
                <a:miter lim="800000"/>
                <a:headEnd/>
                <a:tailEnd/>
              </a:ln>
            </p:spPr>
            <p:txBody>
              <a:bodyPr wrap="none" anchor="ctr"/>
              <a:lstStyle/>
              <a:p>
                <a:endParaRPr lang="en-US"/>
              </a:p>
            </p:txBody>
          </p:sp>
          <p:sp>
            <p:nvSpPr>
              <p:cNvPr id="40" name="Rectangle 19"/>
              <p:cNvSpPr>
                <a:spLocks noChangeArrowheads="1"/>
              </p:cNvSpPr>
              <p:nvPr/>
            </p:nvSpPr>
            <p:spPr bwMode="auto">
              <a:xfrm>
                <a:off x="2400" y="3840"/>
                <a:ext cx="288" cy="288"/>
              </a:xfrm>
              <a:prstGeom prst="rect">
                <a:avLst/>
              </a:prstGeom>
              <a:noFill/>
              <a:ln w="19050">
                <a:solidFill>
                  <a:schemeClr val="tx1"/>
                </a:solidFill>
                <a:miter lim="800000"/>
                <a:headEnd/>
                <a:tailEnd/>
              </a:ln>
            </p:spPr>
            <p:txBody>
              <a:bodyPr wrap="none" anchor="ctr"/>
              <a:lstStyle/>
              <a:p>
                <a:endParaRPr lang="en-US"/>
              </a:p>
            </p:txBody>
          </p:sp>
          <p:sp>
            <p:nvSpPr>
              <p:cNvPr id="41" name="Rectangle 20"/>
              <p:cNvSpPr>
                <a:spLocks noChangeArrowheads="1"/>
              </p:cNvSpPr>
              <p:nvPr/>
            </p:nvSpPr>
            <p:spPr bwMode="auto">
              <a:xfrm>
                <a:off x="2112" y="3840"/>
                <a:ext cx="288" cy="288"/>
              </a:xfrm>
              <a:prstGeom prst="rect">
                <a:avLst/>
              </a:prstGeom>
              <a:noFill/>
              <a:ln w="19050">
                <a:solidFill>
                  <a:schemeClr val="tx1"/>
                </a:solidFill>
                <a:miter lim="800000"/>
                <a:headEnd/>
                <a:tailEnd/>
              </a:ln>
            </p:spPr>
            <p:txBody>
              <a:bodyPr wrap="none" anchor="ctr"/>
              <a:lstStyle/>
              <a:p>
                <a:endParaRPr lang="en-US"/>
              </a:p>
            </p:txBody>
          </p:sp>
        </p:grpSp>
        <p:grpSp>
          <p:nvGrpSpPr>
            <p:cNvPr id="13" name="Group 21"/>
            <p:cNvGrpSpPr>
              <a:grpSpLocks/>
            </p:cNvGrpSpPr>
            <p:nvPr/>
          </p:nvGrpSpPr>
          <p:grpSpPr bwMode="auto">
            <a:xfrm>
              <a:off x="2496" y="2832"/>
              <a:ext cx="480" cy="96"/>
              <a:chOff x="2496" y="3888"/>
              <a:chExt cx="480" cy="96"/>
            </a:xfrm>
          </p:grpSpPr>
          <p:sp>
            <p:nvSpPr>
              <p:cNvPr id="37" name="Oval 22"/>
              <p:cNvSpPr>
                <a:spLocks noChangeArrowheads="1"/>
              </p:cNvSpPr>
              <p:nvPr/>
            </p:nvSpPr>
            <p:spPr bwMode="auto">
              <a:xfrm>
                <a:off x="2496" y="3888"/>
                <a:ext cx="96" cy="96"/>
              </a:xfrm>
              <a:prstGeom prst="ellipse">
                <a:avLst/>
              </a:prstGeom>
              <a:solidFill>
                <a:schemeClr val="tx1"/>
              </a:solidFill>
              <a:ln w="19050">
                <a:solidFill>
                  <a:schemeClr val="tx1"/>
                </a:solidFill>
                <a:round/>
                <a:headEnd/>
                <a:tailEnd/>
              </a:ln>
            </p:spPr>
            <p:txBody>
              <a:bodyPr wrap="none" anchor="ctr"/>
              <a:lstStyle/>
              <a:p>
                <a:endParaRPr lang="en-US"/>
              </a:p>
            </p:txBody>
          </p:sp>
          <p:sp>
            <p:nvSpPr>
              <p:cNvPr id="38" name="Line 23"/>
              <p:cNvSpPr>
                <a:spLocks noChangeShapeType="1"/>
              </p:cNvSpPr>
              <p:nvPr/>
            </p:nvSpPr>
            <p:spPr bwMode="auto">
              <a:xfrm>
                <a:off x="2544" y="3936"/>
                <a:ext cx="432" cy="0"/>
              </a:xfrm>
              <a:prstGeom prst="line">
                <a:avLst/>
              </a:prstGeom>
              <a:noFill/>
              <a:ln w="19050">
                <a:solidFill>
                  <a:schemeClr val="tx1"/>
                </a:solidFill>
                <a:round/>
                <a:headEnd/>
                <a:tailEnd type="triangle" w="lg" len="lg"/>
              </a:ln>
            </p:spPr>
            <p:txBody>
              <a:bodyPr wrap="none" anchor="ctr"/>
              <a:lstStyle/>
              <a:p>
                <a:endParaRPr lang="en-US"/>
              </a:p>
            </p:txBody>
          </p:sp>
        </p:grpSp>
        <p:sp>
          <p:nvSpPr>
            <p:cNvPr id="15" name="Oval 24"/>
            <p:cNvSpPr>
              <a:spLocks noChangeArrowheads="1"/>
            </p:cNvSpPr>
            <p:nvPr/>
          </p:nvSpPr>
          <p:spPr bwMode="auto">
            <a:xfrm>
              <a:off x="1920" y="2928"/>
              <a:ext cx="96" cy="96"/>
            </a:xfrm>
            <a:prstGeom prst="ellipse">
              <a:avLst/>
            </a:prstGeom>
            <a:solidFill>
              <a:srgbClr val="3333FF"/>
            </a:solidFill>
            <a:ln w="19050">
              <a:solidFill>
                <a:schemeClr val="accent2"/>
              </a:solidFill>
              <a:round/>
              <a:headEnd/>
              <a:tailEnd/>
            </a:ln>
          </p:spPr>
          <p:txBody>
            <a:bodyPr wrap="none" anchor="ctr"/>
            <a:lstStyle/>
            <a:p>
              <a:endParaRPr lang="en-US"/>
            </a:p>
          </p:txBody>
        </p:sp>
        <p:sp>
          <p:nvSpPr>
            <p:cNvPr id="16" name="Rectangle 26"/>
            <p:cNvSpPr>
              <a:spLocks noChangeArrowheads="1"/>
            </p:cNvSpPr>
            <p:nvPr/>
          </p:nvSpPr>
          <p:spPr bwMode="auto">
            <a:xfrm>
              <a:off x="2976" y="2784"/>
              <a:ext cx="288" cy="288"/>
            </a:xfrm>
            <a:prstGeom prst="rect">
              <a:avLst/>
            </a:prstGeom>
            <a:noFill/>
            <a:ln w="19050">
              <a:solidFill>
                <a:schemeClr val="tx1"/>
              </a:solidFill>
              <a:miter lim="800000"/>
              <a:headEnd/>
              <a:tailEnd/>
            </a:ln>
          </p:spPr>
          <p:txBody>
            <a:bodyPr wrap="none" anchor="ctr"/>
            <a:lstStyle/>
            <a:p>
              <a:endParaRPr lang="en-US"/>
            </a:p>
          </p:txBody>
        </p:sp>
        <p:sp>
          <p:nvSpPr>
            <p:cNvPr id="17" name="Rectangle 27"/>
            <p:cNvSpPr>
              <a:spLocks noChangeArrowheads="1"/>
            </p:cNvSpPr>
            <p:nvPr/>
          </p:nvSpPr>
          <p:spPr bwMode="auto">
            <a:xfrm>
              <a:off x="3552" y="2784"/>
              <a:ext cx="288" cy="288"/>
            </a:xfrm>
            <a:prstGeom prst="rect">
              <a:avLst/>
            </a:prstGeom>
            <a:noFill/>
            <a:ln w="19050">
              <a:solidFill>
                <a:schemeClr val="tx1"/>
              </a:solidFill>
              <a:miter lim="800000"/>
              <a:headEnd/>
              <a:tailEnd/>
            </a:ln>
          </p:spPr>
          <p:txBody>
            <a:bodyPr wrap="none" anchor="ctr"/>
            <a:lstStyle/>
            <a:p>
              <a:endParaRPr lang="en-US"/>
            </a:p>
          </p:txBody>
        </p:sp>
        <p:sp>
          <p:nvSpPr>
            <p:cNvPr id="18" name="Rectangle 28"/>
            <p:cNvSpPr>
              <a:spLocks noChangeArrowheads="1"/>
            </p:cNvSpPr>
            <p:nvPr/>
          </p:nvSpPr>
          <p:spPr bwMode="auto">
            <a:xfrm>
              <a:off x="3264" y="2784"/>
              <a:ext cx="288" cy="288"/>
            </a:xfrm>
            <a:prstGeom prst="rect">
              <a:avLst/>
            </a:prstGeom>
            <a:noFill/>
            <a:ln w="19050">
              <a:solidFill>
                <a:schemeClr val="tx1"/>
              </a:solidFill>
              <a:miter lim="800000"/>
              <a:headEnd/>
              <a:tailEnd/>
            </a:ln>
          </p:spPr>
          <p:txBody>
            <a:bodyPr wrap="none" anchor="ctr"/>
            <a:lstStyle/>
            <a:p>
              <a:endParaRPr lang="en-US"/>
            </a:p>
          </p:txBody>
        </p:sp>
        <p:sp>
          <p:nvSpPr>
            <p:cNvPr id="19" name="Oval 29"/>
            <p:cNvSpPr>
              <a:spLocks noChangeArrowheads="1"/>
            </p:cNvSpPr>
            <p:nvPr/>
          </p:nvSpPr>
          <p:spPr bwMode="auto">
            <a:xfrm>
              <a:off x="3648" y="2832"/>
              <a:ext cx="96" cy="96"/>
            </a:xfrm>
            <a:prstGeom prst="ellipse">
              <a:avLst/>
            </a:prstGeom>
            <a:solidFill>
              <a:schemeClr val="tx1"/>
            </a:solidFill>
            <a:ln w="19050">
              <a:solidFill>
                <a:schemeClr val="tx1"/>
              </a:solidFill>
              <a:round/>
              <a:headEnd/>
              <a:tailEnd/>
            </a:ln>
          </p:spPr>
          <p:txBody>
            <a:bodyPr wrap="none" anchor="ctr"/>
            <a:lstStyle/>
            <a:p>
              <a:endParaRPr lang="en-US"/>
            </a:p>
          </p:txBody>
        </p:sp>
        <p:sp>
          <p:nvSpPr>
            <p:cNvPr id="20" name="Oval 30"/>
            <p:cNvSpPr>
              <a:spLocks noChangeArrowheads="1"/>
            </p:cNvSpPr>
            <p:nvPr/>
          </p:nvSpPr>
          <p:spPr bwMode="auto">
            <a:xfrm>
              <a:off x="3072" y="2928"/>
              <a:ext cx="96" cy="96"/>
            </a:xfrm>
            <a:prstGeom prst="ellipse">
              <a:avLst/>
            </a:prstGeom>
            <a:solidFill>
              <a:srgbClr val="3333FF"/>
            </a:solidFill>
            <a:ln w="19050">
              <a:solidFill>
                <a:schemeClr val="accent2"/>
              </a:solidFill>
              <a:round/>
              <a:headEnd/>
              <a:tailEnd/>
            </a:ln>
          </p:spPr>
          <p:txBody>
            <a:bodyPr wrap="none" anchor="ctr"/>
            <a:lstStyle/>
            <a:p>
              <a:endParaRPr lang="en-US"/>
            </a:p>
          </p:txBody>
        </p:sp>
        <p:sp>
          <p:nvSpPr>
            <p:cNvPr id="21" name="Line 31"/>
            <p:cNvSpPr>
              <a:spLocks noChangeShapeType="1"/>
            </p:cNvSpPr>
            <p:nvPr/>
          </p:nvSpPr>
          <p:spPr bwMode="auto">
            <a:xfrm>
              <a:off x="3696" y="2880"/>
              <a:ext cx="432" cy="0"/>
            </a:xfrm>
            <a:prstGeom prst="line">
              <a:avLst/>
            </a:prstGeom>
            <a:noFill/>
            <a:ln w="19050">
              <a:solidFill>
                <a:schemeClr val="tx1"/>
              </a:solidFill>
              <a:round/>
              <a:headEnd/>
              <a:tailEnd type="triangle" w="lg" len="lg"/>
            </a:ln>
          </p:spPr>
          <p:txBody>
            <a:bodyPr wrap="none" anchor="ctr"/>
            <a:lstStyle/>
            <a:p>
              <a:endParaRPr lang="en-US"/>
            </a:p>
          </p:txBody>
        </p:sp>
        <p:sp>
          <p:nvSpPr>
            <p:cNvPr id="22" name="Line 32"/>
            <p:cNvSpPr>
              <a:spLocks noChangeShapeType="1"/>
            </p:cNvSpPr>
            <p:nvPr/>
          </p:nvSpPr>
          <p:spPr bwMode="auto">
            <a:xfrm flipH="1">
              <a:off x="2688" y="2975"/>
              <a:ext cx="432" cy="1"/>
            </a:xfrm>
            <a:prstGeom prst="line">
              <a:avLst/>
            </a:prstGeom>
            <a:noFill/>
            <a:ln w="19050">
              <a:solidFill>
                <a:schemeClr val="accent2"/>
              </a:solidFill>
              <a:round/>
              <a:headEnd/>
              <a:tailEnd type="triangle" w="lg" len="lg"/>
            </a:ln>
          </p:spPr>
          <p:txBody>
            <a:bodyPr wrap="none" anchor="ctr"/>
            <a:lstStyle/>
            <a:p>
              <a:endParaRPr lang="en-US"/>
            </a:p>
          </p:txBody>
        </p:sp>
        <p:grpSp>
          <p:nvGrpSpPr>
            <p:cNvPr id="14" name="Group 34"/>
            <p:cNvGrpSpPr>
              <a:grpSpLocks/>
            </p:cNvGrpSpPr>
            <p:nvPr/>
          </p:nvGrpSpPr>
          <p:grpSpPr bwMode="auto">
            <a:xfrm>
              <a:off x="4128" y="2784"/>
              <a:ext cx="864" cy="288"/>
              <a:chOff x="1824" y="3840"/>
              <a:chExt cx="864" cy="288"/>
            </a:xfrm>
          </p:grpSpPr>
          <p:sp>
            <p:nvSpPr>
              <p:cNvPr id="34" name="Rectangle 35"/>
              <p:cNvSpPr>
                <a:spLocks noChangeArrowheads="1"/>
              </p:cNvSpPr>
              <p:nvPr/>
            </p:nvSpPr>
            <p:spPr bwMode="auto">
              <a:xfrm>
                <a:off x="1824" y="3840"/>
                <a:ext cx="288" cy="288"/>
              </a:xfrm>
              <a:prstGeom prst="rect">
                <a:avLst/>
              </a:prstGeom>
              <a:noFill/>
              <a:ln w="19050">
                <a:solidFill>
                  <a:schemeClr val="tx1"/>
                </a:solidFill>
                <a:miter lim="800000"/>
                <a:headEnd/>
                <a:tailEnd/>
              </a:ln>
            </p:spPr>
            <p:txBody>
              <a:bodyPr wrap="none" anchor="ctr"/>
              <a:lstStyle/>
              <a:p>
                <a:endParaRPr lang="en-US"/>
              </a:p>
            </p:txBody>
          </p:sp>
          <p:sp>
            <p:nvSpPr>
              <p:cNvPr id="35" name="Rectangle 36"/>
              <p:cNvSpPr>
                <a:spLocks noChangeArrowheads="1"/>
              </p:cNvSpPr>
              <p:nvPr/>
            </p:nvSpPr>
            <p:spPr bwMode="auto">
              <a:xfrm>
                <a:off x="2400" y="3840"/>
                <a:ext cx="288" cy="288"/>
              </a:xfrm>
              <a:prstGeom prst="rect">
                <a:avLst/>
              </a:prstGeom>
              <a:noFill/>
              <a:ln w="19050">
                <a:solidFill>
                  <a:schemeClr val="tx1"/>
                </a:solidFill>
                <a:miter lim="800000"/>
                <a:headEnd/>
                <a:tailEnd/>
              </a:ln>
            </p:spPr>
            <p:txBody>
              <a:bodyPr wrap="none" anchor="ctr"/>
              <a:lstStyle/>
              <a:p>
                <a:endParaRPr lang="en-US"/>
              </a:p>
            </p:txBody>
          </p:sp>
          <p:sp>
            <p:nvSpPr>
              <p:cNvPr id="36" name="Rectangle 37"/>
              <p:cNvSpPr>
                <a:spLocks noChangeArrowheads="1"/>
              </p:cNvSpPr>
              <p:nvPr/>
            </p:nvSpPr>
            <p:spPr bwMode="auto">
              <a:xfrm>
                <a:off x="2112" y="3840"/>
                <a:ext cx="288" cy="288"/>
              </a:xfrm>
              <a:prstGeom prst="rect">
                <a:avLst/>
              </a:prstGeom>
              <a:noFill/>
              <a:ln w="19050">
                <a:solidFill>
                  <a:schemeClr val="tx1"/>
                </a:solidFill>
                <a:miter lim="800000"/>
                <a:headEnd/>
                <a:tailEnd/>
              </a:ln>
            </p:spPr>
            <p:txBody>
              <a:bodyPr wrap="none" anchor="ctr"/>
              <a:lstStyle/>
              <a:p>
                <a:endParaRPr lang="en-US"/>
              </a:p>
            </p:txBody>
          </p:sp>
        </p:grpSp>
        <p:grpSp>
          <p:nvGrpSpPr>
            <p:cNvPr id="23" name="Group 38"/>
            <p:cNvGrpSpPr>
              <a:grpSpLocks/>
            </p:cNvGrpSpPr>
            <p:nvPr/>
          </p:nvGrpSpPr>
          <p:grpSpPr bwMode="auto">
            <a:xfrm>
              <a:off x="3840" y="2928"/>
              <a:ext cx="480" cy="96"/>
              <a:chOff x="1536" y="3984"/>
              <a:chExt cx="480" cy="96"/>
            </a:xfrm>
          </p:grpSpPr>
          <p:sp>
            <p:nvSpPr>
              <p:cNvPr id="32" name="Oval 39"/>
              <p:cNvSpPr>
                <a:spLocks noChangeArrowheads="1"/>
              </p:cNvSpPr>
              <p:nvPr/>
            </p:nvSpPr>
            <p:spPr bwMode="auto">
              <a:xfrm>
                <a:off x="1920" y="3984"/>
                <a:ext cx="96" cy="96"/>
              </a:xfrm>
              <a:prstGeom prst="ellipse">
                <a:avLst/>
              </a:prstGeom>
              <a:solidFill>
                <a:srgbClr val="3333FF"/>
              </a:solidFill>
              <a:ln w="19050">
                <a:solidFill>
                  <a:schemeClr val="accent2"/>
                </a:solidFill>
                <a:round/>
                <a:headEnd/>
                <a:tailEnd/>
              </a:ln>
            </p:spPr>
            <p:txBody>
              <a:bodyPr wrap="none" anchor="ctr"/>
              <a:lstStyle/>
              <a:p>
                <a:endParaRPr lang="en-US"/>
              </a:p>
            </p:txBody>
          </p:sp>
          <p:sp>
            <p:nvSpPr>
              <p:cNvPr id="33" name="Line 40"/>
              <p:cNvSpPr>
                <a:spLocks noChangeShapeType="1"/>
              </p:cNvSpPr>
              <p:nvPr/>
            </p:nvSpPr>
            <p:spPr bwMode="auto">
              <a:xfrm flipH="1">
                <a:off x="1536" y="4031"/>
                <a:ext cx="432" cy="1"/>
              </a:xfrm>
              <a:prstGeom prst="line">
                <a:avLst/>
              </a:prstGeom>
              <a:noFill/>
              <a:ln w="19050">
                <a:solidFill>
                  <a:schemeClr val="accent2"/>
                </a:solidFill>
                <a:round/>
                <a:headEnd/>
                <a:tailEnd type="triangle" w="lg" len="lg"/>
              </a:ln>
            </p:spPr>
            <p:txBody>
              <a:bodyPr wrap="none" anchor="ctr"/>
              <a:lstStyle/>
              <a:p>
                <a:endParaRPr lang="en-US"/>
              </a:p>
            </p:txBody>
          </p:sp>
        </p:grpSp>
        <p:sp>
          <p:nvSpPr>
            <p:cNvPr id="25" name="Oval 41"/>
            <p:cNvSpPr>
              <a:spLocks noChangeArrowheads="1"/>
            </p:cNvSpPr>
            <p:nvPr/>
          </p:nvSpPr>
          <p:spPr bwMode="auto">
            <a:xfrm>
              <a:off x="4800" y="2832"/>
              <a:ext cx="96" cy="96"/>
            </a:xfrm>
            <a:prstGeom prst="ellipse">
              <a:avLst/>
            </a:prstGeom>
            <a:solidFill>
              <a:schemeClr val="tx1"/>
            </a:solidFill>
            <a:ln w="19050">
              <a:solidFill>
                <a:schemeClr val="tx1"/>
              </a:solidFill>
              <a:round/>
              <a:headEnd/>
              <a:tailEnd/>
            </a:ln>
          </p:spPr>
          <p:txBody>
            <a:bodyPr wrap="none" anchor="ctr"/>
            <a:lstStyle/>
            <a:p>
              <a:endParaRPr lang="en-US"/>
            </a:p>
          </p:txBody>
        </p:sp>
        <p:sp>
          <p:nvSpPr>
            <p:cNvPr id="26" name="Freeform 43"/>
            <p:cNvSpPr>
              <a:spLocks/>
            </p:cNvSpPr>
            <p:nvPr/>
          </p:nvSpPr>
          <p:spPr bwMode="auto">
            <a:xfrm>
              <a:off x="5002" y="2976"/>
              <a:ext cx="230" cy="240"/>
            </a:xfrm>
            <a:custGeom>
              <a:avLst/>
              <a:gdLst>
                <a:gd name="T0" fmla="*/ 0 w 230"/>
                <a:gd name="T1" fmla="*/ 240 h 240"/>
                <a:gd name="T2" fmla="*/ 192 w 230"/>
                <a:gd name="T3" fmla="*/ 192 h 240"/>
                <a:gd name="T4" fmla="*/ 198 w 230"/>
                <a:gd name="T5" fmla="*/ 60 h 240"/>
                <a:gd name="T6" fmla="*/ 0 w 230"/>
                <a:gd name="T7" fmla="*/ 0 h 240"/>
                <a:gd name="T8" fmla="*/ 0 60000 65536"/>
                <a:gd name="T9" fmla="*/ 0 60000 65536"/>
                <a:gd name="T10" fmla="*/ 0 60000 65536"/>
                <a:gd name="T11" fmla="*/ 0 60000 65536"/>
                <a:gd name="T12" fmla="*/ 0 w 230"/>
                <a:gd name="T13" fmla="*/ 0 h 240"/>
                <a:gd name="T14" fmla="*/ 230 w 230"/>
                <a:gd name="T15" fmla="*/ 240 h 240"/>
              </a:gdLst>
              <a:ahLst/>
              <a:cxnLst>
                <a:cxn ang="T8">
                  <a:pos x="T0" y="T1"/>
                </a:cxn>
                <a:cxn ang="T9">
                  <a:pos x="T2" y="T3"/>
                </a:cxn>
                <a:cxn ang="T10">
                  <a:pos x="T4" y="T5"/>
                </a:cxn>
                <a:cxn ang="T11">
                  <a:pos x="T6" y="T7"/>
                </a:cxn>
              </a:cxnLst>
              <a:rect l="T12" t="T13" r="T14" b="T15"/>
              <a:pathLst>
                <a:path w="230" h="240">
                  <a:moveTo>
                    <a:pt x="0" y="240"/>
                  </a:moveTo>
                  <a:cubicBezTo>
                    <a:pt x="80" y="228"/>
                    <a:pt x="159" y="222"/>
                    <a:pt x="192" y="192"/>
                  </a:cubicBezTo>
                  <a:cubicBezTo>
                    <a:pt x="225" y="162"/>
                    <a:pt x="230" y="92"/>
                    <a:pt x="198" y="60"/>
                  </a:cubicBezTo>
                  <a:cubicBezTo>
                    <a:pt x="166" y="28"/>
                    <a:pt x="41" y="12"/>
                    <a:pt x="0" y="0"/>
                  </a:cubicBezTo>
                </a:path>
              </a:pathLst>
            </a:custGeom>
            <a:noFill/>
            <a:ln w="19050" cap="flat" cmpd="sng">
              <a:solidFill>
                <a:schemeClr val="accent2"/>
              </a:solidFill>
              <a:prstDash val="solid"/>
              <a:round/>
              <a:headEnd type="none" w="med" len="med"/>
              <a:tailEnd type="triangle" w="lg" len="lg"/>
            </a:ln>
          </p:spPr>
          <p:txBody>
            <a:bodyPr wrap="none" anchor="ctr"/>
            <a:lstStyle/>
            <a:p>
              <a:endParaRPr lang="en-US"/>
            </a:p>
          </p:txBody>
        </p:sp>
        <p:sp>
          <p:nvSpPr>
            <p:cNvPr id="27" name="Line 44"/>
            <p:cNvSpPr>
              <a:spLocks noChangeShapeType="1"/>
            </p:cNvSpPr>
            <p:nvPr/>
          </p:nvSpPr>
          <p:spPr bwMode="auto">
            <a:xfrm flipH="1">
              <a:off x="4858" y="3216"/>
              <a:ext cx="192" cy="0"/>
            </a:xfrm>
            <a:prstGeom prst="line">
              <a:avLst/>
            </a:prstGeom>
            <a:noFill/>
            <a:ln w="19050">
              <a:solidFill>
                <a:schemeClr val="accent2"/>
              </a:solidFill>
              <a:round/>
              <a:headEnd/>
              <a:tailEnd/>
            </a:ln>
          </p:spPr>
          <p:txBody>
            <a:bodyPr wrap="none" anchor="ctr"/>
            <a:lstStyle/>
            <a:p>
              <a:endParaRPr lang="en-US"/>
            </a:p>
          </p:txBody>
        </p:sp>
        <p:sp>
          <p:nvSpPr>
            <p:cNvPr id="28" name="Line 45"/>
            <p:cNvSpPr>
              <a:spLocks noChangeShapeType="1"/>
            </p:cNvSpPr>
            <p:nvPr/>
          </p:nvSpPr>
          <p:spPr bwMode="auto">
            <a:xfrm>
              <a:off x="3408" y="3216"/>
              <a:ext cx="1440" cy="0"/>
            </a:xfrm>
            <a:prstGeom prst="line">
              <a:avLst/>
            </a:prstGeom>
            <a:noFill/>
            <a:ln w="19050">
              <a:solidFill>
                <a:schemeClr val="accent2"/>
              </a:solidFill>
              <a:round/>
              <a:headEnd/>
              <a:tailEnd/>
            </a:ln>
          </p:spPr>
          <p:txBody>
            <a:bodyPr/>
            <a:lstStyle/>
            <a:p>
              <a:endParaRPr lang="en-US"/>
            </a:p>
          </p:txBody>
        </p:sp>
        <p:sp>
          <p:nvSpPr>
            <p:cNvPr id="29" name="Rectangle 46"/>
            <p:cNvSpPr>
              <a:spLocks noChangeArrowheads="1"/>
            </p:cNvSpPr>
            <p:nvPr/>
          </p:nvSpPr>
          <p:spPr bwMode="auto">
            <a:xfrm>
              <a:off x="2112" y="2782"/>
              <a:ext cx="288" cy="290"/>
            </a:xfrm>
            <a:prstGeom prst="rect">
              <a:avLst/>
            </a:prstGeom>
            <a:noFill/>
            <a:ln w="12700">
              <a:solidFill>
                <a:schemeClr val="tx1"/>
              </a:solidFill>
              <a:miter lim="800000"/>
              <a:headEnd/>
              <a:tailEnd/>
            </a:ln>
          </p:spPr>
          <p:txBody>
            <a:bodyPr wrap="none" anchor="ctr"/>
            <a:lstStyle/>
            <a:p>
              <a:pPr algn="ctr"/>
              <a:r>
                <a:rPr lang="en-US">
                  <a:latin typeface="Consolas" pitchFamily="49" charset="0"/>
                </a:rPr>
                <a:t>a</a:t>
              </a:r>
              <a:endParaRPr lang="en-US">
                <a:latin typeface="Times New Roman" pitchFamily="18" charset="0"/>
              </a:endParaRPr>
            </a:p>
          </p:txBody>
        </p:sp>
        <p:sp>
          <p:nvSpPr>
            <p:cNvPr id="30" name="Rectangle 47"/>
            <p:cNvSpPr>
              <a:spLocks noChangeArrowheads="1"/>
            </p:cNvSpPr>
            <p:nvPr/>
          </p:nvSpPr>
          <p:spPr bwMode="auto">
            <a:xfrm>
              <a:off x="3264" y="2782"/>
              <a:ext cx="288" cy="290"/>
            </a:xfrm>
            <a:prstGeom prst="rect">
              <a:avLst/>
            </a:prstGeom>
            <a:noFill/>
            <a:ln w="12700">
              <a:solidFill>
                <a:schemeClr val="tx1"/>
              </a:solidFill>
              <a:miter lim="800000"/>
              <a:headEnd/>
              <a:tailEnd/>
            </a:ln>
          </p:spPr>
          <p:txBody>
            <a:bodyPr wrap="none" anchor="ctr"/>
            <a:lstStyle/>
            <a:p>
              <a:pPr algn="ctr"/>
              <a:r>
                <a:rPr lang="en-US">
                  <a:latin typeface="Consolas" pitchFamily="49" charset="0"/>
                </a:rPr>
                <a:t>b</a:t>
              </a:r>
              <a:endParaRPr lang="en-US">
                <a:latin typeface="Times New Roman" pitchFamily="18" charset="0"/>
              </a:endParaRPr>
            </a:p>
          </p:txBody>
        </p:sp>
        <p:sp>
          <p:nvSpPr>
            <p:cNvPr id="31" name="Rectangle 48"/>
            <p:cNvSpPr>
              <a:spLocks noChangeArrowheads="1"/>
            </p:cNvSpPr>
            <p:nvPr/>
          </p:nvSpPr>
          <p:spPr bwMode="auto">
            <a:xfrm>
              <a:off x="4416" y="2784"/>
              <a:ext cx="288" cy="290"/>
            </a:xfrm>
            <a:prstGeom prst="rect">
              <a:avLst/>
            </a:prstGeom>
            <a:noFill/>
            <a:ln w="12700">
              <a:solidFill>
                <a:schemeClr val="tx1"/>
              </a:solidFill>
              <a:miter lim="800000"/>
              <a:headEnd/>
              <a:tailEnd/>
            </a:ln>
          </p:spPr>
          <p:txBody>
            <a:bodyPr wrap="none" anchor="ctr"/>
            <a:lstStyle/>
            <a:p>
              <a:pPr algn="ctr"/>
              <a:r>
                <a:rPr lang="en-US">
                  <a:latin typeface="Consolas" pitchFamily="49" charset="0"/>
                </a:rPr>
                <a:t>c</a:t>
              </a:r>
              <a:endParaRPr lang="en-US">
                <a:latin typeface="Times New Roman" pitchFamily="18" charset="0"/>
              </a:endParaRPr>
            </a:p>
          </p:txBody>
        </p:sp>
      </p:grpSp>
      <p:sp>
        <p:nvSpPr>
          <p:cNvPr id="83" name="Rectangle 4"/>
          <p:cNvSpPr txBox="1">
            <a:spLocks noChangeArrowheads="1"/>
          </p:cNvSpPr>
          <p:nvPr/>
        </p:nvSpPr>
        <p:spPr>
          <a:xfrm>
            <a:off x="990600" y="4800600"/>
            <a:ext cx="7467600" cy="1676400"/>
          </a:xfrm>
          <a:prstGeom prst="rect">
            <a:avLst/>
          </a:prstGeom>
        </p:spPr>
        <p:txBody>
          <a:bodyPr/>
          <a:lstStyle/>
          <a:p>
            <a:pPr marL="274320" marR="0" lvl="0" indent="-274320" algn="l" defTabSz="914400" rtl="0" eaLnBrk="1" fontAlgn="auto" latinLnBrk="0" hangingPunct="1">
              <a:lnSpc>
                <a:spcPct val="100000"/>
              </a:lnSpc>
              <a:spcBef>
                <a:spcPct val="20000"/>
              </a:spcBef>
              <a:spcAft>
                <a:spcPts val="0"/>
              </a:spcAft>
              <a:buClr>
                <a:schemeClr val="accent3"/>
              </a:buClr>
              <a:buSzPct val="95000"/>
              <a:buFont typeface="Arial" pitchFamily="34" charset="0"/>
              <a:buChar char="•"/>
              <a:tabLst/>
              <a:defRPr/>
            </a:pPr>
            <a:r>
              <a:rPr kumimoji="0" lang="en-US" sz="2400" b="0" i="0" u="none" strike="noStrike" kern="1200" cap="none" spc="0" normalizeH="0" baseline="0" noProof="0" dirty="0">
                <a:ln>
                  <a:noFill/>
                </a:ln>
                <a:effectLst/>
                <a:uLnTx/>
                <a:uFillTx/>
                <a:latin typeface="+mn-lt"/>
                <a:ea typeface="+mn-ea"/>
                <a:cs typeface="+mn-cs"/>
              </a:rPr>
              <a:t>We don</a:t>
            </a:r>
            <a:r>
              <a:rPr kumimoji="0" lang="ja-JP" altLang="en-US" sz="2400" b="0" i="0" u="none" strike="noStrike" kern="1200" cap="none" spc="0" normalizeH="0" baseline="0" noProof="0">
                <a:ln>
                  <a:noFill/>
                </a:ln>
                <a:effectLst/>
                <a:uLnTx/>
                <a:uFillTx/>
                <a:latin typeface="+mn-lt"/>
                <a:ea typeface="+mn-ea"/>
                <a:cs typeface="+mn-cs"/>
              </a:rPr>
              <a:t>’</a:t>
            </a:r>
            <a:r>
              <a:rPr kumimoji="0" lang="en-US" altLang="ja-JP" sz="2400" b="0" i="0" u="none" strike="noStrike" kern="1200" cap="none" spc="0" normalizeH="0" baseline="0" noProof="0" dirty="0">
                <a:ln>
                  <a:noFill/>
                </a:ln>
                <a:effectLst/>
                <a:uLnTx/>
                <a:uFillTx/>
                <a:latin typeface="+mn-lt"/>
                <a:ea typeface="+mn-ea"/>
                <a:cs typeface="+mn-cs"/>
              </a:rPr>
              <a:t>t have to do anything about the links in node </a:t>
            </a:r>
            <a:r>
              <a:rPr kumimoji="0" lang="en-US" altLang="ja-JP" sz="2400" b="0" i="0" u="none" strike="noStrike" kern="1200" cap="none" spc="0" normalizeH="0" baseline="0" noProof="0" dirty="0">
                <a:ln>
                  <a:noFill/>
                </a:ln>
                <a:effectLst/>
                <a:uLnTx/>
                <a:uFillTx/>
                <a:latin typeface="Consolas" pitchFamily="49" charset="0"/>
                <a:ea typeface="+mn-ea"/>
                <a:cs typeface="+mn-cs"/>
              </a:rPr>
              <a:t>b</a:t>
            </a:r>
          </a:p>
          <a:p>
            <a:pPr marL="274320" marR="0" lvl="0" indent="-274320" algn="l" defTabSz="914400" rtl="0" eaLnBrk="1" fontAlgn="auto" latinLnBrk="0" hangingPunct="1">
              <a:lnSpc>
                <a:spcPct val="100000"/>
              </a:lnSpc>
              <a:spcBef>
                <a:spcPct val="20000"/>
              </a:spcBef>
              <a:spcAft>
                <a:spcPts val="0"/>
              </a:spcAft>
              <a:buClr>
                <a:schemeClr val="accent3"/>
              </a:buClr>
              <a:buSzPct val="95000"/>
              <a:buFont typeface="Arial" pitchFamily="34" charset="0"/>
              <a:buChar char="•"/>
              <a:tabLst/>
              <a:defRPr/>
            </a:pPr>
            <a:r>
              <a:rPr kumimoji="0" lang="en-US" sz="2400" b="0" i="0" u="none" strike="noStrike" kern="1200" cap="none" spc="0" normalizeH="0" baseline="0" noProof="0" dirty="0">
                <a:ln>
                  <a:noFill/>
                </a:ln>
                <a:effectLst/>
                <a:uLnTx/>
                <a:uFillTx/>
                <a:latin typeface="+mn-lt"/>
                <a:ea typeface="+mn-ea"/>
                <a:cs typeface="+mn-cs"/>
              </a:rPr>
              <a:t>Garbage collection will take care of deleted nodes</a:t>
            </a:r>
          </a:p>
          <a:p>
            <a:pPr marL="274320" marR="0" lvl="0" indent="-274320" algn="l" defTabSz="914400" rtl="0" eaLnBrk="1" fontAlgn="auto" latinLnBrk="0" hangingPunct="1">
              <a:lnSpc>
                <a:spcPct val="100000"/>
              </a:lnSpc>
              <a:spcBef>
                <a:spcPct val="20000"/>
              </a:spcBef>
              <a:spcAft>
                <a:spcPts val="0"/>
              </a:spcAft>
              <a:buClr>
                <a:schemeClr val="accent3"/>
              </a:buClr>
              <a:buSzPct val="95000"/>
              <a:buFont typeface="Arial" pitchFamily="34" charset="0"/>
              <a:buChar char="•"/>
              <a:tabLst/>
              <a:defRPr/>
            </a:pPr>
            <a:r>
              <a:rPr kumimoji="0" lang="en-US" sz="2400" b="0" i="0" u="none" strike="noStrike" kern="1200" cap="none" spc="0" normalizeH="0" baseline="0" noProof="0" dirty="0">
                <a:ln>
                  <a:noFill/>
                </a:ln>
                <a:effectLst/>
                <a:uLnTx/>
                <a:uFillTx/>
                <a:latin typeface="+mn-lt"/>
                <a:ea typeface="+mn-ea"/>
                <a:cs typeface="+mn-cs"/>
              </a:rPr>
              <a:t>Deletion of the first node or the last node is a special case</a:t>
            </a:r>
          </a:p>
        </p:txBody>
      </p:sp>
      <p:sp>
        <p:nvSpPr>
          <p:cNvPr id="84" name="Freeform 53"/>
          <p:cNvSpPr>
            <a:spLocks/>
          </p:cNvSpPr>
          <p:nvPr/>
        </p:nvSpPr>
        <p:spPr bwMode="auto">
          <a:xfrm>
            <a:off x="4114800" y="4038600"/>
            <a:ext cx="2524125" cy="303213"/>
          </a:xfrm>
          <a:custGeom>
            <a:avLst/>
            <a:gdLst>
              <a:gd name="T0" fmla="*/ 2147483647 w 1590"/>
              <a:gd name="T1" fmla="*/ 2147483647 h 191"/>
              <a:gd name="T2" fmla="*/ 2147483647 w 1590"/>
              <a:gd name="T3" fmla="*/ 2147483647 h 191"/>
              <a:gd name="T4" fmla="*/ 2147483647 w 1590"/>
              <a:gd name="T5" fmla="*/ 2147483647 h 191"/>
              <a:gd name="T6" fmla="*/ 2147483647 w 1590"/>
              <a:gd name="T7" fmla="*/ 2147483647 h 191"/>
              <a:gd name="T8" fmla="*/ 2147483647 w 1590"/>
              <a:gd name="T9" fmla="*/ 2147483647 h 191"/>
              <a:gd name="T10" fmla="*/ 2147483647 w 1590"/>
              <a:gd name="T11" fmla="*/ 2147483647 h 191"/>
              <a:gd name="T12" fmla="*/ 0 w 1590"/>
              <a:gd name="T13" fmla="*/ 2147483647 h 191"/>
              <a:gd name="T14" fmla="*/ 0 60000 65536"/>
              <a:gd name="T15" fmla="*/ 0 60000 65536"/>
              <a:gd name="T16" fmla="*/ 0 60000 65536"/>
              <a:gd name="T17" fmla="*/ 0 60000 65536"/>
              <a:gd name="T18" fmla="*/ 0 60000 65536"/>
              <a:gd name="T19" fmla="*/ 0 60000 65536"/>
              <a:gd name="T20" fmla="*/ 0 60000 65536"/>
              <a:gd name="T21" fmla="*/ 0 w 1590"/>
              <a:gd name="T22" fmla="*/ 0 h 191"/>
              <a:gd name="T23" fmla="*/ 1590 w 1590"/>
              <a:gd name="T24" fmla="*/ 191 h 191"/>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590" h="191">
                <a:moveTo>
                  <a:pt x="1590" y="6"/>
                </a:moveTo>
                <a:cubicBezTo>
                  <a:pt x="1568" y="9"/>
                  <a:pt x="1514" y="0"/>
                  <a:pt x="1458" y="24"/>
                </a:cubicBezTo>
                <a:cubicBezTo>
                  <a:pt x="1402" y="48"/>
                  <a:pt x="1341" y="124"/>
                  <a:pt x="1254" y="150"/>
                </a:cubicBezTo>
                <a:cubicBezTo>
                  <a:pt x="1167" y="176"/>
                  <a:pt x="1071" y="174"/>
                  <a:pt x="936" y="180"/>
                </a:cubicBezTo>
                <a:cubicBezTo>
                  <a:pt x="801" y="186"/>
                  <a:pt x="569" y="191"/>
                  <a:pt x="444" y="186"/>
                </a:cubicBezTo>
                <a:cubicBezTo>
                  <a:pt x="319" y="181"/>
                  <a:pt x="260" y="164"/>
                  <a:pt x="186" y="150"/>
                </a:cubicBezTo>
                <a:cubicBezTo>
                  <a:pt x="112" y="136"/>
                  <a:pt x="39" y="112"/>
                  <a:pt x="0" y="102"/>
                </a:cubicBezTo>
              </a:path>
            </a:pathLst>
          </a:custGeom>
          <a:noFill/>
          <a:ln w="15875">
            <a:solidFill>
              <a:schemeClr val="accent2"/>
            </a:solidFill>
            <a:round/>
            <a:headEnd/>
            <a:tailEnd type="triangle" w="lg" len="lg"/>
          </a:ln>
        </p:spPr>
        <p:txBody>
          <a:bodyPr/>
          <a:lstStyle/>
          <a:p>
            <a:endParaRPr lang="en-US" dirty="0"/>
          </a:p>
        </p:txBody>
      </p:sp>
      <p:sp>
        <p:nvSpPr>
          <p:cNvPr id="85" name="Freeform 52"/>
          <p:cNvSpPr>
            <a:spLocks/>
          </p:cNvSpPr>
          <p:nvPr/>
        </p:nvSpPr>
        <p:spPr bwMode="auto">
          <a:xfrm>
            <a:off x="4114800" y="3352800"/>
            <a:ext cx="2505075" cy="439737"/>
          </a:xfrm>
          <a:custGeom>
            <a:avLst/>
            <a:gdLst>
              <a:gd name="T0" fmla="*/ 0 w 1578"/>
              <a:gd name="T1" fmla="*/ 2147483647 h 277"/>
              <a:gd name="T2" fmla="*/ 2147483647 w 1578"/>
              <a:gd name="T3" fmla="*/ 2147483647 h 277"/>
              <a:gd name="T4" fmla="*/ 2147483647 w 1578"/>
              <a:gd name="T5" fmla="*/ 2147483647 h 277"/>
              <a:gd name="T6" fmla="*/ 2147483647 w 1578"/>
              <a:gd name="T7" fmla="*/ 2147483647 h 277"/>
              <a:gd name="T8" fmla="*/ 2147483647 w 1578"/>
              <a:gd name="T9" fmla="*/ 2147483647 h 277"/>
              <a:gd name="T10" fmla="*/ 2147483647 w 1578"/>
              <a:gd name="T11" fmla="*/ 2147483647 h 277"/>
              <a:gd name="T12" fmla="*/ 2147483647 w 1578"/>
              <a:gd name="T13" fmla="*/ 2147483647 h 277"/>
              <a:gd name="T14" fmla="*/ 0 60000 65536"/>
              <a:gd name="T15" fmla="*/ 0 60000 65536"/>
              <a:gd name="T16" fmla="*/ 0 60000 65536"/>
              <a:gd name="T17" fmla="*/ 0 60000 65536"/>
              <a:gd name="T18" fmla="*/ 0 60000 65536"/>
              <a:gd name="T19" fmla="*/ 0 60000 65536"/>
              <a:gd name="T20" fmla="*/ 0 60000 65536"/>
              <a:gd name="T21" fmla="*/ 0 w 1578"/>
              <a:gd name="T22" fmla="*/ 0 h 277"/>
              <a:gd name="T23" fmla="*/ 1578 w 1578"/>
              <a:gd name="T24" fmla="*/ 277 h 277"/>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578" h="277">
                <a:moveTo>
                  <a:pt x="0" y="261"/>
                </a:moveTo>
                <a:cubicBezTo>
                  <a:pt x="28" y="259"/>
                  <a:pt x="105" y="277"/>
                  <a:pt x="168" y="249"/>
                </a:cubicBezTo>
                <a:cubicBezTo>
                  <a:pt x="231" y="221"/>
                  <a:pt x="265" y="133"/>
                  <a:pt x="378" y="93"/>
                </a:cubicBezTo>
                <a:cubicBezTo>
                  <a:pt x="491" y="53"/>
                  <a:pt x="719" y="18"/>
                  <a:pt x="846" y="9"/>
                </a:cubicBezTo>
                <a:cubicBezTo>
                  <a:pt x="973" y="0"/>
                  <a:pt x="1060" y="27"/>
                  <a:pt x="1140" y="39"/>
                </a:cubicBezTo>
                <a:cubicBezTo>
                  <a:pt x="1220" y="51"/>
                  <a:pt x="1253" y="58"/>
                  <a:pt x="1326" y="81"/>
                </a:cubicBezTo>
                <a:cubicBezTo>
                  <a:pt x="1399" y="104"/>
                  <a:pt x="1526" y="157"/>
                  <a:pt x="1578" y="177"/>
                </a:cubicBezTo>
              </a:path>
            </a:pathLst>
          </a:custGeom>
          <a:noFill/>
          <a:ln w="19050">
            <a:solidFill>
              <a:schemeClr val="tx1"/>
            </a:solidFill>
            <a:round/>
            <a:headEnd/>
            <a:tailEnd type="triangle" w="lg" len="lg"/>
          </a:ln>
        </p:spPr>
        <p:txBody>
          <a:bodyPr/>
          <a:lstStyle/>
          <a:p>
            <a:endParaRPr lang="en-US"/>
          </a:p>
        </p:txBody>
      </p:sp>
      <p:sp>
        <p:nvSpPr>
          <p:cNvPr id="46" name="Date Placeholder 45"/>
          <p:cNvSpPr>
            <a:spLocks noGrp="1"/>
          </p:cNvSpPr>
          <p:nvPr>
            <p:ph type="dt" sz="half" idx="10"/>
          </p:nvPr>
        </p:nvSpPr>
        <p:spPr/>
        <p:txBody>
          <a:bodyPr/>
          <a:lstStyle/>
          <a:p>
            <a:fld id="{2B989124-4809-4D1F-92C0-9114612E6145}" type="datetime1">
              <a:rPr lang="en-US" smtClean="0"/>
              <a:t>6/24/2021</a:t>
            </a:fld>
            <a:endParaRPr lang="en-US"/>
          </a:p>
        </p:txBody>
      </p:sp>
      <p:sp>
        <p:nvSpPr>
          <p:cNvPr id="47" name="Slide Number Placeholder 46"/>
          <p:cNvSpPr>
            <a:spLocks noGrp="1"/>
          </p:cNvSpPr>
          <p:nvPr>
            <p:ph type="sldNum" sz="quarter" idx="12"/>
          </p:nvPr>
        </p:nvSpPr>
        <p:spPr/>
        <p:txBody>
          <a:bodyPr/>
          <a:lstStyle/>
          <a:p>
            <a:fld id="{B6F15528-21DE-4FAA-801E-634DDDAF4B2B}" type="slidenum">
              <a:rPr lang="en-US" smtClean="0"/>
              <a:pPr/>
              <a:t>43</a:t>
            </a:fld>
            <a:endParaRPr lang="en-US"/>
          </a:p>
        </p:txBody>
      </p:sp>
      <p:sp>
        <p:nvSpPr>
          <p:cNvPr id="49" name="Footer Placeholder 48"/>
          <p:cNvSpPr>
            <a:spLocks noGrp="1"/>
          </p:cNvSpPr>
          <p:nvPr>
            <p:ph type="ftr" sz="quarter" idx="11"/>
          </p:nvPr>
        </p:nvSpPr>
        <p:spPr/>
        <p:txBody>
          <a:bodyPr/>
          <a:lstStyle/>
          <a:p>
            <a:r>
              <a:rPr lang="en-US"/>
              <a:t>Maheen Islam</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2" fill="hold" grpId="0" nodeType="clickEffect">
                                  <p:stCondLst>
                                    <p:cond delay="0"/>
                                  </p:stCondLst>
                                  <p:childTnLst>
                                    <p:set>
                                      <p:cBhvr>
                                        <p:cTn id="6" dur="1" fill="hold">
                                          <p:stCondLst>
                                            <p:cond delay="0"/>
                                          </p:stCondLst>
                                        </p:cTn>
                                        <p:tgtEl>
                                          <p:spTgt spid="84"/>
                                        </p:tgtEl>
                                        <p:attrNameLst>
                                          <p:attrName>style.visibility</p:attrName>
                                        </p:attrNameLst>
                                      </p:cBhvr>
                                      <p:to>
                                        <p:strVal val="visible"/>
                                      </p:to>
                                    </p:set>
                                    <p:animEffect transition="in" filter="wipe(right)">
                                      <p:cBhvr>
                                        <p:cTn id="7" dur="500"/>
                                        <p:tgtEl>
                                          <p:spTgt spid="84"/>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85"/>
                                        </p:tgtEl>
                                        <p:attrNameLst>
                                          <p:attrName>style.visibility</p:attrName>
                                        </p:attrNameLst>
                                      </p:cBhvr>
                                      <p:to>
                                        <p:strVal val="visible"/>
                                      </p:to>
                                    </p:set>
                                    <p:animEffect transition="in" filter="wipe(left)">
                                      <p:cBhvr>
                                        <p:cTn id="12" dur="500"/>
                                        <p:tgtEl>
                                          <p:spTgt spid="8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4" grpId="0" animBg="1"/>
      <p:bldP spid="85" grpId="0" animBg="1"/>
    </p:bld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219200" y="1219200"/>
            <a:ext cx="7391400" cy="5410200"/>
          </a:xfrm>
        </p:spPr>
        <p:txBody>
          <a:bodyPr>
            <a:normAutofit fontScale="85000" lnSpcReduction="20000"/>
          </a:bodyPr>
          <a:lstStyle/>
          <a:p>
            <a:pPr>
              <a:buNone/>
            </a:pPr>
            <a:r>
              <a:rPr lang="en-US" dirty="0"/>
              <a:t>void </a:t>
            </a:r>
            <a:r>
              <a:rPr lang="en-US" dirty="0" err="1"/>
              <a:t>del_at</a:t>
            </a:r>
            <a:r>
              <a:rPr lang="en-US" dirty="0"/>
              <a:t>(</a:t>
            </a:r>
            <a:r>
              <a:rPr lang="en-US" dirty="0" err="1"/>
              <a:t>int</a:t>
            </a:r>
            <a:r>
              <a:rPr lang="en-US" dirty="0"/>
              <a:t> c)</a:t>
            </a:r>
          </a:p>
          <a:p>
            <a:pPr>
              <a:buNone/>
            </a:pPr>
            <a:r>
              <a:rPr lang="en-US" dirty="0"/>
              <a:t>{   </a:t>
            </a:r>
          </a:p>
          <a:p>
            <a:pPr>
              <a:buNone/>
            </a:pPr>
            <a:r>
              <a:rPr lang="en-US" dirty="0"/>
              <a:t>    node *temp=head;</a:t>
            </a:r>
          </a:p>
          <a:p>
            <a:pPr>
              <a:buNone/>
            </a:pPr>
            <a:r>
              <a:rPr lang="en-US" dirty="0"/>
              <a:t>	 for(</a:t>
            </a:r>
            <a:r>
              <a:rPr lang="en-US" dirty="0" err="1"/>
              <a:t>int</a:t>
            </a:r>
            <a:r>
              <a:rPr lang="en-US" dirty="0"/>
              <a:t> </a:t>
            </a:r>
            <a:r>
              <a:rPr lang="en-US" dirty="0" err="1"/>
              <a:t>i</a:t>
            </a:r>
            <a:r>
              <a:rPr lang="en-US" dirty="0"/>
              <a:t>=1;i&lt;c-1;i++)</a:t>
            </a:r>
          </a:p>
          <a:p>
            <a:pPr>
              <a:buNone/>
            </a:pPr>
            <a:r>
              <a:rPr lang="en-US" dirty="0"/>
              <a:t>	 {</a:t>
            </a:r>
          </a:p>
          <a:p>
            <a:pPr>
              <a:buNone/>
            </a:pPr>
            <a:r>
              <a:rPr lang="en-US" dirty="0"/>
              <a:t>      temp1= temp;</a:t>
            </a:r>
          </a:p>
          <a:p>
            <a:pPr>
              <a:buNone/>
            </a:pPr>
            <a:r>
              <a:rPr lang="en-US" dirty="0"/>
              <a:t>	  temp=temp-&gt;next;</a:t>
            </a:r>
          </a:p>
          <a:p>
            <a:pPr>
              <a:buNone/>
            </a:pPr>
            <a:r>
              <a:rPr lang="en-US" dirty="0"/>
              <a:t>	 }</a:t>
            </a:r>
          </a:p>
          <a:p>
            <a:pPr>
              <a:buNone/>
            </a:pPr>
            <a:r>
              <a:rPr lang="en-US"/>
              <a:t>    temp2</a:t>
            </a:r>
            <a:r>
              <a:rPr lang="en-US" dirty="0"/>
              <a:t>=temp-&gt;next;</a:t>
            </a:r>
          </a:p>
          <a:p>
            <a:pPr>
              <a:buNone/>
            </a:pPr>
            <a:r>
              <a:rPr lang="en-US" dirty="0"/>
              <a:t>	 temp1-&gt;next=temp2;</a:t>
            </a:r>
          </a:p>
          <a:p>
            <a:pPr>
              <a:buNone/>
            </a:pPr>
            <a:r>
              <a:rPr lang="en-US" dirty="0"/>
              <a:t>	 temp2-&gt;previous=temp1;</a:t>
            </a:r>
          </a:p>
          <a:p>
            <a:pPr>
              <a:buNone/>
            </a:pPr>
            <a:r>
              <a:rPr lang="en-US" dirty="0"/>
              <a:t>	 free(temp);</a:t>
            </a:r>
          </a:p>
          <a:p>
            <a:pPr>
              <a:buNone/>
            </a:pPr>
            <a:r>
              <a:rPr lang="en-US" dirty="0"/>
              <a:t>}</a:t>
            </a:r>
          </a:p>
          <a:p>
            <a:endParaRPr lang="en-US" dirty="0"/>
          </a:p>
        </p:txBody>
      </p:sp>
      <p:sp>
        <p:nvSpPr>
          <p:cNvPr id="4" name="Title 1"/>
          <p:cNvSpPr>
            <a:spLocks noGrp="1"/>
          </p:cNvSpPr>
          <p:nvPr>
            <p:ph type="title"/>
          </p:nvPr>
        </p:nvSpPr>
        <p:spPr>
          <a:xfrm>
            <a:off x="609600" y="152400"/>
            <a:ext cx="8229600" cy="762000"/>
          </a:xfrm>
        </p:spPr>
        <p:txBody>
          <a:bodyPr>
            <a:normAutofit/>
          </a:bodyPr>
          <a:lstStyle/>
          <a:p>
            <a:pPr algn="ctr"/>
            <a:r>
              <a:rPr lang="en-US" sz="4000" dirty="0">
                <a:solidFill>
                  <a:schemeClr val="tx1"/>
                </a:solidFill>
              </a:rPr>
              <a:t>Deleting a Node</a:t>
            </a:r>
          </a:p>
        </p:txBody>
      </p:sp>
      <p:sp>
        <p:nvSpPr>
          <p:cNvPr id="5" name="Date Placeholder 4"/>
          <p:cNvSpPr>
            <a:spLocks noGrp="1"/>
          </p:cNvSpPr>
          <p:nvPr>
            <p:ph type="dt" sz="half" idx="10"/>
          </p:nvPr>
        </p:nvSpPr>
        <p:spPr/>
        <p:txBody>
          <a:bodyPr/>
          <a:lstStyle/>
          <a:p>
            <a:fld id="{0E080FAE-22B9-417F-9E61-AE7606D5C423}" type="datetime1">
              <a:rPr lang="en-US" smtClean="0"/>
              <a:t>6/24/2021</a:t>
            </a:fld>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44</a:t>
            </a:fld>
            <a:endParaRPr lang="en-US"/>
          </a:p>
        </p:txBody>
      </p:sp>
      <p:sp>
        <p:nvSpPr>
          <p:cNvPr id="8" name="Footer Placeholder 7"/>
          <p:cNvSpPr>
            <a:spLocks noGrp="1"/>
          </p:cNvSpPr>
          <p:nvPr>
            <p:ph type="ftr" sz="quarter" idx="11"/>
          </p:nvPr>
        </p:nvSpPr>
        <p:spPr/>
        <p:txBody>
          <a:bodyPr/>
          <a:lstStyle/>
          <a:p>
            <a:r>
              <a:rPr lang="en-US"/>
              <a:t>Maheen Islam</a:t>
            </a:r>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14400" y="381000"/>
            <a:ext cx="8001000" cy="819912"/>
          </a:xfrm>
        </p:spPr>
        <p:txBody>
          <a:bodyPr>
            <a:normAutofit/>
          </a:bodyPr>
          <a:lstStyle/>
          <a:p>
            <a:pPr algn="ctr"/>
            <a:r>
              <a:rPr lang="en-US"/>
              <a:t>Applications  of   </a:t>
            </a:r>
            <a:r>
              <a:rPr lang="en-US" dirty="0"/>
              <a:t>Linked   List</a:t>
            </a:r>
          </a:p>
        </p:txBody>
      </p:sp>
      <p:sp>
        <p:nvSpPr>
          <p:cNvPr id="3" name="Content Placeholder 2"/>
          <p:cNvSpPr>
            <a:spLocks noGrp="1"/>
          </p:cNvSpPr>
          <p:nvPr>
            <p:ph idx="1"/>
          </p:nvPr>
        </p:nvSpPr>
        <p:spPr>
          <a:xfrm>
            <a:off x="990600" y="1447800"/>
            <a:ext cx="7848600" cy="5410200"/>
          </a:xfrm>
        </p:spPr>
        <p:txBody>
          <a:bodyPr>
            <a:normAutofit/>
          </a:bodyPr>
          <a:lstStyle/>
          <a:p>
            <a:pPr>
              <a:buNone/>
            </a:pPr>
            <a:r>
              <a:rPr lang="en-US" sz="2400" dirty="0"/>
              <a:t>    1. Applications that have an MRU(most recently used) list (a linked list of file names) </a:t>
            </a:r>
            <a:br>
              <a:rPr lang="en-US" sz="2400" dirty="0"/>
            </a:br>
            <a:br>
              <a:rPr lang="en-US" sz="2400" dirty="0"/>
            </a:br>
            <a:r>
              <a:rPr lang="en-US" sz="2400" dirty="0"/>
              <a:t>2. The cache in your browser that allows you to hit the BACK button (a linked list of URLs) </a:t>
            </a:r>
            <a:br>
              <a:rPr lang="en-US" sz="2400" dirty="0"/>
            </a:br>
            <a:br>
              <a:rPr lang="en-US" sz="2400" dirty="0"/>
            </a:br>
            <a:r>
              <a:rPr lang="en-US" sz="2400" dirty="0"/>
              <a:t>3. Undo functionality in Photoshop or Word (a linked list of state) </a:t>
            </a:r>
            <a:br>
              <a:rPr lang="en-US" sz="2400" dirty="0"/>
            </a:br>
            <a:br>
              <a:rPr lang="en-US" sz="2400" dirty="0"/>
            </a:br>
            <a:r>
              <a:rPr lang="en-US" sz="2400" dirty="0"/>
              <a:t>4. A stack, hash table, and binary tree can be implemented using  linked list. </a:t>
            </a:r>
            <a:br>
              <a:rPr lang="en-US" sz="2400" dirty="0"/>
            </a:br>
            <a:endParaRPr lang="en-US" sz="2400" dirty="0"/>
          </a:p>
        </p:txBody>
      </p:sp>
      <p:sp>
        <p:nvSpPr>
          <p:cNvPr id="4" name="Date Placeholder 3"/>
          <p:cNvSpPr>
            <a:spLocks noGrp="1"/>
          </p:cNvSpPr>
          <p:nvPr>
            <p:ph type="dt" sz="half" idx="10"/>
          </p:nvPr>
        </p:nvSpPr>
        <p:spPr/>
        <p:txBody>
          <a:bodyPr/>
          <a:lstStyle/>
          <a:p>
            <a:fld id="{7D6AB075-351A-4E2D-84A4-6A8C35776DAC}" type="datetime1">
              <a:rPr lang="en-US" smtClean="0"/>
              <a:t>6/24/2021</a:t>
            </a:fld>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45</a:t>
            </a:fld>
            <a:endParaRPr lang="en-US"/>
          </a:p>
        </p:txBody>
      </p:sp>
      <p:sp>
        <p:nvSpPr>
          <p:cNvPr id="7" name="Footer Placeholder 6"/>
          <p:cNvSpPr>
            <a:spLocks noGrp="1"/>
          </p:cNvSpPr>
          <p:nvPr>
            <p:ph type="ftr" sz="quarter" idx="11"/>
          </p:nvPr>
        </p:nvSpPr>
        <p:spPr/>
        <p:txBody>
          <a:bodyPr/>
          <a:lstStyle/>
          <a:p>
            <a:r>
              <a:rPr lang="en-US"/>
              <a:t>Maheen Islam</a:t>
            </a:r>
          </a:p>
        </p:txBody>
      </p:sp>
    </p:spTree>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Solstice">
  <a:themeElements>
    <a:clrScheme name="Solstice">
      <a:dk1>
        <a:sysClr val="windowText" lastClr="000000"/>
      </a:dk1>
      <a:lt1>
        <a:sysClr val="window" lastClr="FFFFFF"/>
      </a:lt1>
      <a:dk2>
        <a:srgbClr val="4F271C"/>
      </a:dk2>
      <a:lt2>
        <a:srgbClr val="E7DEC9"/>
      </a:lt2>
      <a:accent1>
        <a:srgbClr val="3891A7"/>
      </a:accent1>
      <a:accent2>
        <a:srgbClr val="FEB80A"/>
      </a:accent2>
      <a:accent3>
        <a:srgbClr val="C32D2E"/>
      </a:accent3>
      <a:accent4>
        <a:srgbClr val="84AA33"/>
      </a:accent4>
      <a:accent5>
        <a:srgbClr val="964305"/>
      </a:accent5>
      <a:accent6>
        <a:srgbClr val="475A8D"/>
      </a:accent6>
      <a:hlink>
        <a:srgbClr val="8DC765"/>
      </a:hlink>
      <a:folHlink>
        <a:srgbClr val="AA8A14"/>
      </a:folHlink>
    </a:clrScheme>
    <a:fontScheme name="Solstice">
      <a:majorFont>
        <a:latin typeface="Gill Sans MT"/>
        <a:ea typeface=""/>
        <a:cs typeface=""/>
        <a:font script="Grek" typeface="Corbel"/>
        <a:font script="Cyrl" typeface="Corbel"/>
        <a:font script="Jpan" typeface="HGｺﾞｼｯｸE"/>
        <a:font script="Hang" typeface="휴먼매직체"/>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majorFont>
      <a:minorFont>
        <a:latin typeface="Gill Sans MT"/>
        <a:ea typeface=""/>
        <a:cs typeface=""/>
        <a:font script="Grek" typeface="Corbel"/>
        <a:font script="Cyrl" typeface="Corbel"/>
        <a:font script="Jpan" typeface="HGｺﾞｼｯｸE"/>
        <a:font script="Hang" typeface="HY엽서L"/>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minorFont>
    </a:fontScheme>
    <a:fmtScheme name="Solstice">
      <a:fillStyleLst>
        <a:solidFill>
          <a:schemeClr val="phClr"/>
        </a:solidFill>
        <a:gradFill rotWithShape="1">
          <a:gsLst>
            <a:gs pos="0">
              <a:schemeClr val="phClr">
                <a:tint val="35000"/>
                <a:satMod val="253000"/>
              </a:schemeClr>
            </a:gs>
            <a:gs pos="50000">
              <a:schemeClr val="phClr">
                <a:tint val="42000"/>
                <a:satMod val="255000"/>
              </a:schemeClr>
            </a:gs>
            <a:gs pos="97000">
              <a:schemeClr val="phClr">
                <a:tint val="53000"/>
                <a:satMod val="260000"/>
              </a:schemeClr>
            </a:gs>
            <a:gs pos="100000">
              <a:schemeClr val="phClr">
                <a:tint val="56000"/>
                <a:satMod val="275000"/>
              </a:schemeClr>
            </a:gs>
          </a:gsLst>
          <a:path path="circle">
            <a:fillToRect l="50000" t="50000" r="50000" b="50000"/>
          </a:path>
        </a:gradFill>
        <a:gradFill rotWithShape="1">
          <a:gsLst>
            <a:gs pos="0">
              <a:schemeClr val="phClr">
                <a:tint val="92000"/>
                <a:satMod val="170000"/>
              </a:schemeClr>
            </a:gs>
            <a:gs pos="15000">
              <a:schemeClr val="phClr">
                <a:tint val="92000"/>
                <a:shade val="99000"/>
                <a:satMod val="170000"/>
              </a:schemeClr>
            </a:gs>
            <a:gs pos="62000">
              <a:schemeClr val="phClr">
                <a:tint val="96000"/>
                <a:shade val="80000"/>
                <a:satMod val="170000"/>
              </a:schemeClr>
            </a:gs>
            <a:gs pos="97000">
              <a:schemeClr val="phClr">
                <a:tint val="98000"/>
                <a:shade val="63000"/>
                <a:satMod val="170000"/>
              </a:schemeClr>
            </a:gs>
            <a:gs pos="100000">
              <a:schemeClr val="phClr">
                <a:shade val="62000"/>
                <a:satMod val="170000"/>
              </a:schemeClr>
            </a:gs>
          </a:gsLst>
          <a:path path="circle">
            <a:fillToRect l="50000" t="50000" r="50000" b="50000"/>
          </a:path>
        </a:gradFill>
      </a:fillStyleLst>
      <a:lnStyleLst>
        <a:ln w="9525" cap="flat" cmpd="sng" algn="ctr">
          <a:solidFill>
            <a:schemeClr val="phClr"/>
          </a:solidFill>
          <a:prstDash val="solid"/>
        </a:ln>
        <a:ln w="25400" cap="flat" cmpd="sng" algn="ctr">
          <a:solidFill>
            <a:schemeClr val="phClr"/>
          </a:solidFill>
          <a:prstDash val="solid"/>
        </a:ln>
        <a:ln w="25400" cap="flat" cmpd="sng" algn="ctr">
          <a:solidFill>
            <a:schemeClr val="phClr"/>
          </a:solidFill>
          <a:prstDash val="solid"/>
        </a:ln>
      </a:lnStyleLst>
      <a:effectStyleLst>
        <a:effectStyle>
          <a:effectLst>
            <a:outerShdw blurRad="63500" dist="25400" dir="5400000" rotWithShape="0">
              <a:srgbClr val="000000">
                <a:alpha val="43137"/>
              </a:srgbClr>
            </a:outerShdw>
          </a:effectLst>
        </a:effectStyle>
        <a:effectStyle>
          <a:effectLst>
            <a:outerShdw blurRad="63500" dist="25400" dir="5400000" rotWithShape="0">
              <a:srgbClr val="000000">
                <a:alpha val="43137"/>
              </a:srgbClr>
            </a:outerShdw>
          </a:effectLst>
          <a:scene3d>
            <a:camera prst="orthographicFront" fov="0">
              <a:rot lat="0" lon="0" rev="0"/>
            </a:camera>
            <a:lightRig rig="brightRoom" dir="tl">
              <a:rot lat="0" lon="0" rev="8700000"/>
            </a:lightRig>
          </a:scene3d>
          <a:sp3d contourW="12700">
            <a:bevelT w="0" h="0"/>
            <a:contourClr>
              <a:schemeClr val="phClr">
                <a:shade val="80000"/>
              </a:schemeClr>
            </a:contourClr>
          </a:sp3d>
        </a:effectStyle>
        <a:effectStyle>
          <a:effectLst>
            <a:outerShdw blurRad="63500" dist="25400" dir="5400000" rotWithShape="0">
              <a:srgbClr val="000000">
                <a:alpha val="43137"/>
              </a:srgbClr>
            </a:outerShdw>
          </a:effectLst>
          <a:scene3d>
            <a:camera prst="orthographicFront" fov="0">
              <a:rot lat="0" lon="0" rev="0"/>
            </a:camera>
            <a:lightRig rig="brightRoom" dir="tl">
              <a:rot lat="0" lon="0" rev="5400000"/>
            </a:lightRig>
          </a:scene3d>
          <a:sp3d contourW="12700">
            <a:bevelT w="25400" h="50800" prst="angle"/>
            <a:contourClr>
              <a:schemeClr val="phClr"/>
            </a:contourClr>
          </a:sp3d>
        </a:effectStyle>
      </a:effectStyleLst>
      <a:bgFillStyleLst>
        <a:solidFill>
          <a:schemeClr val="phClr"/>
        </a:solidFill>
        <a:gradFill rotWithShape="1">
          <a:gsLst>
            <a:gs pos="0">
              <a:schemeClr val="phClr">
                <a:tint val="60000"/>
                <a:satMod val="355000"/>
              </a:schemeClr>
            </a:gs>
            <a:gs pos="40000">
              <a:schemeClr val="phClr">
                <a:tint val="85000"/>
                <a:satMod val="320000"/>
              </a:schemeClr>
            </a:gs>
            <a:gs pos="100000">
              <a:schemeClr val="phClr">
                <a:shade val="55000"/>
                <a:satMod val="300000"/>
              </a:schemeClr>
            </a:gs>
          </a:gsLst>
          <a:path path="circle">
            <a:fillToRect l="-24500" t="-20000" r="124500" b="120000"/>
          </a:path>
        </a:gradFill>
        <a:blipFill>
          <a:blip xmlns:r="http://schemas.openxmlformats.org/officeDocument/2006/relationships" r:embed="rId1">
            <a:duotone>
              <a:schemeClr val="phClr">
                <a:shade val="9000"/>
                <a:satMod val="300000"/>
              </a:schemeClr>
              <a:schemeClr val="phClr">
                <a:tint val="90000"/>
                <a:satMod val="225000"/>
              </a:schemeClr>
            </a:duotone>
          </a:blip>
          <a:tile tx="0" ty="0" sx="90000" sy="90000" flip="xy" algn="tl"/>
        </a:blip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Solstice</Template>
  <TotalTime>3157</TotalTime>
  <Words>2708</Words>
  <Application>Microsoft Office PowerPoint</Application>
  <PresentationFormat>On-screen Show (4:3)</PresentationFormat>
  <Paragraphs>545</Paragraphs>
  <Slides>45</Slides>
  <Notes>1</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45</vt:i4>
      </vt:variant>
    </vt:vector>
  </HeadingPairs>
  <TitlesOfParts>
    <vt:vector size="54" baseType="lpstr">
      <vt:lpstr>Arial</vt:lpstr>
      <vt:lpstr>Calibri</vt:lpstr>
      <vt:lpstr>Consolas</vt:lpstr>
      <vt:lpstr>Gill Sans MT</vt:lpstr>
      <vt:lpstr>Times New Roman</vt:lpstr>
      <vt:lpstr>Verdana</vt:lpstr>
      <vt:lpstr>Wingdings</vt:lpstr>
      <vt:lpstr>Wingdings 2</vt:lpstr>
      <vt:lpstr>Solstice</vt:lpstr>
      <vt:lpstr>CSE 207</vt:lpstr>
      <vt:lpstr>Linear Data Structures </vt:lpstr>
      <vt:lpstr>What are Linked Lists</vt:lpstr>
      <vt:lpstr>            Arrays Vs Linked Lists</vt:lpstr>
      <vt:lpstr>Representation of Linked List in Memory</vt:lpstr>
      <vt:lpstr>Types of Lists</vt:lpstr>
      <vt:lpstr>Singly Linked List</vt:lpstr>
      <vt:lpstr>Schematic  Representation</vt:lpstr>
      <vt:lpstr>Basic Operations on a List</vt:lpstr>
      <vt:lpstr>Creating a Node</vt:lpstr>
      <vt:lpstr>Creating a Node</vt:lpstr>
      <vt:lpstr>To Display</vt:lpstr>
      <vt:lpstr>Traversing a Linked List</vt:lpstr>
      <vt:lpstr>Inserting the Node in a SLL</vt:lpstr>
      <vt:lpstr>Insertion at the Beginning</vt:lpstr>
      <vt:lpstr>Insertion at the Beginning</vt:lpstr>
      <vt:lpstr>Insertion at the Beginning</vt:lpstr>
      <vt:lpstr>Inserting at the End</vt:lpstr>
      <vt:lpstr>Inserting at the End</vt:lpstr>
      <vt:lpstr>Inserting  After an Element</vt:lpstr>
      <vt:lpstr>Inserting  After an Element</vt:lpstr>
      <vt:lpstr>Inserting  After an Element</vt:lpstr>
      <vt:lpstr>Deleting a Node in SLL</vt:lpstr>
      <vt:lpstr>Deleting the First Node</vt:lpstr>
      <vt:lpstr>Deleting the First Node</vt:lpstr>
      <vt:lpstr>Deleting the Last Node</vt:lpstr>
      <vt:lpstr>Deleting the Last Node</vt:lpstr>
      <vt:lpstr>Deleting a Particular Node</vt:lpstr>
      <vt:lpstr>Deleting a Particular Node</vt:lpstr>
      <vt:lpstr>Searching a SLL</vt:lpstr>
      <vt:lpstr>Searching a SLL</vt:lpstr>
      <vt:lpstr>Reversing a Linked List</vt:lpstr>
      <vt:lpstr>Doubly  Linked  List</vt:lpstr>
      <vt:lpstr>PowerPoint Presentation</vt:lpstr>
      <vt:lpstr>DLL’s compared to SLL’s</vt:lpstr>
      <vt:lpstr>Structure of DLL</vt:lpstr>
      <vt:lpstr>Inserting at Beginning</vt:lpstr>
      <vt:lpstr>Inserting at Beginning</vt:lpstr>
      <vt:lpstr>Inserting at the End</vt:lpstr>
      <vt:lpstr>Inserting at the End</vt:lpstr>
      <vt:lpstr>Inserting After a Node</vt:lpstr>
      <vt:lpstr>Inserting After a Node</vt:lpstr>
      <vt:lpstr>Deleting a Node</vt:lpstr>
      <vt:lpstr>Deleting a Node</vt:lpstr>
      <vt:lpstr>Applications  of   Linked   List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are Linked Lists</dc:title>
  <dc:creator>admin</dc:creator>
  <cp:lastModifiedBy>Dr. Maheen Islam</cp:lastModifiedBy>
  <cp:revision>296</cp:revision>
  <dcterms:created xsi:type="dcterms:W3CDTF">2006-08-16T00:00:00Z</dcterms:created>
  <dcterms:modified xsi:type="dcterms:W3CDTF">2021-06-24T03:28:33Z</dcterms:modified>
</cp:coreProperties>
</file>